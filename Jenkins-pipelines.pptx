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8.jpg" ContentType="image/jpeg"/>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Lst>
  <p:notesMasterIdLst>
    <p:notesMasterId r:id="rId102"/>
  </p:notesMasterIdLst>
  <p:sldIdLst>
    <p:sldId id="529" r:id="rId3"/>
    <p:sldId id="259" r:id="rId4"/>
    <p:sldId id="772" r:id="rId5"/>
    <p:sldId id="260" r:id="rId6"/>
    <p:sldId id="773" r:id="rId7"/>
    <p:sldId id="774" r:id="rId8"/>
    <p:sldId id="263" r:id="rId9"/>
    <p:sldId id="533" r:id="rId10"/>
    <p:sldId id="536" r:id="rId11"/>
    <p:sldId id="537" r:id="rId12"/>
    <p:sldId id="538" r:id="rId13"/>
    <p:sldId id="539" r:id="rId14"/>
    <p:sldId id="541" r:id="rId15"/>
    <p:sldId id="542" r:id="rId16"/>
    <p:sldId id="543" r:id="rId17"/>
    <p:sldId id="552" r:id="rId18"/>
    <p:sldId id="553" r:id="rId19"/>
    <p:sldId id="555" r:id="rId20"/>
    <p:sldId id="436" r:id="rId21"/>
    <p:sldId id="450" r:id="rId22"/>
    <p:sldId id="454" r:id="rId23"/>
    <p:sldId id="785" r:id="rId24"/>
    <p:sldId id="786" r:id="rId25"/>
    <p:sldId id="787" r:id="rId26"/>
    <p:sldId id="620" r:id="rId27"/>
    <p:sldId id="564" r:id="rId28"/>
    <p:sldId id="565" r:id="rId29"/>
    <p:sldId id="566" r:id="rId30"/>
    <p:sldId id="567" r:id="rId31"/>
    <p:sldId id="568" r:id="rId32"/>
    <p:sldId id="569" r:id="rId33"/>
    <p:sldId id="776" r:id="rId34"/>
    <p:sldId id="777" r:id="rId35"/>
    <p:sldId id="778" r:id="rId36"/>
    <p:sldId id="779" r:id="rId37"/>
    <p:sldId id="780" r:id="rId38"/>
    <p:sldId id="781" r:id="rId39"/>
    <p:sldId id="782" r:id="rId40"/>
    <p:sldId id="783" r:id="rId41"/>
    <p:sldId id="784" r:id="rId42"/>
    <p:sldId id="789" r:id="rId43"/>
    <p:sldId id="788" r:id="rId44"/>
    <p:sldId id="790" r:id="rId45"/>
    <p:sldId id="791" r:id="rId46"/>
    <p:sldId id="792" r:id="rId47"/>
    <p:sldId id="793" r:id="rId48"/>
    <p:sldId id="794" r:id="rId49"/>
    <p:sldId id="577" r:id="rId50"/>
    <p:sldId id="795" r:id="rId51"/>
    <p:sldId id="578" r:id="rId52"/>
    <p:sldId id="579" r:id="rId53"/>
    <p:sldId id="580" r:id="rId54"/>
    <p:sldId id="581" r:id="rId55"/>
    <p:sldId id="582" r:id="rId56"/>
    <p:sldId id="583" r:id="rId57"/>
    <p:sldId id="584" r:id="rId58"/>
    <p:sldId id="585" r:id="rId59"/>
    <p:sldId id="586" r:id="rId60"/>
    <p:sldId id="588" r:id="rId61"/>
    <p:sldId id="796" r:id="rId62"/>
    <p:sldId id="797" r:id="rId63"/>
    <p:sldId id="798" r:id="rId64"/>
    <p:sldId id="799" r:id="rId65"/>
    <p:sldId id="800" r:id="rId66"/>
    <p:sldId id="801" r:id="rId67"/>
    <p:sldId id="802" r:id="rId68"/>
    <p:sldId id="803" r:id="rId69"/>
    <p:sldId id="805" r:id="rId70"/>
    <p:sldId id="806" r:id="rId71"/>
    <p:sldId id="807" r:id="rId72"/>
    <p:sldId id="808" r:id="rId73"/>
    <p:sldId id="809" r:id="rId74"/>
    <p:sldId id="804" r:id="rId75"/>
    <p:sldId id="810" r:id="rId76"/>
    <p:sldId id="811" r:id="rId77"/>
    <p:sldId id="812" r:id="rId78"/>
    <p:sldId id="813" r:id="rId79"/>
    <p:sldId id="814" r:id="rId80"/>
    <p:sldId id="815" r:id="rId81"/>
    <p:sldId id="816" r:id="rId82"/>
    <p:sldId id="817" r:id="rId83"/>
    <p:sldId id="818" r:id="rId84"/>
    <p:sldId id="819" r:id="rId85"/>
    <p:sldId id="820" r:id="rId86"/>
    <p:sldId id="821" r:id="rId87"/>
    <p:sldId id="822" r:id="rId88"/>
    <p:sldId id="823" r:id="rId89"/>
    <p:sldId id="824" r:id="rId90"/>
    <p:sldId id="825" r:id="rId91"/>
    <p:sldId id="826" r:id="rId92"/>
    <p:sldId id="827" r:id="rId93"/>
    <p:sldId id="828" r:id="rId94"/>
    <p:sldId id="829" r:id="rId95"/>
    <p:sldId id="830" r:id="rId96"/>
    <p:sldId id="831" r:id="rId97"/>
    <p:sldId id="832" r:id="rId98"/>
    <p:sldId id="833" r:id="rId99"/>
    <p:sldId id="834" r:id="rId100"/>
    <p:sldId id="526" r:id="rId101"/>
  </p:sldIdLst>
  <p:sldSz cx="10680700" cy="7556500"/>
  <p:notesSz cx="10680700" cy="7556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826" autoAdjust="0"/>
  </p:normalViewPr>
  <p:slideViewPr>
    <p:cSldViewPr>
      <p:cViewPr varScale="1">
        <p:scale>
          <a:sx n="63" d="100"/>
          <a:sy n="63" d="100"/>
        </p:scale>
        <p:origin x="1723"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notesMaster" Target="notesMasters/notesMaster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4627563" cy="379413"/>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6049963" y="0"/>
            <a:ext cx="4627562" cy="379413"/>
          </a:xfrm>
          <a:prstGeom prst="rect">
            <a:avLst/>
          </a:prstGeom>
        </p:spPr>
        <p:txBody>
          <a:bodyPr vert="horz" lIns="91440" tIns="45720" rIns="91440" bIns="45720" rtlCol="0"/>
          <a:lstStyle>
            <a:lvl1pPr algn="r">
              <a:defRPr sz="1200"/>
            </a:lvl1pPr>
          </a:lstStyle>
          <a:p>
            <a:fld id="{4651612A-6525-4BF2-8F0B-39688D1F11EB}" type="datetimeFigureOut">
              <a:rPr lang="fr-FR" smtClean="0"/>
              <a:t>13/11/2025</a:t>
            </a:fld>
            <a:endParaRPr lang="fr-FR"/>
          </a:p>
        </p:txBody>
      </p:sp>
      <p:sp>
        <p:nvSpPr>
          <p:cNvPr id="4" name="Espace réservé de l'image des diapositives 3"/>
          <p:cNvSpPr>
            <a:spLocks noGrp="1" noRot="1" noChangeAspect="1"/>
          </p:cNvSpPr>
          <p:nvPr>
            <p:ph type="sldImg" idx="2"/>
          </p:nvPr>
        </p:nvSpPr>
        <p:spPr>
          <a:xfrm>
            <a:off x="3536950" y="944563"/>
            <a:ext cx="3606800" cy="2551112"/>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1068388" y="3636963"/>
            <a:ext cx="8543925" cy="2974975"/>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7177088"/>
            <a:ext cx="4627563" cy="379412"/>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6049963" y="7177088"/>
            <a:ext cx="4627562" cy="379412"/>
          </a:xfrm>
          <a:prstGeom prst="rect">
            <a:avLst/>
          </a:prstGeom>
        </p:spPr>
        <p:txBody>
          <a:bodyPr vert="horz" lIns="91440" tIns="45720" rIns="91440" bIns="45720" rtlCol="0" anchor="b"/>
          <a:lstStyle>
            <a:lvl1pPr algn="r">
              <a:defRPr sz="1200"/>
            </a:lvl1pPr>
          </a:lstStyle>
          <a:p>
            <a:fld id="{56397496-792C-4A41-B5A1-679C774132C4}" type="slidenum">
              <a:rPr lang="fr-FR" smtClean="0"/>
              <a:t>‹N°›</a:t>
            </a:fld>
            <a:endParaRPr lang="fr-FR"/>
          </a:p>
        </p:txBody>
      </p:sp>
    </p:spTree>
    <p:extLst>
      <p:ext uri="{BB962C8B-B14F-4D97-AF65-F5344CB8AC3E}">
        <p14:creationId xmlns:p14="http://schemas.microsoft.com/office/powerpoint/2010/main" val="3997928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56397496-792C-4A41-B5A1-679C774132C4}" type="slidenum">
              <a:rPr kumimoji="0" lang="fr-FR"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12</a:t>
            </a:fld>
            <a:endParaRPr kumimoji="0" lang="fr-FR"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30341725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768350" y="744538"/>
            <a:ext cx="5260975" cy="3722687"/>
          </a:xfrm>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a:xfrm>
            <a:off x="3849954" y="9429039"/>
            <a:ext cx="2946135" cy="496016"/>
          </a:xfrm>
          <a:prstGeom prst="rect">
            <a:avLst/>
          </a:prstGeom>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885932DF-9606-4758-A2B5-AF1153FB1ABB}" type="slidenum">
              <a:rPr kumimoji="0" lang="en-GB" sz="1200" b="0" i="0" u="none" strike="noStrike" kern="0" cap="none" spc="0" normalizeH="0" baseline="0" noProof="0" smtClean="0">
                <a:ln>
                  <a:noFill/>
                </a:ln>
                <a:solidFill>
                  <a:prstClr val="black"/>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13</a:t>
            </a:fld>
            <a:endParaRPr kumimoji="0" lang="en-GB" sz="1200" b="0" i="0" u="none" strike="noStrike" kern="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4926643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56397496-792C-4A41-B5A1-679C774132C4}" type="slidenum">
              <a:rPr lang="fr-FR" smtClean="0"/>
              <a:t>84</a:t>
            </a:fld>
            <a:endParaRPr lang="fr-FR"/>
          </a:p>
        </p:txBody>
      </p:sp>
    </p:spTree>
    <p:extLst>
      <p:ext uri="{BB962C8B-B14F-4D97-AF65-F5344CB8AC3E}">
        <p14:creationId xmlns:p14="http://schemas.microsoft.com/office/powerpoint/2010/main" val="5948891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9E698-2D8A-4451-9BE0-CD8EF32476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0007BF-8EFB-43ED-6919-8E37B70F2D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CAC70C-81BD-9DA5-BDC5-15C5522B37A4}"/>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B561E8F1-2FC9-2A95-7328-A2E6097A8C8F}"/>
              </a:ext>
            </a:extLst>
          </p:cNvPr>
          <p:cNvSpPr>
            <a:spLocks noGrp="1"/>
          </p:cNvSpPr>
          <p:nvPr>
            <p:ph type="sldNum" sz="quarter" idx="5"/>
          </p:nvPr>
        </p:nvSpPr>
        <p:spPr/>
        <p:txBody>
          <a:bodyPr/>
          <a:lstStyle/>
          <a:p>
            <a:fld id="{56397496-792C-4A41-B5A1-679C774132C4}" type="slidenum">
              <a:rPr lang="fr-FR" smtClean="0"/>
              <a:t>85</a:t>
            </a:fld>
            <a:endParaRPr lang="fr-FR"/>
          </a:p>
        </p:txBody>
      </p:sp>
    </p:spTree>
    <p:extLst>
      <p:ext uri="{BB962C8B-B14F-4D97-AF65-F5344CB8AC3E}">
        <p14:creationId xmlns:p14="http://schemas.microsoft.com/office/powerpoint/2010/main" val="7424774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8158C-1A69-6A20-34C5-2A83044DFD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3CD9D2-A3F5-DCA9-2679-D31A2516B9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63693E-7A29-94AF-2C13-C5A41AC00A16}"/>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5550F49D-5A78-D480-8B5B-EE46F2B954F4}"/>
              </a:ext>
            </a:extLst>
          </p:cNvPr>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56397496-792C-4A41-B5A1-679C774132C4}" type="slidenum">
              <a:rPr kumimoji="0" lang="fr-FR"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88</a:t>
            </a:fld>
            <a:endParaRPr kumimoji="0" lang="fr-FR"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3603254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BD79E-7E3B-87E7-F4F4-EB58FCA1F4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FC342E-C6EC-9AB6-D8FE-703D79CE0C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2BCEC3-94D0-9616-9323-53511999A4E8}"/>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EA9DEF91-96B1-7D40-21AB-DFE6E55691C6}"/>
              </a:ext>
            </a:extLst>
          </p:cNvPr>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56397496-792C-4A41-B5A1-679C774132C4}" type="slidenum">
              <a:rPr kumimoji="0" lang="fr-FR"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89</a:t>
            </a:fld>
            <a:endParaRPr kumimoji="0" lang="fr-FR"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41788512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224A3-DD31-12EF-E58D-4A24F28F16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DD59A0-4FA0-1C6B-40EC-45E2C91B15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C569AB-AB75-23B4-D4EC-0F50EC7D1F32}"/>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FEDA8EDD-8B41-576A-885C-335E5A0A9D6C}"/>
              </a:ext>
            </a:extLst>
          </p:cNvPr>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56397496-792C-4A41-B5A1-679C774132C4}" type="slidenum">
              <a:rPr kumimoji="0" lang="fr-FR"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90</a:t>
            </a:fld>
            <a:endParaRPr kumimoji="0" lang="fr-FR"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4572889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AD896-D72C-DF10-1040-303263FA45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CF43D0-D6C1-01E0-60A7-C983FD8BC2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8A09D9-0974-8E40-D642-79C533B9E0F2}"/>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07A32E50-ADAC-D569-4A69-C9EACBF3EA1D}"/>
              </a:ext>
            </a:extLst>
          </p:cNvPr>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56397496-792C-4A41-B5A1-679C774132C4}" type="slidenum">
              <a:rPr kumimoji="0" lang="fr-FR"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91</a:t>
            </a:fld>
            <a:endParaRPr kumimoji="0" lang="fr-FR"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40224963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9CA5C-4B33-4A14-7D4E-90618EB971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BD5AB4-58D6-2BE6-7C46-05E13A0C9A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983503-E5C3-076C-ECBF-A8392A32CDEF}"/>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2D1ABE26-5AF0-D5D8-FD49-4C680E1E2AAF}"/>
              </a:ext>
            </a:extLst>
          </p:cNvPr>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56397496-792C-4A41-B5A1-679C774132C4}" type="slidenum">
              <a:rPr kumimoji="0" lang="fr-FR"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94</a:t>
            </a:fld>
            <a:endParaRPr kumimoji="0" lang="fr-FR"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3089336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A4F07-B972-E531-F88F-9CFC27E593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B8DCC5-9491-D5CC-C38D-3631A0DE6C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0E68A1-3AB4-6168-9DC0-F9F3A94792DB}"/>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12145289-649B-66B8-20E6-F0A4D5F01A7F}"/>
              </a:ext>
            </a:extLst>
          </p:cNvPr>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56397496-792C-4A41-B5A1-679C774132C4}" type="slidenum">
              <a:rPr kumimoji="0" lang="fr-FR"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95</a:t>
            </a:fld>
            <a:endParaRPr kumimoji="0" lang="fr-FR"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6950568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981B5-91D9-34B8-294E-E0D586238E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99A6E3-523E-8568-92E1-ED70DF6BA9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BF77E4-F4F0-6EE2-6240-0EDC7B0201EA}"/>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DA7DD8AC-8069-73E0-1EA5-5012A2AF1451}"/>
              </a:ext>
            </a:extLst>
          </p:cNvPr>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56397496-792C-4A41-B5A1-679C774132C4}" type="slidenum">
              <a:rPr kumimoji="0" lang="fr-FR"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96</a:t>
            </a:fld>
            <a:endParaRPr kumimoji="0" lang="fr-FR"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3831014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DF668-C9DB-B86A-813C-238F214D26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332645-3354-6E86-97C3-BF4AE253D7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2E1241-D643-C8B8-152C-0BB24DE648C3}"/>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CB07136E-3E07-42EF-A9B5-583E0AA7A17C}"/>
              </a:ext>
            </a:extLst>
          </p:cNvPr>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56397496-792C-4A41-B5A1-679C774132C4}" type="slidenum">
              <a:rPr kumimoji="0" lang="fr-FR"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97</a:t>
            </a:fld>
            <a:endParaRPr kumimoji="0" lang="fr-FR"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8687760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4885055" cy="7092315"/>
          </a:xfrm>
          <a:custGeom>
            <a:avLst/>
            <a:gdLst/>
            <a:ahLst/>
            <a:cxnLst/>
            <a:rect l="l" t="t" r="r" b="b"/>
            <a:pathLst>
              <a:path w="4885055" h="7092315">
                <a:moveTo>
                  <a:pt x="0" y="0"/>
                </a:moveTo>
                <a:lnTo>
                  <a:pt x="4885024" y="0"/>
                </a:lnTo>
                <a:lnTo>
                  <a:pt x="4885024" y="7091953"/>
                </a:lnTo>
                <a:lnTo>
                  <a:pt x="0" y="7091953"/>
                </a:lnTo>
                <a:lnTo>
                  <a:pt x="0" y="0"/>
                </a:lnTo>
                <a:close/>
              </a:path>
            </a:pathLst>
          </a:custGeom>
          <a:solidFill>
            <a:srgbClr val="31859B"/>
          </a:solidFill>
        </p:spPr>
        <p:txBody>
          <a:bodyPr wrap="square" lIns="0" tIns="0" rIns="0" bIns="0" rtlCol="0"/>
          <a:lstStyle/>
          <a:p>
            <a:endParaRPr/>
          </a:p>
        </p:txBody>
      </p:sp>
      <p:sp>
        <p:nvSpPr>
          <p:cNvPr id="17" name="bg object 17"/>
          <p:cNvSpPr/>
          <p:nvPr/>
        </p:nvSpPr>
        <p:spPr>
          <a:xfrm>
            <a:off x="534432" y="359258"/>
            <a:ext cx="2153285" cy="2153285"/>
          </a:xfrm>
          <a:custGeom>
            <a:avLst/>
            <a:gdLst/>
            <a:ahLst/>
            <a:cxnLst/>
            <a:rect l="l" t="t" r="r" b="b"/>
            <a:pathLst>
              <a:path w="2153285" h="2153285">
                <a:moveTo>
                  <a:pt x="1076625" y="2153251"/>
                </a:moveTo>
                <a:lnTo>
                  <a:pt x="1028668" y="2152202"/>
                </a:lnTo>
                <a:lnTo>
                  <a:pt x="981248" y="2149085"/>
                </a:lnTo>
                <a:lnTo>
                  <a:pt x="934409" y="2143942"/>
                </a:lnTo>
                <a:lnTo>
                  <a:pt x="888195" y="2136818"/>
                </a:lnTo>
                <a:lnTo>
                  <a:pt x="842649" y="2127756"/>
                </a:lnTo>
                <a:lnTo>
                  <a:pt x="797816" y="2116800"/>
                </a:lnTo>
                <a:lnTo>
                  <a:pt x="753738" y="2103995"/>
                </a:lnTo>
                <a:lnTo>
                  <a:pt x="710460" y="2089383"/>
                </a:lnTo>
                <a:lnTo>
                  <a:pt x="668026" y="2073009"/>
                </a:lnTo>
                <a:lnTo>
                  <a:pt x="626479" y="2054916"/>
                </a:lnTo>
                <a:lnTo>
                  <a:pt x="585863" y="2035148"/>
                </a:lnTo>
                <a:lnTo>
                  <a:pt x="546221" y="2013748"/>
                </a:lnTo>
                <a:lnTo>
                  <a:pt x="507599" y="1990762"/>
                </a:lnTo>
                <a:lnTo>
                  <a:pt x="470038" y="1966231"/>
                </a:lnTo>
                <a:lnTo>
                  <a:pt x="433584" y="1940201"/>
                </a:lnTo>
                <a:lnTo>
                  <a:pt x="398279" y="1912715"/>
                </a:lnTo>
                <a:lnTo>
                  <a:pt x="364169" y="1883816"/>
                </a:lnTo>
                <a:lnTo>
                  <a:pt x="331295" y="1853548"/>
                </a:lnTo>
                <a:lnTo>
                  <a:pt x="299703" y="1821956"/>
                </a:lnTo>
                <a:lnTo>
                  <a:pt x="269435" y="1789082"/>
                </a:lnTo>
                <a:lnTo>
                  <a:pt x="240536" y="1754972"/>
                </a:lnTo>
                <a:lnTo>
                  <a:pt x="213050" y="1719667"/>
                </a:lnTo>
                <a:lnTo>
                  <a:pt x="187020" y="1683213"/>
                </a:lnTo>
                <a:lnTo>
                  <a:pt x="162489" y="1645652"/>
                </a:lnTo>
                <a:lnTo>
                  <a:pt x="139503" y="1607030"/>
                </a:lnTo>
                <a:lnTo>
                  <a:pt x="118103" y="1567388"/>
                </a:lnTo>
                <a:lnTo>
                  <a:pt x="98335" y="1526772"/>
                </a:lnTo>
                <a:lnTo>
                  <a:pt x="80242" y="1485225"/>
                </a:lnTo>
                <a:lnTo>
                  <a:pt x="63868" y="1442791"/>
                </a:lnTo>
                <a:lnTo>
                  <a:pt x="49256" y="1399513"/>
                </a:lnTo>
                <a:lnTo>
                  <a:pt x="36451" y="1355435"/>
                </a:lnTo>
                <a:lnTo>
                  <a:pt x="25495" y="1310602"/>
                </a:lnTo>
                <a:lnTo>
                  <a:pt x="16433" y="1265056"/>
                </a:lnTo>
                <a:lnTo>
                  <a:pt x="9309" y="1218842"/>
                </a:lnTo>
                <a:lnTo>
                  <a:pt x="4166" y="1172003"/>
                </a:lnTo>
                <a:lnTo>
                  <a:pt x="1048" y="1124583"/>
                </a:lnTo>
                <a:lnTo>
                  <a:pt x="0" y="1076625"/>
                </a:lnTo>
                <a:lnTo>
                  <a:pt x="1048" y="1028668"/>
                </a:lnTo>
                <a:lnTo>
                  <a:pt x="4166" y="981248"/>
                </a:lnTo>
                <a:lnTo>
                  <a:pt x="9309" y="934409"/>
                </a:lnTo>
                <a:lnTo>
                  <a:pt x="16433" y="888195"/>
                </a:lnTo>
                <a:lnTo>
                  <a:pt x="25495" y="842649"/>
                </a:lnTo>
                <a:lnTo>
                  <a:pt x="36451" y="797816"/>
                </a:lnTo>
                <a:lnTo>
                  <a:pt x="49256" y="753738"/>
                </a:lnTo>
                <a:lnTo>
                  <a:pt x="63868" y="710460"/>
                </a:lnTo>
                <a:lnTo>
                  <a:pt x="80242" y="668026"/>
                </a:lnTo>
                <a:lnTo>
                  <a:pt x="98335" y="626479"/>
                </a:lnTo>
                <a:lnTo>
                  <a:pt x="118103" y="585863"/>
                </a:lnTo>
                <a:lnTo>
                  <a:pt x="139503" y="546221"/>
                </a:lnTo>
                <a:lnTo>
                  <a:pt x="162489" y="507599"/>
                </a:lnTo>
                <a:lnTo>
                  <a:pt x="187020" y="470038"/>
                </a:lnTo>
                <a:lnTo>
                  <a:pt x="213050" y="433584"/>
                </a:lnTo>
                <a:lnTo>
                  <a:pt x="240536" y="398279"/>
                </a:lnTo>
                <a:lnTo>
                  <a:pt x="269435" y="364169"/>
                </a:lnTo>
                <a:lnTo>
                  <a:pt x="299703" y="331295"/>
                </a:lnTo>
                <a:lnTo>
                  <a:pt x="331295" y="299703"/>
                </a:lnTo>
                <a:lnTo>
                  <a:pt x="364169" y="269435"/>
                </a:lnTo>
                <a:lnTo>
                  <a:pt x="398279" y="240536"/>
                </a:lnTo>
                <a:lnTo>
                  <a:pt x="433584" y="213050"/>
                </a:lnTo>
                <a:lnTo>
                  <a:pt x="470038" y="187020"/>
                </a:lnTo>
                <a:lnTo>
                  <a:pt x="507599" y="162489"/>
                </a:lnTo>
                <a:lnTo>
                  <a:pt x="546221" y="139503"/>
                </a:lnTo>
                <a:lnTo>
                  <a:pt x="585863" y="118103"/>
                </a:lnTo>
                <a:lnTo>
                  <a:pt x="626479" y="98335"/>
                </a:lnTo>
                <a:lnTo>
                  <a:pt x="668026" y="80242"/>
                </a:lnTo>
                <a:lnTo>
                  <a:pt x="710460" y="63868"/>
                </a:lnTo>
                <a:lnTo>
                  <a:pt x="753738" y="49256"/>
                </a:lnTo>
                <a:lnTo>
                  <a:pt x="797816" y="36451"/>
                </a:lnTo>
                <a:lnTo>
                  <a:pt x="842649" y="25495"/>
                </a:lnTo>
                <a:lnTo>
                  <a:pt x="888195" y="16433"/>
                </a:lnTo>
                <a:lnTo>
                  <a:pt x="934409" y="9309"/>
                </a:lnTo>
                <a:lnTo>
                  <a:pt x="981248" y="4166"/>
                </a:lnTo>
                <a:lnTo>
                  <a:pt x="1028668" y="1048"/>
                </a:lnTo>
                <a:lnTo>
                  <a:pt x="1076625" y="0"/>
                </a:lnTo>
                <a:lnTo>
                  <a:pt x="1126881" y="1172"/>
                </a:lnTo>
                <a:lnTo>
                  <a:pt x="1176820" y="4669"/>
                </a:lnTo>
                <a:lnTo>
                  <a:pt x="1226370" y="10460"/>
                </a:lnTo>
                <a:lnTo>
                  <a:pt x="1275455" y="18514"/>
                </a:lnTo>
                <a:lnTo>
                  <a:pt x="1324004" y="28801"/>
                </a:lnTo>
                <a:lnTo>
                  <a:pt x="1371942" y="41291"/>
                </a:lnTo>
                <a:lnTo>
                  <a:pt x="1419196" y="55954"/>
                </a:lnTo>
                <a:lnTo>
                  <a:pt x="1465692" y="72757"/>
                </a:lnTo>
                <a:lnTo>
                  <a:pt x="1511356" y="91672"/>
                </a:lnTo>
                <a:lnTo>
                  <a:pt x="1556116" y="112668"/>
                </a:lnTo>
                <a:lnTo>
                  <a:pt x="1599897" y="135714"/>
                </a:lnTo>
                <a:lnTo>
                  <a:pt x="1642626" y="160779"/>
                </a:lnTo>
                <a:lnTo>
                  <a:pt x="1684229" y="187834"/>
                </a:lnTo>
                <a:lnTo>
                  <a:pt x="1724634" y="216847"/>
                </a:lnTo>
                <a:lnTo>
                  <a:pt x="1763765" y="247789"/>
                </a:lnTo>
                <a:lnTo>
                  <a:pt x="1801550" y="280629"/>
                </a:lnTo>
                <a:lnTo>
                  <a:pt x="1837915" y="315336"/>
                </a:lnTo>
                <a:lnTo>
                  <a:pt x="1872622" y="351701"/>
                </a:lnTo>
                <a:lnTo>
                  <a:pt x="1905462" y="389486"/>
                </a:lnTo>
                <a:lnTo>
                  <a:pt x="1936404" y="428617"/>
                </a:lnTo>
                <a:lnTo>
                  <a:pt x="1965417" y="469022"/>
                </a:lnTo>
                <a:lnTo>
                  <a:pt x="1992472" y="510625"/>
                </a:lnTo>
                <a:lnTo>
                  <a:pt x="2017537" y="553354"/>
                </a:lnTo>
                <a:lnTo>
                  <a:pt x="2040583" y="597135"/>
                </a:lnTo>
                <a:lnTo>
                  <a:pt x="2061579" y="641895"/>
                </a:lnTo>
                <a:lnTo>
                  <a:pt x="2080494" y="687559"/>
                </a:lnTo>
                <a:lnTo>
                  <a:pt x="2097297" y="734055"/>
                </a:lnTo>
                <a:lnTo>
                  <a:pt x="2111960" y="781309"/>
                </a:lnTo>
                <a:lnTo>
                  <a:pt x="2124450" y="829247"/>
                </a:lnTo>
                <a:lnTo>
                  <a:pt x="2134737" y="877796"/>
                </a:lnTo>
                <a:lnTo>
                  <a:pt x="2142791" y="926881"/>
                </a:lnTo>
                <a:lnTo>
                  <a:pt x="2148582" y="976431"/>
                </a:lnTo>
                <a:lnTo>
                  <a:pt x="2152079" y="1026370"/>
                </a:lnTo>
                <a:lnTo>
                  <a:pt x="2153251" y="1076625"/>
                </a:lnTo>
                <a:lnTo>
                  <a:pt x="2152202" y="1124583"/>
                </a:lnTo>
                <a:lnTo>
                  <a:pt x="2149085" y="1172003"/>
                </a:lnTo>
                <a:lnTo>
                  <a:pt x="2143942" y="1218842"/>
                </a:lnTo>
                <a:lnTo>
                  <a:pt x="2136818" y="1265056"/>
                </a:lnTo>
                <a:lnTo>
                  <a:pt x="2127756" y="1310602"/>
                </a:lnTo>
                <a:lnTo>
                  <a:pt x="2116800" y="1355435"/>
                </a:lnTo>
                <a:lnTo>
                  <a:pt x="2103995" y="1399513"/>
                </a:lnTo>
                <a:lnTo>
                  <a:pt x="2089383" y="1442791"/>
                </a:lnTo>
                <a:lnTo>
                  <a:pt x="2073009" y="1485225"/>
                </a:lnTo>
                <a:lnTo>
                  <a:pt x="2054916" y="1526772"/>
                </a:lnTo>
                <a:lnTo>
                  <a:pt x="2035148" y="1567388"/>
                </a:lnTo>
                <a:lnTo>
                  <a:pt x="2013748" y="1607030"/>
                </a:lnTo>
                <a:lnTo>
                  <a:pt x="1990762" y="1645652"/>
                </a:lnTo>
                <a:lnTo>
                  <a:pt x="1966231" y="1683213"/>
                </a:lnTo>
                <a:lnTo>
                  <a:pt x="1940201" y="1719667"/>
                </a:lnTo>
                <a:lnTo>
                  <a:pt x="1912715" y="1754972"/>
                </a:lnTo>
                <a:lnTo>
                  <a:pt x="1883816" y="1789082"/>
                </a:lnTo>
                <a:lnTo>
                  <a:pt x="1853548" y="1821956"/>
                </a:lnTo>
                <a:lnTo>
                  <a:pt x="1821956" y="1853548"/>
                </a:lnTo>
                <a:lnTo>
                  <a:pt x="1789082" y="1883816"/>
                </a:lnTo>
                <a:lnTo>
                  <a:pt x="1754972" y="1912715"/>
                </a:lnTo>
                <a:lnTo>
                  <a:pt x="1719667" y="1940201"/>
                </a:lnTo>
                <a:lnTo>
                  <a:pt x="1683213" y="1966231"/>
                </a:lnTo>
                <a:lnTo>
                  <a:pt x="1645652" y="1990762"/>
                </a:lnTo>
                <a:lnTo>
                  <a:pt x="1607030" y="2013748"/>
                </a:lnTo>
                <a:lnTo>
                  <a:pt x="1567388" y="2035148"/>
                </a:lnTo>
                <a:lnTo>
                  <a:pt x="1526772" y="2054916"/>
                </a:lnTo>
                <a:lnTo>
                  <a:pt x="1485225" y="2073009"/>
                </a:lnTo>
                <a:lnTo>
                  <a:pt x="1442791" y="2089383"/>
                </a:lnTo>
                <a:lnTo>
                  <a:pt x="1399513" y="2103995"/>
                </a:lnTo>
                <a:lnTo>
                  <a:pt x="1355435" y="2116800"/>
                </a:lnTo>
                <a:lnTo>
                  <a:pt x="1310602" y="2127756"/>
                </a:lnTo>
                <a:lnTo>
                  <a:pt x="1265056" y="2136818"/>
                </a:lnTo>
                <a:lnTo>
                  <a:pt x="1218842" y="2143942"/>
                </a:lnTo>
                <a:lnTo>
                  <a:pt x="1172003" y="2149085"/>
                </a:lnTo>
                <a:lnTo>
                  <a:pt x="1124583" y="2152202"/>
                </a:lnTo>
                <a:lnTo>
                  <a:pt x="1076625" y="2153251"/>
                </a:lnTo>
                <a:close/>
              </a:path>
            </a:pathLst>
          </a:custGeom>
          <a:solidFill>
            <a:srgbClr val="FFFFFF"/>
          </a:solidFill>
        </p:spPr>
        <p:txBody>
          <a:bodyPr wrap="square" lIns="0" tIns="0" rIns="0" bIns="0" rtlCol="0"/>
          <a:lstStyle/>
          <a:p>
            <a:endParaRPr/>
          </a:p>
        </p:txBody>
      </p:sp>
      <p:sp>
        <p:nvSpPr>
          <p:cNvPr id="18" name="bg object 18"/>
          <p:cNvSpPr/>
          <p:nvPr/>
        </p:nvSpPr>
        <p:spPr>
          <a:xfrm>
            <a:off x="870940" y="702462"/>
            <a:ext cx="1480820" cy="1466850"/>
          </a:xfrm>
          <a:custGeom>
            <a:avLst/>
            <a:gdLst/>
            <a:ahLst/>
            <a:cxnLst/>
            <a:rect l="l" t="t" r="r" b="b"/>
            <a:pathLst>
              <a:path w="1480820" h="1466850">
                <a:moveTo>
                  <a:pt x="1065580" y="401269"/>
                </a:moveTo>
                <a:lnTo>
                  <a:pt x="695528" y="633107"/>
                </a:lnTo>
                <a:lnTo>
                  <a:pt x="650938" y="673239"/>
                </a:lnTo>
                <a:lnTo>
                  <a:pt x="633107" y="731202"/>
                </a:lnTo>
                <a:lnTo>
                  <a:pt x="637565" y="757948"/>
                </a:lnTo>
                <a:lnTo>
                  <a:pt x="668782" y="815911"/>
                </a:lnTo>
                <a:lnTo>
                  <a:pt x="704443" y="838200"/>
                </a:lnTo>
                <a:lnTo>
                  <a:pt x="726732" y="847115"/>
                </a:lnTo>
                <a:lnTo>
                  <a:pt x="749033" y="847115"/>
                </a:lnTo>
                <a:lnTo>
                  <a:pt x="784694" y="842657"/>
                </a:lnTo>
                <a:lnTo>
                  <a:pt x="811453" y="829284"/>
                </a:lnTo>
                <a:lnTo>
                  <a:pt x="833742" y="811453"/>
                </a:lnTo>
                <a:lnTo>
                  <a:pt x="851573" y="784694"/>
                </a:lnTo>
                <a:lnTo>
                  <a:pt x="856030" y="784694"/>
                </a:lnTo>
                <a:lnTo>
                  <a:pt x="1065580" y="401269"/>
                </a:lnTo>
                <a:close/>
              </a:path>
              <a:path w="1480820" h="1466850">
                <a:moveTo>
                  <a:pt x="1217168" y="178346"/>
                </a:moveTo>
                <a:lnTo>
                  <a:pt x="1172591" y="142671"/>
                </a:lnTo>
                <a:lnTo>
                  <a:pt x="1123543" y="107010"/>
                </a:lnTo>
                <a:lnTo>
                  <a:pt x="1016546" y="53505"/>
                </a:lnTo>
                <a:lnTo>
                  <a:pt x="958583" y="31216"/>
                </a:lnTo>
                <a:lnTo>
                  <a:pt x="833742" y="4457"/>
                </a:lnTo>
                <a:lnTo>
                  <a:pt x="771321" y="0"/>
                </a:lnTo>
                <a:lnTo>
                  <a:pt x="771321" y="173888"/>
                </a:lnTo>
                <a:lnTo>
                  <a:pt x="820369" y="182803"/>
                </a:lnTo>
                <a:lnTo>
                  <a:pt x="869403" y="187261"/>
                </a:lnTo>
                <a:lnTo>
                  <a:pt x="913993" y="200634"/>
                </a:lnTo>
                <a:lnTo>
                  <a:pt x="954125" y="214007"/>
                </a:lnTo>
                <a:lnTo>
                  <a:pt x="989787" y="231851"/>
                </a:lnTo>
                <a:lnTo>
                  <a:pt x="1025461" y="254139"/>
                </a:lnTo>
                <a:lnTo>
                  <a:pt x="1087882" y="303187"/>
                </a:lnTo>
                <a:lnTo>
                  <a:pt x="1217168" y="178346"/>
                </a:lnTo>
                <a:close/>
              </a:path>
              <a:path w="1480820" h="1466850">
                <a:moveTo>
                  <a:pt x="1480223" y="766864"/>
                </a:moveTo>
                <a:lnTo>
                  <a:pt x="1301889" y="766864"/>
                </a:lnTo>
                <a:lnTo>
                  <a:pt x="1297432" y="820369"/>
                </a:lnTo>
                <a:lnTo>
                  <a:pt x="1284046" y="873874"/>
                </a:lnTo>
                <a:lnTo>
                  <a:pt x="1270673" y="922909"/>
                </a:lnTo>
                <a:lnTo>
                  <a:pt x="1248384" y="971956"/>
                </a:lnTo>
                <a:lnTo>
                  <a:pt x="1226096" y="1016546"/>
                </a:lnTo>
                <a:lnTo>
                  <a:pt x="1194879" y="1061123"/>
                </a:lnTo>
                <a:lnTo>
                  <a:pt x="1163675" y="1101255"/>
                </a:lnTo>
                <a:lnTo>
                  <a:pt x="1128001" y="1136929"/>
                </a:lnTo>
                <a:lnTo>
                  <a:pt x="1087882" y="1172591"/>
                </a:lnTo>
                <a:lnTo>
                  <a:pt x="1047750" y="1203794"/>
                </a:lnTo>
                <a:lnTo>
                  <a:pt x="1003160" y="1226096"/>
                </a:lnTo>
                <a:lnTo>
                  <a:pt x="954125" y="1248384"/>
                </a:lnTo>
                <a:lnTo>
                  <a:pt x="905078" y="1266215"/>
                </a:lnTo>
                <a:lnTo>
                  <a:pt x="851573" y="1279601"/>
                </a:lnTo>
                <a:lnTo>
                  <a:pt x="798068" y="1288516"/>
                </a:lnTo>
                <a:lnTo>
                  <a:pt x="744575" y="1292974"/>
                </a:lnTo>
                <a:lnTo>
                  <a:pt x="686612" y="1288516"/>
                </a:lnTo>
                <a:lnTo>
                  <a:pt x="633107" y="1279601"/>
                </a:lnTo>
                <a:lnTo>
                  <a:pt x="579602" y="1266215"/>
                </a:lnTo>
                <a:lnTo>
                  <a:pt x="526097" y="1248384"/>
                </a:lnTo>
                <a:lnTo>
                  <a:pt x="428015" y="1194879"/>
                </a:lnTo>
                <a:lnTo>
                  <a:pt x="383425" y="1163675"/>
                </a:lnTo>
                <a:lnTo>
                  <a:pt x="343306" y="1128001"/>
                </a:lnTo>
                <a:lnTo>
                  <a:pt x="307632" y="1087882"/>
                </a:lnTo>
                <a:lnTo>
                  <a:pt x="245211" y="998715"/>
                </a:lnTo>
                <a:lnTo>
                  <a:pt x="222923" y="949667"/>
                </a:lnTo>
                <a:lnTo>
                  <a:pt x="200634" y="896162"/>
                </a:lnTo>
                <a:lnTo>
                  <a:pt x="187261" y="842657"/>
                </a:lnTo>
                <a:lnTo>
                  <a:pt x="178333" y="789165"/>
                </a:lnTo>
                <a:lnTo>
                  <a:pt x="173875" y="731202"/>
                </a:lnTo>
                <a:lnTo>
                  <a:pt x="178333" y="677697"/>
                </a:lnTo>
                <a:lnTo>
                  <a:pt x="187261" y="624192"/>
                </a:lnTo>
                <a:lnTo>
                  <a:pt x="200634" y="575144"/>
                </a:lnTo>
                <a:lnTo>
                  <a:pt x="218465" y="526110"/>
                </a:lnTo>
                <a:lnTo>
                  <a:pt x="240753" y="477062"/>
                </a:lnTo>
                <a:lnTo>
                  <a:pt x="267512" y="432473"/>
                </a:lnTo>
                <a:lnTo>
                  <a:pt x="329933" y="352221"/>
                </a:lnTo>
                <a:lnTo>
                  <a:pt x="365594" y="316560"/>
                </a:lnTo>
                <a:lnTo>
                  <a:pt x="445846" y="254139"/>
                </a:lnTo>
                <a:lnTo>
                  <a:pt x="490435" y="231851"/>
                </a:lnTo>
                <a:lnTo>
                  <a:pt x="539483" y="209550"/>
                </a:lnTo>
                <a:lnTo>
                  <a:pt x="584060" y="191719"/>
                </a:lnTo>
                <a:lnTo>
                  <a:pt x="682155" y="173888"/>
                </a:lnTo>
                <a:lnTo>
                  <a:pt x="682155" y="0"/>
                </a:lnTo>
                <a:lnTo>
                  <a:pt x="610819" y="8915"/>
                </a:lnTo>
                <a:lnTo>
                  <a:pt x="543941" y="22301"/>
                </a:lnTo>
                <a:lnTo>
                  <a:pt x="477062" y="40132"/>
                </a:lnTo>
                <a:lnTo>
                  <a:pt x="414642" y="66878"/>
                </a:lnTo>
                <a:lnTo>
                  <a:pt x="298716" y="138214"/>
                </a:lnTo>
                <a:lnTo>
                  <a:pt x="245211" y="182803"/>
                </a:lnTo>
                <a:lnTo>
                  <a:pt x="196176" y="227380"/>
                </a:lnTo>
                <a:lnTo>
                  <a:pt x="115925" y="334391"/>
                </a:lnTo>
                <a:lnTo>
                  <a:pt x="80251" y="392353"/>
                </a:lnTo>
                <a:lnTo>
                  <a:pt x="53505" y="454774"/>
                </a:lnTo>
                <a:lnTo>
                  <a:pt x="31203" y="521652"/>
                </a:lnTo>
                <a:lnTo>
                  <a:pt x="13373" y="588530"/>
                </a:lnTo>
                <a:lnTo>
                  <a:pt x="4457" y="659866"/>
                </a:lnTo>
                <a:lnTo>
                  <a:pt x="0" y="731202"/>
                </a:lnTo>
                <a:lnTo>
                  <a:pt x="4457" y="806996"/>
                </a:lnTo>
                <a:lnTo>
                  <a:pt x="13373" y="882789"/>
                </a:lnTo>
                <a:lnTo>
                  <a:pt x="57962" y="1016546"/>
                </a:lnTo>
                <a:lnTo>
                  <a:pt x="89166" y="1083424"/>
                </a:lnTo>
                <a:lnTo>
                  <a:pt x="169418" y="1199337"/>
                </a:lnTo>
                <a:lnTo>
                  <a:pt x="218465" y="1252842"/>
                </a:lnTo>
                <a:lnTo>
                  <a:pt x="325475" y="1342009"/>
                </a:lnTo>
                <a:lnTo>
                  <a:pt x="387883" y="1377683"/>
                </a:lnTo>
                <a:lnTo>
                  <a:pt x="454761" y="1408887"/>
                </a:lnTo>
                <a:lnTo>
                  <a:pt x="521639" y="1435646"/>
                </a:lnTo>
                <a:lnTo>
                  <a:pt x="592975" y="1453476"/>
                </a:lnTo>
                <a:lnTo>
                  <a:pt x="664311" y="1462392"/>
                </a:lnTo>
                <a:lnTo>
                  <a:pt x="740117" y="1466850"/>
                </a:lnTo>
                <a:lnTo>
                  <a:pt x="811453" y="1462392"/>
                </a:lnTo>
                <a:lnTo>
                  <a:pt x="882789" y="1453476"/>
                </a:lnTo>
                <a:lnTo>
                  <a:pt x="954125" y="1435646"/>
                </a:lnTo>
                <a:lnTo>
                  <a:pt x="1021003" y="1408887"/>
                </a:lnTo>
                <a:lnTo>
                  <a:pt x="1083411" y="1382141"/>
                </a:lnTo>
                <a:lnTo>
                  <a:pt x="1141374" y="1346479"/>
                </a:lnTo>
                <a:lnTo>
                  <a:pt x="1199337" y="1306347"/>
                </a:lnTo>
                <a:lnTo>
                  <a:pt x="1212710" y="1292974"/>
                </a:lnTo>
                <a:lnTo>
                  <a:pt x="1297432" y="1208265"/>
                </a:lnTo>
                <a:lnTo>
                  <a:pt x="1342009" y="1154760"/>
                </a:lnTo>
                <a:lnTo>
                  <a:pt x="1377683" y="1096797"/>
                </a:lnTo>
                <a:lnTo>
                  <a:pt x="1408887" y="1034376"/>
                </a:lnTo>
                <a:lnTo>
                  <a:pt x="1435646" y="971956"/>
                </a:lnTo>
                <a:lnTo>
                  <a:pt x="1457934" y="905078"/>
                </a:lnTo>
                <a:lnTo>
                  <a:pt x="1471307" y="838200"/>
                </a:lnTo>
                <a:lnTo>
                  <a:pt x="1480223" y="766864"/>
                </a:lnTo>
                <a:close/>
              </a:path>
              <a:path w="1480820" h="1466850">
                <a:moveTo>
                  <a:pt x="1480223" y="677697"/>
                </a:moveTo>
                <a:lnTo>
                  <a:pt x="1471307" y="615276"/>
                </a:lnTo>
                <a:lnTo>
                  <a:pt x="1457934" y="552856"/>
                </a:lnTo>
                <a:lnTo>
                  <a:pt x="1440103" y="494893"/>
                </a:lnTo>
                <a:lnTo>
                  <a:pt x="1417802" y="436930"/>
                </a:lnTo>
                <a:lnTo>
                  <a:pt x="1395514" y="383438"/>
                </a:lnTo>
                <a:lnTo>
                  <a:pt x="1364297" y="334391"/>
                </a:lnTo>
                <a:lnTo>
                  <a:pt x="1328635" y="285343"/>
                </a:lnTo>
                <a:lnTo>
                  <a:pt x="1288503" y="240766"/>
                </a:lnTo>
                <a:lnTo>
                  <a:pt x="1168133" y="365594"/>
                </a:lnTo>
                <a:lnTo>
                  <a:pt x="1194879" y="396811"/>
                </a:lnTo>
                <a:lnTo>
                  <a:pt x="1239469" y="468147"/>
                </a:lnTo>
                <a:lnTo>
                  <a:pt x="1275130" y="548398"/>
                </a:lnTo>
                <a:lnTo>
                  <a:pt x="1288503" y="592988"/>
                </a:lnTo>
                <a:lnTo>
                  <a:pt x="1297432" y="633107"/>
                </a:lnTo>
                <a:lnTo>
                  <a:pt x="1301889" y="677697"/>
                </a:lnTo>
                <a:lnTo>
                  <a:pt x="1480223" y="677697"/>
                </a:lnTo>
                <a:close/>
              </a:path>
            </a:pathLst>
          </a:custGeom>
          <a:solidFill>
            <a:srgbClr val="205867"/>
          </a:solidFill>
        </p:spPr>
        <p:txBody>
          <a:bodyPr wrap="square" lIns="0" tIns="0" rIns="0" bIns="0" rtlCol="0"/>
          <a:lstStyle/>
          <a:p>
            <a:endParaRPr/>
          </a:p>
        </p:txBody>
      </p:sp>
      <p:sp>
        <p:nvSpPr>
          <p:cNvPr id="19" name="bg object 19"/>
          <p:cNvSpPr/>
          <p:nvPr/>
        </p:nvSpPr>
        <p:spPr>
          <a:xfrm>
            <a:off x="4348450" y="667596"/>
            <a:ext cx="1054735" cy="1054735"/>
          </a:xfrm>
          <a:custGeom>
            <a:avLst/>
            <a:gdLst/>
            <a:ahLst/>
            <a:cxnLst/>
            <a:rect l="l" t="t" r="r" b="b"/>
            <a:pathLst>
              <a:path w="1054735" h="1054735">
                <a:moveTo>
                  <a:pt x="527137" y="1054276"/>
                </a:moveTo>
                <a:lnTo>
                  <a:pt x="479157" y="1052121"/>
                </a:lnTo>
                <a:lnTo>
                  <a:pt x="432384" y="1045783"/>
                </a:lnTo>
                <a:lnTo>
                  <a:pt x="387003" y="1035446"/>
                </a:lnTo>
                <a:lnTo>
                  <a:pt x="343202" y="1021296"/>
                </a:lnTo>
                <a:lnTo>
                  <a:pt x="301166" y="1003521"/>
                </a:lnTo>
                <a:lnTo>
                  <a:pt x="261081" y="982306"/>
                </a:lnTo>
                <a:lnTo>
                  <a:pt x="223133" y="957836"/>
                </a:lnTo>
                <a:lnTo>
                  <a:pt x="187509" y="930299"/>
                </a:lnTo>
                <a:lnTo>
                  <a:pt x="154395" y="899880"/>
                </a:lnTo>
                <a:lnTo>
                  <a:pt x="123976" y="866766"/>
                </a:lnTo>
                <a:lnTo>
                  <a:pt x="96439" y="831142"/>
                </a:lnTo>
                <a:lnTo>
                  <a:pt x="71969" y="793194"/>
                </a:lnTo>
                <a:lnTo>
                  <a:pt x="50754" y="753109"/>
                </a:lnTo>
                <a:lnTo>
                  <a:pt x="32979" y="711073"/>
                </a:lnTo>
                <a:lnTo>
                  <a:pt x="18829" y="667272"/>
                </a:lnTo>
                <a:lnTo>
                  <a:pt x="8492" y="621891"/>
                </a:lnTo>
                <a:lnTo>
                  <a:pt x="2154" y="575118"/>
                </a:lnTo>
                <a:lnTo>
                  <a:pt x="0" y="527138"/>
                </a:lnTo>
                <a:lnTo>
                  <a:pt x="2154" y="479157"/>
                </a:lnTo>
                <a:lnTo>
                  <a:pt x="8492" y="432384"/>
                </a:lnTo>
                <a:lnTo>
                  <a:pt x="18829" y="387003"/>
                </a:lnTo>
                <a:lnTo>
                  <a:pt x="32979" y="343202"/>
                </a:lnTo>
                <a:lnTo>
                  <a:pt x="50754" y="301166"/>
                </a:lnTo>
                <a:lnTo>
                  <a:pt x="71969" y="261081"/>
                </a:lnTo>
                <a:lnTo>
                  <a:pt x="96439" y="223133"/>
                </a:lnTo>
                <a:lnTo>
                  <a:pt x="123976" y="187509"/>
                </a:lnTo>
                <a:lnTo>
                  <a:pt x="154395" y="154395"/>
                </a:lnTo>
                <a:lnTo>
                  <a:pt x="187509" y="123976"/>
                </a:lnTo>
                <a:lnTo>
                  <a:pt x="223133" y="96439"/>
                </a:lnTo>
                <a:lnTo>
                  <a:pt x="261081" y="71969"/>
                </a:lnTo>
                <a:lnTo>
                  <a:pt x="301166" y="50754"/>
                </a:lnTo>
                <a:lnTo>
                  <a:pt x="343202" y="32979"/>
                </a:lnTo>
                <a:lnTo>
                  <a:pt x="387003" y="18829"/>
                </a:lnTo>
                <a:lnTo>
                  <a:pt x="432384" y="8492"/>
                </a:lnTo>
                <a:lnTo>
                  <a:pt x="479157" y="2154"/>
                </a:lnTo>
                <a:lnTo>
                  <a:pt x="527137" y="0"/>
                </a:lnTo>
                <a:lnTo>
                  <a:pt x="579239" y="2579"/>
                </a:lnTo>
                <a:lnTo>
                  <a:pt x="630457" y="10222"/>
                </a:lnTo>
                <a:lnTo>
                  <a:pt x="680448" y="22785"/>
                </a:lnTo>
                <a:lnTo>
                  <a:pt x="728865" y="40125"/>
                </a:lnTo>
                <a:lnTo>
                  <a:pt x="775362" y="62100"/>
                </a:lnTo>
                <a:lnTo>
                  <a:pt x="819594" y="88565"/>
                </a:lnTo>
                <a:lnTo>
                  <a:pt x="861215" y="119378"/>
                </a:lnTo>
                <a:lnTo>
                  <a:pt x="899880" y="154395"/>
                </a:lnTo>
                <a:lnTo>
                  <a:pt x="934897" y="193060"/>
                </a:lnTo>
                <a:lnTo>
                  <a:pt x="965710" y="234681"/>
                </a:lnTo>
                <a:lnTo>
                  <a:pt x="992175" y="278913"/>
                </a:lnTo>
                <a:lnTo>
                  <a:pt x="1014149" y="325411"/>
                </a:lnTo>
                <a:lnTo>
                  <a:pt x="1031490" y="373827"/>
                </a:lnTo>
                <a:lnTo>
                  <a:pt x="1044053" y="423818"/>
                </a:lnTo>
                <a:lnTo>
                  <a:pt x="1051696" y="475036"/>
                </a:lnTo>
                <a:lnTo>
                  <a:pt x="1054275" y="527138"/>
                </a:lnTo>
                <a:lnTo>
                  <a:pt x="1052121" y="575118"/>
                </a:lnTo>
                <a:lnTo>
                  <a:pt x="1045782" y="621891"/>
                </a:lnTo>
                <a:lnTo>
                  <a:pt x="1035445" y="667272"/>
                </a:lnTo>
                <a:lnTo>
                  <a:pt x="1021296" y="711073"/>
                </a:lnTo>
                <a:lnTo>
                  <a:pt x="1003521" y="753109"/>
                </a:lnTo>
                <a:lnTo>
                  <a:pt x="982306" y="793194"/>
                </a:lnTo>
                <a:lnTo>
                  <a:pt x="957836" y="831142"/>
                </a:lnTo>
                <a:lnTo>
                  <a:pt x="930299" y="866766"/>
                </a:lnTo>
                <a:lnTo>
                  <a:pt x="899880" y="899880"/>
                </a:lnTo>
                <a:lnTo>
                  <a:pt x="866766" y="930299"/>
                </a:lnTo>
                <a:lnTo>
                  <a:pt x="831142" y="957836"/>
                </a:lnTo>
                <a:lnTo>
                  <a:pt x="793194" y="982306"/>
                </a:lnTo>
                <a:lnTo>
                  <a:pt x="753109" y="1003521"/>
                </a:lnTo>
                <a:lnTo>
                  <a:pt x="711073" y="1021296"/>
                </a:lnTo>
                <a:lnTo>
                  <a:pt x="667272" y="1035446"/>
                </a:lnTo>
                <a:lnTo>
                  <a:pt x="621891" y="1045783"/>
                </a:lnTo>
                <a:lnTo>
                  <a:pt x="575118" y="1052121"/>
                </a:lnTo>
                <a:lnTo>
                  <a:pt x="527137" y="1054276"/>
                </a:lnTo>
                <a:close/>
              </a:path>
            </a:pathLst>
          </a:custGeom>
          <a:solidFill>
            <a:srgbClr val="31859B"/>
          </a:solidFill>
        </p:spPr>
        <p:txBody>
          <a:bodyPr wrap="square" lIns="0" tIns="0" rIns="0" bIns="0" rtlCol="0"/>
          <a:lstStyle/>
          <a:p>
            <a:endParaRPr/>
          </a:p>
        </p:txBody>
      </p:sp>
      <p:sp>
        <p:nvSpPr>
          <p:cNvPr id="20" name="bg object 20"/>
          <p:cNvSpPr/>
          <p:nvPr/>
        </p:nvSpPr>
        <p:spPr>
          <a:xfrm>
            <a:off x="4348450" y="667596"/>
            <a:ext cx="1054735" cy="1054735"/>
          </a:xfrm>
          <a:custGeom>
            <a:avLst/>
            <a:gdLst/>
            <a:ahLst/>
            <a:cxnLst/>
            <a:rect l="l" t="t" r="r" b="b"/>
            <a:pathLst>
              <a:path w="1054735" h="1054735">
                <a:moveTo>
                  <a:pt x="0" y="527138"/>
                </a:moveTo>
                <a:lnTo>
                  <a:pt x="2154" y="479157"/>
                </a:lnTo>
                <a:lnTo>
                  <a:pt x="8492" y="432384"/>
                </a:lnTo>
                <a:lnTo>
                  <a:pt x="18829" y="387003"/>
                </a:lnTo>
                <a:lnTo>
                  <a:pt x="32979" y="343202"/>
                </a:lnTo>
                <a:lnTo>
                  <a:pt x="50754" y="301166"/>
                </a:lnTo>
                <a:lnTo>
                  <a:pt x="71969" y="261081"/>
                </a:lnTo>
                <a:lnTo>
                  <a:pt x="96439" y="223133"/>
                </a:lnTo>
                <a:lnTo>
                  <a:pt x="123976" y="187509"/>
                </a:lnTo>
                <a:lnTo>
                  <a:pt x="154395" y="154395"/>
                </a:lnTo>
                <a:lnTo>
                  <a:pt x="187509" y="123976"/>
                </a:lnTo>
                <a:lnTo>
                  <a:pt x="223133" y="96439"/>
                </a:lnTo>
                <a:lnTo>
                  <a:pt x="261081" y="71969"/>
                </a:lnTo>
                <a:lnTo>
                  <a:pt x="301166" y="50754"/>
                </a:lnTo>
                <a:lnTo>
                  <a:pt x="343202" y="32979"/>
                </a:lnTo>
                <a:lnTo>
                  <a:pt x="387003" y="18829"/>
                </a:lnTo>
                <a:lnTo>
                  <a:pt x="432384" y="8492"/>
                </a:lnTo>
                <a:lnTo>
                  <a:pt x="479157" y="2154"/>
                </a:lnTo>
                <a:lnTo>
                  <a:pt x="527137" y="0"/>
                </a:lnTo>
                <a:lnTo>
                  <a:pt x="579239" y="2579"/>
                </a:lnTo>
                <a:lnTo>
                  <a:pt x="630457" y="10222"/>
                </a:lnTo>
                <a:lnTo>
                  <a:pt x="680448" y="22785"/>
                </a:lnTo>
                <a:lnTo>
                  <a:pt x="728865" y="40125"/>
                </a:lnTo>
                <a:lnTo>
                  <a:pt x="775362" y="62100"/>
                </a:lnTo>
                <a:lnTo>
                  <a:pt x="819594" y="88565"/>
                </a:lnTo>
                <a:lnTo>
                  <a:pt x="861215" y="119378"/>
                </a:lnTo>
                <a:lnTo>
                  <a:pt x="899880" y="154395"/>
                </a:lnTo>
                <a:lnTo>
                  <a:pt x="934897" y="193060"/>
                </a:lnTo>
                <a:lnTo>
                  <a:pt x="965710" y="234681"/>
                </a:lnTo>
                <a:lnTo>
                  <a:pt x="992175" y="278913"/>
                </a:lnTo>
                <a:lnTo>
                  <a:pt x="1014149" y="325411"/>
                </a:lnTo>
                <a:lnTo>
                  <a:pt x="1031490" y="373827"/>
                </a:lnTo>
                <a:lnTo>
                  <a:pt x="1044053" y="423818"/>
                </a:lnTo>
                <a:lnTo>
                  <a:pt x="1051696" y="475036"/>
                </a:lnTo>
                <a:lnTo>
                  <a:pt x="1054275" y="527138"/>
                </a:lnTo>
                <a:lnTo>
                  <a:pt x="1052121" y="575118"/>
                </a:lnTo>
                <a:lnTo>
                  <a:pt x="1045782" y="621891"/>
                </a:lnTo>
                <a:lnTo>
                  <a:pt x="1035445" y="667272"/>
                </a:lnTo>
                <a:lnTo>
                  <a:pt x="1021296" y="711073"/>
                </a:lnTo>
                <a:lnTo>
                  <a:pt x="1003521" y="753109"/>
                </a:lnTo>
                <a:lnTo>
                  <a:pt x="982306" y="793194"/>
                </a:lnTo>
                <a:lnTo>
                  <a:pt x="957836" y="831142"/>
                </a:lnTo>
                <a:lnTo>
                  <a:pt x="930299" y="866766"/>
                </a:lnTo>
                <a:lnTo>
                  <a:pt x="899880" y="899880"/>
                </a:lnTo>
                <a:lnTo>
                  <a:pt x="866766" y="930299"/>
                </a:lnTo>
                <a:lnTo>
                  <a:pt x="831142" y="957836"/>
                </a:lnTo>
                <a:lnTo>
                  <a:pt x="793194" y="982306"/>
                </a:lnTo>
                <a:lnTo>
                  <a:pt x="753109" y="1003521"/>
                </a:lnTo>
                <a:lnTo>
                  <a:pt x="711073" y="1021296"/>
                </a:lnTo>
                <a:lnTo>
                  <a:pt x="667272" y="1035446"/>
                </a:lnTo>
                <a:lnTo>
                  <a:pt x="621891" y="1045783"/>
                </a:lnTo>
                <a:lnTo>
                  <a:pt x="575118" y="1052121"/>
                </a:lnTo>
                <a:lnTo>
                  <a:pt x="527137" y="1054276"/>
                </a:lnTo>
                <a:lnTo>
                  <a:pt x="479157" y="1052121"/>
                </a:lnTo>
                <a:lnTo>
                  <a:pt x="432384" y="1045783"/>
                </a:lnTo>
                <a:lnTo>
                  <a:pt x="387003" y="1035446"/>
                </a:lnTo>
                <a:lnTo>
                  <a:pt x="343202" y="1021296"/>
                </a:lnTo>
                <a:lnTo>
                  <a:pt x="301166" y="1003521"/>
                </a:lnTo>
                <a:lnTo>
                  <a:pt x="261081" y="982306"/>
                </a:lnTo>
                <a:lnTo>
                  <a:pt x="223133" y="957836"/>
                </a:lnTo>
                <a:lnTo>
                  <a:pt x="187509" y="930299"/>
                </a:lnTo>
                <a:lnTo>
                  <a:pt x="154395" y="899880"/>
                </a:lnTo>
                <a:lnTo>
                  <a:pt x="123976" y="866766"/>
                </a:lnTo>
                <a:lnTo>
                  <a:pt x="96439" y="831142"/>
                </a:lnTo>
                <a:lnTo>
                  <a:pt x="71969" y="793194"/>
                </a:lnTo>
                <a:lnTo>
                  <a:pt x="50754" y="753109"/>
                </a:lnTo>
                <a:lnTo>
                  <a:pt x="32979" y="711073"/>
                </a:lnTo>
                <a:lnTo>
                  <a:pt x="18829" y="667272"/>
                </a:lnTo>
                <a:lnTo>
                  <a:pt x="8492" y="621891"/>
                </a:lnTo>
                <a:lnTo>
                  <a:pt x="2154" y="575118"/>
                </a:lnTo>
                <a:lnTo>
                  <a:pt x="0" y="527138"/>
                </a:lnTo>
                <a:close/>
              </a:path>
            </a:pathLst>
          </a:custGeom>
          <a:ln w="57149">
            <a:solidFill>
              <a:srgbClr val="FFFFFF"/>
            </a:solidFill>
          </a:ln>
        </p:spPr>
        <p:txBody>
          <a:bodyPr wrap="square" lIns="0" tIns="0" rIns="0" bIns="0" rtlCol="0"/>
          <a:lstStyle/>
          <a:p>
            <a:endParaRPr/>
          </a:p>
        </p:txBody>
      </p:sp>
      <p:sp>
        <p:nvSpPr>
          <p:cNvPr id="21" name="bg object 21"/>
          <p:cNvSpPr/>
          <p:nvPr/>
        </p:nvSpPr>
        <p:spPr>
          <a:xfrm>
            <a:off x="4660872" y="880204"/>
            <a:ext cx="427990" cy="664210"/>
          </a:xfrm>
          <a:custGeom>
            <a:avLst/>
            <a:gdLst/>
            <a:ahLst/>
            <a:cxnLst/>
            <a:rect l="l" t="t" r="r" b="b"/>
            <a:pathLst>
              <a:path w="427989" h="664210">
                <a:moveTo>
                  <a:pt x="121754" y="202923"/>
                </a:moveTo>
                <a:lnTo>
                  <a:pt x="0" y="202923"/>
                </a:lnTo>
                <a:lnTo>
                  <a:pt x="1844" y="173407"/>
                </a:lnTo>
                <a:lnTo>
                  <a:pt x="14757" y="121754"/>
                </a:lnTo>
                <a:lnTo>
                  <a:pt x="35050" y="79324"/>
                </a:lnTo>
                <a:lnTo>
                  <a:pt x="64566" y="46119"/>
                </a:lnTo>
                <a:lnTo>
                  <a:pt x="95927" y="23981"/>
                </a:lnTo>
                <a:lnTo>
                  <a:pt x="140201" y="7379"/>
                </a:lnTo>
                <a:lnTo>
                  <a:pt x="206612" y="0"/>
                </a:lnTo>
                <a:lnTo>
                  <a:pt x="230595" y="0"/>
                </a:lnTo>
                <a:lnTo>
                  <a:pt x="273024" y="5534"/>
                </a:lnTo>
                <a:lnTo>
                  <a:pt x="313609" y="18447"/>
                </a:lnTo>
                <a:lnTo>
                  <a:pt x="348659" y="35050"/>
                </a:lnTo>
                <a:lnTo>
                  <a:pt x="380020" y="57187"/>
                </a:lnTo>
                <a:lnTo>
                  <a:pt x="411381" y="101461"/>
                </a:lnTo>
                <a:lnTo>
                  <a:pt x="212147" y="101461"/>
                </a:lnTo>
                <a:lnTo>
                  <a:pt x="188165" y="105151"/>
                </a:lnTo>
                <a:lnTo>
                  <a:pt x="147580" y="127288"/>
                </a:lnTo>
                <a:lnTo>
                  <a:pt x="127288" y="167873"/>
                </a:lnTo>
                <a:lnTo>
                  <a:pt x="123598" y="184476"/>
                </a:lnTo>
                <a:lnTo>
                  <a:pt x="121754" y="202923"/>
                </a:lnTo>
                <a:close/>
              </a:path>
              <a:path w="427989" h="664210">
                <a:moveTo>
                  <a:pt x="245353" y="440898"/>
                </a:moveTo>
                <a:lnTo>
                  <a:pt x="151270" y="440898"/>
                </a:lnTo>
                <a:lnTo>
                  <a:pt x="143891" y="439053"/>
                </a:lnTo>
                <a:lnTo>
                  <a:pt x="140201" y="437209"/>
                </a:lnTo>
                <a:lnTo>
                  <a:pt x="138356" y="433519"/>
                </a:lnTo>
                <a:lnTo>
                  <a:pt x="138472" y="429829"/>
                </a:lnTo>
                <a:lnTo>
                  <a:pt x="143891" y="376331"/>
                </a:lnTo>
                <a:lnTo>
                  <a:pt x="158649" y="339436"/>
                </a:lnTo>
                <a:lnTo>
                  <a:pt x="217681" y="287783"/>
                </a:lnTo>
                <a:lnTo>
                  <a:pt x="254577" y="261956"/>
                </a:lnTo>
                <a:lnTo>
                  <a:pt x="267490" y="250887"/>
                </a:lnTo>
                <a:lnTo>
                  <a:pt x="293316" y="213992"/>
                </a:lnTo>
                <a:lnTo>
                  <a:pt x="298851" y="186321"/>
                </a:lnTo>
                <a:lnTo>
                  <a:pt x="297006" y="171563"/>
                </a:lnTo>
                <a:lnTo>
                  <a:pt x="280403" y="129133"/>
                </a:lnTo>
                <a:lnTo>
                  <a:pt x="234284" y="103306"/>
                </a:lnTo>
                <a:lnTo>
                  <a:pt x="212147" y="101461"/>
                </a:lnTo>
                <a:lnTo>
                  <a:pt x="411381" y="101461"/>
                </a:lnTo>
                <a:lnTo>
                  <a:pt x="418761" y="119909"/>
                </a:lnTo>
                <a:lnTo>
                  <a:pt x="424295" y="138357"/>
                </a:lnTo>
                <a:lnTo>
                  <a:pt x="426139" y="158649"/>
                </a:lnTo>
                <a:lnTo>
                  <a:pt x="427984" y="180786"/>
                </a:lnTo>
                <a:lnTo>
                  <a:pt x="427984" y="193700"/>
                </a:lnTo>
                <a:lnTo>
                  <a:pt x="409537" y="252732"/>
                </a:lnTo>
                <a:lnTo>
                  <a:pt x="387400" y="284093"/>
                </a:lnTo>
                <a:lnTo>
                  <a:pt x="332057" y="330212"/>
                </a:lnTo>
                <a:lnTo>
                  <a:pt x="285937" y="363418"/>
                </a:lnTo>
                <a:lnTo>
                  <a:pt x="267490" y="385555"/>
                </a:lnTo>
                <a:lnTo>
                  <a:pt x="261955" y="398468"/>
                </a:lnTo>
                <a:lnTo>
                  <a:pt x="258266" y="411382"/>
                </a:lnTo>
                <a:lnTo>
                  <a:pt x="256421" y="429829"/>
                </a:lnTo>
                <a:lnTo>
                  <a:pt x="256421" y="433519"/>
                </a:lnTo>
                <a:lnTo>
                  <a:pt x="254577" y="437209"/>
                </a:lnTo>
                <a:lnTo>
                  <a:pt x="250887" y="439053"/>
                </a:lnTo>
                <a:lnTo>
                  <a:pt x="245353" y="440898"/>
                </a:lnTo>
                <a:close/>
              </a:path>
              <a:path w="427989" h="664210">
                <a:moveTo>
                  <a:pt x="199234" y="664114"/>
                </a:moveTo>
                <a:lnTo>
                  <a:pt x="158649" y="651201"/>
                </a:lnTo>
                <a:lnTo>
                  <a:pt x="130977" y="617995"/>
                </a:lnTo>
                <a:lnTo>
                  <a:pt x="127288" y="603237"/>
                </a:lnTo>
                <a:lnTo>
                  <a:pt x="127288" y="586634"/>
                </a:lnTo>
                <a:lnTo>
                  <a:pt x="140201" y="544205"/>
                </a:lnTo>
                <a:lnTo>
                  <a:pt x="175252" y="518378"/>
                </a:lnTo>
                <a:lnTo>
                  <a:pt x="204768" y="512844"/>
                </a:lnTo>
                <a:lnTo>
                  <a:pt x="219526" y="514689"/>
                </a:lnTo>
                <a:lnTo>
                  <a:pt x="258266" y="534981"/>
                </a:lnTo>
                <a:lnTo>
                  <a:pt x="278559" y="575566"/>
                </a:lnTo>
                <a:lnTo>
                  <a:pt x="278559" y="592169"/>
                </a:lnTo>
                <a:lnTo>
                  <a:pt x="265645" y="634598"/>
                </a:lnTo>
                <a:lnTo>
                  <a:pt x="230595" y="660425"/>
                </a:lnTo>
                <a:lnTo>
                  <a:pt x="199234" y="664114"/>
                </a:lnTo>
                <a:close/>
              </a:path>
            </a:pathLst>
          </a:custGeom>
          <a:solidFill>
            <a:srgbClr val="FFFFFF"/>
          </a:solidFill>
        </p:spPr>
        <p:txBody>
          <a:bodyPr wrap="square" lIns="0" tIns="0" rIns="0" bIns="0" rtlCol="0"/>
          <a:lstStyle/>
          <a:p>
            <a:endParaRPr/>
          </a:p>
        </p:txBody>
      </p:sp>
      <p:sp>
        <p:nvSpPr>
          <p:cNvPr id="22" name="bg object 22"/>
          <p:cNvSpPr/>
          <p:nvPr/>
        </p:nvSpPr>
        <p:spPr>
          <a:xfrm>
            <a:off x="9771025" y="7084240"/>
            <a:ext cx="236854" cy="432434"/>
          </a:xfrm>
          <a:custGeom>
            <a:avLst/>
            <a:gdLst/>
            <a:ahLst/>
            <a:cxnLst/>
            <a:rect l="l" t="t" r="r" b="b"/>
            <a:pathLst>
              <a:path w="236854" h="432434">
                <a:moveTo>
                  <a:pt x="236764" y="0"/>
                </a:moveTo>
                <a:lnTo>
                  <a:pt x="0" y="431999"/>
                </a:lnTo>
              </a:path>
            </a:pathLst>
          </a:custGeom>
          <a:ln w="9524">
            <a:solidFill>
              <a:srgbClr val="828385"/>
            </a:solidFill>
          </a:ln>
        </p:spPr>
        <p:txBody>
          <a:bodyPr wrap="square" lIns="0" tIns="0" rIns="0" bIns="0" rtlCol="0"/>
          <a:lstStyle/>
          <a:p>
            <a:endParaRPr/>
          </a:p>
        </p:txBody>
      </p:sp>
      <p:sp>
        <p:nvSpPr>
          <p:cNvPr id="23" name="bg object 23"/>
          <p:cNvSpPr/>
          <p:nvPr/>
        </p:nvSpPr>
        <p:spPr>
          <a:xfrm>
            <a:off x="9893410" y="7155475"/>
            <a:ext cx="727710" cy="260350"/>
          </a:xfrm>
          <a:custGeom>
            <a:avLst/>
            <a:gdLst/>
            <a:ahLst/>
            <a:cxnLst/>
            <a:rect l="l" t="t" r="r" b="b"/>
            <a:pathLst>
              <a:path w="727709" h="260350">
                <a:moveTo>
                  <a:pt x="587925" y="260335"/>
                </a:moveTo>
                <a:lnTo>
                  <a:pt x="0" y="260335"/>
                </a:lnTo>
                <a:lnTo>
                  <a:pt x="140364" y="0"/>
                </a:lnTo>
                <a:lnTo>
                  <a:pt x="727488" y="0"/>
                </a:lnTo>
                <a:lnTo>
                  <a:pt x="587925" y="260335"/>
                </a:lnTo>
                <a:close/>
              </a:path>
            </a:pathLst>
          </a:custGeom>
          <a:solidFill>
            <a:srgbClr val="164052"/>
          </a:solidFill>
        </p:spPr>
        <p:txBody>
          <a:bodyPr wrap="square" lIns="0" tIns="0" rIns="0" bIns="0" rtlCol="0"/>
          <a:lstStyle/>
          <a:p>
            <a:endParaRPr/>
          </a:p>
        </p:txBody>
      </p:sp>
      <p:sp>
        <p:nvSpPr>
          <p:cNvPr id="2" name="Holder 2"/>
          <p:cNvSpPr>
            <a:spLocks noGrp="1"/>
          </p:cNvSpPr>
          <p:nvPr>
            <p:ph type="ctrTitle"/>
          </p:nvPr>
        </p:nvSpPr>
        <p:spPr>
          <a:xfrm>
            <a:off x="5603842" y="881534"/>
            <a:ext cx="1461134" cy="1127125"/>
          </a:xfrm>
          <a:prstGeom prst="rect">
            <a:avLst/>
          </a:prstGeom>
        </p:spPr>
        <p:txBody>
          <a:bodyPr wrap="square" lIns="0" tIns="0" rIns="0" bIns="0">
            <a:spAutoFit/>
          </a:bodyPr>
          <a:lstStyle>
            <a:lvl1pPr>
              <a:defRPr sz="3600" b="0" i="0">
                <a:solidFill>
                  <a:srgbClr val="164052"/>
                </a:solidFill>
                <a:latin typeface="Calibri"/>
                <a:cs typeface="Calibri"/>
              </a:defRPr>
            </a:lvl1pPr>
          </a:lstStyle>
          <a:p>
            <a:endParaRPr/>
          </a:p>
        </p:txBody>
      </p:sp>
      <p:sp>
        <p:nvSpPr>
          <p:cNvPr id="3" name="Holder 3"/>
          <p:cNvSpPr>
            <a:spLocks noGrp="1"/>
          </p:cNvSpPr>
          <p:nvPr>
            <p:ph type="subTitle" idx="4"/>
          </p:nvPr>
        </p:nvSpPr>
        <p:spPr>
          <a:xfrm>
            <a:off x="1602105" y="4231640"/>
            <a:ext cx="7476490" cy="1889125"/>
          </a:xfrm>
          <a:prstGeom prst="rect">
            <a:avLst/>
          </a:prstGeom>
        </p:spPr>
        <p:txBody>
          <a:bodyPr wrap="square" lIns="0" tIns="0" rIns="0" bIns="0">
            <a:spAutoFit/>
          </a:bodyPr>
          <a:lstStyle>
            <a:lvl1pPr>
              <a:defRPr sz="2300" b="0" i="0">
                <a:solidFill>
                  <a:srgbClr val="262E37"/>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11/13/2025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Calibri"/>
                <a:cs typeface="Calibri"/>
              </a:defRPr>
            </a:lvl1pPr>
          </a:lstStyle>
          <a:p>
            <a:pPr marL="80010">
              <a:lnSpc>
                <a:spcPct val="100000"/>
              </a:lnSpc>
              <a:spcBef>
                <a:spcPts val="65"/>
              </a:spcBef>
            </a:pPr>
            <a:fld id="{81D60167-4931-47E6-BA6A-407CBD079E47}" type="slidenum">
              <a:rPr spc="-25" dirty="0"/>
              <a:t>‹N°›</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164052"/>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300" b="0" i="0">
                <a:solidFill>
                  <a:srgbClr val="262E37"/>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11/13/2025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Calibri"/>
                <a:cs typeface="Calibri"/>
              </a:defRPr>
            </a:lvl1pPr>
          </a:lstStyle>
          <a:p>
            <a:pPr marL="80010">
              <a:lnSpc>
                <a:spcPct val="100000"/>
              </a:lnSpc>
              <a:spcBef>
                <a:spcPts val="65"/>
              </a:spcBef>
            </a:pPr>
            <a:fld id="{81D60167-4931-47E6-BA6A-407CBD079E47}" type="slidenum">
              <a:rPr spc="-25" dirty="0"/>
              <a:t>‹N°›</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4885055" cy="7556500"/>
          </a:xfrm>
          <a:custGeom>
            <a:avLst/>
            <a:gdLst/>
            <a:ahLst/>
            <a:cxnLst/>
            <a:rect l="l" t="t" r="r" b="b"/>
            <a:pathLst>
              <a:path w="4885055" h="7556500">
                <a:moveTo>
                  <a:pt x="0" y="0"/>
                </a:moveTo>
                <a:lnTo>
                  <a:pt x="4885024" y="0"/>
                </a:lnTo>
                <a:lnTo>
                  <a:pt x="4885024" y="7556499"/>
                </a:lnTo>
                <a:lnTo>
                  <a:pt x="0" y="7556499"/>
                </a:lnTo>
                <a:lnTo>
                  <a:pt x="0" y="0"/>
                </a:lnTo>
                <a:close/>
              </a:path>
            </a:pathLst>
          </a:custGeom>
          <a:solidFill>
            <a:srgbClr val="164052"/>
          </a:solidFill>
        </p:spPr>
        <p:txBody>
          <a:bodyPr wrap="square" lIns="0" tIns="0" rIns="0" bIns="0" rtlCol="0"/>
          <a:lstStyle/>
          <a:p>
            <a:endParaRPr/>
          </a:p>
        </p:txBody>
      </p:sp>
      <p:sp>
        <p:nvSpPr>
          <p:cNvPr id="17" name="bg object 17"/>
          <p:cNvSpPr/>
          <p:nvPr/>
        </p:nvSpPr>
        <p:spPr>
          <a:xfrm>
            <a:off x="0" y="0"/>
            <a:ext cx="4885055" cy="7556500"/>
          </a:xfrm>
          <a:custGeom>
            <a:avLst/>
            <a:gdLst/>
            <a:ahLst/>
            <a:cxnLst/>
            <a:rect l="l" t="t" r="r" b="b"/>
            <a:pathLst>
              <a:path w="4885055" h="7556500">
                <a:moveTo>
                  <a:pt x="0" y="0"/>
                </a:moveTo>
                <a:lnTo>
                  <a:pt x="4885024" y="0"/>
                </a:lnTo>
                <a:lnTo>
                  <a:pt x="4885024" y="7556499"/>
                </a:lnTo>
              </a:path>
              <a:path w="4885055" h="7556500">
                <a:moveTo>
                  <a:pt x="0" y="7556499"/>
                </a:moveTo>
                <a:lnTo>
                  <a:pt x="0" y="0"/>
                </a:lnTo>
              </a:path>
            </a:pathLst>
          </a:custGeom>
          <a:ln w="9524">
            <a:solidFill>
              <a:srgbClr val="164052"/>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600" b="0" i="0">
                <a:solidFill>
                  <a:srgbClr val="164052"/>
                </a:solidFill>
                <a:latin typeface="Calibri"/>
                <a:cs typeface="Calibri"/>
              </a:defRPr>
            </a:lvl1pPr>
          </a:lstStyle>
          <a:p>
            <a:endParaRPr/>
          </a:p>
        </p:txBody>
      </p:sp>
      <p:sp>
        <p:nvSpPr>
          <p:cNvPr id="3" name="Holder 3"/>
          <p:cNvSpPr>
            <a:spLocks noGrp="1"/>
          </p:cNvSpPr>
          <p:nvPr>
            <p:ph sz="half" idx="2"/>
          </p:nvPr>
        </p:nvSpPr>
        <p:spPr>
          <a:xfrm>
            <a:off x="281308" y="2434202"/>
            <a:ext cx="3494404" cy="4441190"/>
          </a:xfrm>
          <a:prstGeom prst="rect">
            <a:avLst/>
          </a:prstGeom>
        </p:spPr>
        <p:txBody>
          <a:bodyPr wrap="square" lIns="0" tIns="0" rIns="0" bIns="0">
            <a:spAutoFit/>
          </a:bodyPr>
          <a:lstStyle>
            <a:lvl1pPr>
              <a:defRPr sz="3600" b="1" i="0">
                <a:solidFill>
                  <a:schemeClr val="bg1"/>
                </a:solidFill>
                <a:latin typeface="Calibri"/>
                <a:cs typeface="Calibri"/>
              </a:defRPr>
            </a:lvl1pPr>
          </a:lstStyle>
          <a:p>
            <a:endParaRPr/>
          </a:p>
        </p:txBody>
      </p:sp>
      <p:sp>
        <p:nvSpPr>
          <p:cNvPr id="4" name="Holder 4"/>
          <p:cNvSpPr>
            <a:spLocks noGrp="1"/>
          </p:cNvSpPr>
          <p:nvPr>
            <p:ph sz="half" idx="3"/>
          </p:nvPr>
        </p:nvSpPr>
        <p:spPr>
          <a:xfrm>
            <a:off x="5776392" y="1580522"/>
            <a:ext cx="4331334" cy="5198745"/>
          </a:xfrm>
          <a:prstGeom prst="rect">
            <a:avLst/>
          </a:prstGeom>
        </p:spPr>
        <p:txBody>
          <a:bodyPr wrap="square" lIns="0" tIns="0" rIns="0" bIns="0">
            <a:spAutoFit/>
          </a:bodyPr>
          <a:lstStyle>
            <a:lvl1pPr>
              <a:defRPr sz="2300" b="0" i="0">
                <a:solidFill>
                  <a:schemeClr val="tx1"/>
                </a:solidFill>
                <a:latin typeface="Calibri"/>
                <a:cs typeface="Calibri"/>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11/13/2025</a:t>
            </a:fld>
            <a:endParaRPr lang="en-US"/>
          </a:p>
        </p:txBody>
      </p:sp>
      <p:sp>
        <p:nvSpPr>
          <p:cNvPr id="7" name="Holder 7"/>
          <p:cNvSpPr>
            <a:spLocks noGrp="1"/>
          </p:cNvSpPr>
          <p:nvPr>
            <p:ph type="sldNum" sz="quarter" idx="7"/>
          </p:nvPr>
        </p:nvSpPr>
        <p:spPr/>
        <p:txBody>
          <a:bodyPr lIns="0" tIns="0" rIns="0" bIns="0"/>
          <a:lstStyle>
            <a:lvl1pPr>
              <a:defRPr sz="1200" b="0" i="0">
                <a:solidFill>
                  <a:schemeClr val="bg1"/>
                </a:solidFill>
                <a:latin typeface="Calibri"/>
                <a:cs typeface="Calibri"/>
              </a:defRPr>
            </a:lvl1pPr>
          </a:lstStyle>
          <a:p>
            <a:pPr marL="80010">
              <a:lnSpc>
                <a:spcPct val="100000"/>
              </a:lnSpc>
              <a:spcBef>
                <a:spcPts val="65"/>
              </a:spcBef>
            </a:pPr>
            <a:fld id="{81D60167-4931-47E6-BA6A-407CBD079E47}" type="slidenum">
              <a:rPr spc="-25" dirty="0"/>
              <a:t>‹N°›</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4885055" cy="7092315"/>
          </a:xfrm>
          <a:custGeom>
            <a:avLst/>
            <a:gdLst/>
            <a:ahLst/>
            <a:cxnLst/>
            <a:rect l="l" t="t" r="r" b="b"/>
            <a:pathLst>
              <a:path w="4885055" h="7092315">
                <a:moveTo>
                  <a:pt x="0" y="0"/>
                </a:moveTo>
                <a:lnTo>
                  <a:pt x="4885024" y="0"/>
                </a:lnTo>
                <a:lnTo>
                  <a:pt x="4885024" y="7091953"/>
                </a:lnTo>
                <a:lnTo>
                  <a:pt x="0" y="7091953"/>
                </a:lnTo>
                <a:lnTo>
                  <a:pt x="0" y="0"/>
                </a:lnTo>
                <a:close/>
              </a:path>
            </a:pathLst>
          </a:custGeom>
          <a:solidFill>
            <a:srgbClr val="8CB939"/>
          </a:solidFill>
        </p:spPr>
        <p:txBody>
          <a:bodyPr wrap="square" lIns="0" tIns="0" rIns="0" bIns="0" rtlCol="0"/>
          <a:lstStyle/>
          <a:p>
            <a:endParaRPr/>
          </a:p>
        </p:txBody>
      </p:sp>
      <p:sp>
        <p:nvSpPr>
          <p:cNvPr id="17" name="bg object 17"/>
          <p:cNvSpPr/>
          <p:nvPr/>
        </p:nvSpPr>
        <p:spPr>
          <a:xfrm>
            <a:off x="534432" y="359258"/>
            <a:ext cx="2153285" cy="2153285"/>
          </a:xfrm>
          <a:custGeom>
            <a:avLst/>
            <a:gdLst/>
            <a:ahLst/>
            <a:cxnLst/>
            <a:rect l="l" t="t" r="r" b="b"/>
            <a:pathLst>
              <a:path w="2153285" h="2153285">
                <a:moveTo>
                  <a:pt x="1076625" y="2153251"/>
                </a:moveTo>
                <a:lnTo>
                  <a:pt x="1028668" y="2152202"/>
                </a:lnTo>
                <a:lnTo>
                  <a:pt x="981248" y="2149085"/>
                </a:lnTo>
                <a:lnTo>
                  <a:pt x="934409" y="2143942"/>
                </a:lnTo>
                <a:lnTo>
                  <a:pt x="888195" y="2136818"/>
                </a:lnTo>
                <a:lnTo>
                  <a:pt x="842649" y="2127756"/>
                </a:lnTo>
                <a:lnTo>
                  <a:pt x="797816" y="2116800"/>
                </a:lnTo>
                <a:lnTo>
                  <a:pt x="753738" y="2103995"/>
                </a:lnTo>
                <a:lnTo>
                  <a:pt x="710460" y="2089383"/>
                </a:lnTo>
                <a:lnTo>
                  <a:pt x="668026" y="2073009"/>
                </a:lnTo>
                <a:lnTo>
                  <a:pt x="626479" y="2054916"/>
                </a:lnTo>
                <a:lnTo>
                  <a:pt x="585863" y="2035148"/>
                </a:lnTo>
                <a:lnTo>
                  <a:pt x="546221" y="2013748"/>
                </a:lnTo>
                <a:lnTo>
                  <a:pt x="507599" y="1990762"/>
                </a:lnTo>
                <a:lnTo>
                  <a:pt x="470038" y="1966231"/>
                </a:lnTo>
                <a:lnTo>
                  <a:pt x="433584" y="1940201"/>
                </a:lnTo>
                <a:lnTo>
                  <a:pt x="398279" y="1912715"/>
                </a:lnTo>
                <a:lnTo>
                  <a:pt x="364169" y="1883816"/>
                </a:lnTo>
                <a:lnTo>
                  <a:pt x="331295" y="1853548"/>
                </a:lnTo>
                <a:lnTo>
                  <a:pt x="299703" y="1821956"/>
                </a:lnTo>
                <a:lnTo>
                  <a:pt x="269435" y="1789082"/>
                </a:lnTo>
                <a:lnTo>
                  <a:pt x="240536" y="1754972"/>
                </a:lnTo>
                <a:lnTo>
                  <a:pt x="213050" y="1719667"/>
                </a:lnTo>
                <a:lnTo>
                  <a:pt x="187020" y="1683213"/>
                </a:lnTo>
                <a:lnTo>
                  <a:pt x="162489" y="1645652"/>
                </a:lnTo>
                <a:lnTo>
                  <a:pt x="139503" y="1607030"/>
                </a:lnTo>
                <a:lnTo>
                  <a:pt x="118103" y="1567388"/>
                </a:lnTo>
                <a:lnTo>
                  <a:pt x="98335" y="1526772"/>
                </a:lnTo>
                <a:lnTo>
                  <a:pt x="80242" y="1485225"/>
                </a:lnTo>
                <a:lnTo>
                  <a:pt x="63868" y="1442791"/>
                </a:lnTo>
                <a:lnTo>
                  <a:pt x="49256" y="1399513"/>
                </a:lnTo>
                <a:lnTo>
                  <a:pt x="36451" y="1355435"/>
                </a:lnTo>
                <a:lnTo>
                  <a:pt x="25495" y="1310602"/>
                </a:lnTo>
                <a:lnTo>
                  <a:pt x="16433" y="1265056"/>
                </a:lnTo>
                <a:lnTo>
                  <a:pt x="9309" y="1218842"/>
                </a:lnTo>
                <a:lnTo>
                  <a:pt x="4166" y="1172003"/>
                </a:lnTo>
                <a:lnTo>
                  <a:pt x="1048" y="1124583"/>
                </a:lnTo>
                <a:lnTo>
                  <a:pt x="0" y="1076625"/>
                </a:lnTo>
                <a:lnTo>
                  <a:pt x="1048" y="1028668"/>
                </a:lnTo>
                <a:lnTo>
                  <a:pt x="4166" y="981248"/>
                </a:lnTo>
                <a:lnTo>
                  <a:pt x="9309" y="934409"/>
                </a:lnTo>
                <a:lnTo>
                  <a:pt x="16433" y="888195"/>
                </a:lnTo>
                <a:lnTo>
                  <a:pt x="25495" y="842649"/>
                </a:lnTo>
                <a:lnTo>
                  <a:pt x="36451" y="797816"/>
                </a:lnTo>
                <a:lnTo>
                  <a:pt x="49256" y="753738"/>
                </a:lnTo>
                <a:lnTo>
                  <a:pt x="63868" y="710460"/>
                </a:lnTo>
                <a:lnTo>
                  <a:pt x="80242" y="668026"/>
                </a:lnTo>
                <a:lnTo>
                  <a:pt x="98335" y="626479"/>
                </a:lnTo>
                <a:lnTo>
                  <a:pt x="118103" y="585863"/>
                </a:lnTo>
                <a:lnTo>
                  <a:pt x="139503" y="546221"/>
                </a:lnTo>
                <a:lnTo>
                  <a:pt x="162489" y="507599"/>
                </a:lnTo>
                <a:lnTo>
                  <a:pt x="187020" y="470038"/>
                </a:lnTo>
                <a:lnTo>
                  <a:pt x="213050" y="433584"/>
                </a:lnTo>
                <a:lnTo>
                  <a:pt x="240536" y="398279"/>
                </a:lnTo>
                <a:lnTo>
                  <a:pt x="269435" y="364169"/>
                </a:lnTo>
                <a:lnTo>
                  <a:pt x="299703" y="331295"/>
                </a:lnTo>
                <a:lnTo>
                  <a:pt x="331295" y="299703"/>
                </a:lnTo>
                <a:lnTo>
                  <a:pt x="364169" y="269435"/>
                </a:lnTo>
                <a:lnTo>
                  <a:pt x="398279" y="240536"/>
                </a:lnTo>
                <a:lnTo>
                  <a:pt x="433584" y="213050"/>
                </a:lnTo>
                <a:lnTo>
                  <a:pt x="470038" y="187020"/>
                </a:lnTo>
                <a:lnTo>
                  <a:pt x="507599" y="162489"/>
                </a:lnTo>
                <a:lnTo>
                  <a:pt x="546221" y="139503"/>
                </a:lnTo>
                <a:lnTo>
                  <a:pt x="585863" y="118103"/>
                </a:lnTo>
                <a:lnTo>
                  <a:pt x="626479" y="98335"/>
                </a:lnTo>
                <a:lnTo>
                  <a:pt x="668026" y="80242"/>
                </a:lnTo>
                <a:lnTo>
                  <a:pt x="710460" y="63868"/>
                </a:lnTo>
                <a:lnTo>
                  <a:pt x="753738" y="49256"/>
                </a:lnTo>
                <a:lnTo>
                  <a:pt x="797816" y="36451"/>
                </a:lnTo>
                <a:lnTo>
                  <a:pt x="842649" y="25495"/>
                </a:lnTo>
                <a:lnTo>
                  <a:pt x="888195" y="16433"/>
                </a:lnTo>
                <a:lnTo>
                  <a:pt x="934409" y="9309"/>
                </a:lnTo>
                <a:lnTo>
                  <a:pt x="981248" y="4166"/>
                </a:lnTo>
                <a:lnTo>
                  <a:pt x="1028668" y="1048"/>
                </a:lnTo>
                <a:lnTo>
                  <a:pt x="1076625" y="0"/>
                </a:lnTo>
                <a:lnTo>
                  <a:pt x="1126881" y="1172"/>
                </a:lnTo>
                <a:lnTo>
                  <a:pt x="1176820" y="4669"/>
                </a:lnTo>
                <a:lnTo>
                  <a:pt x="1226370" y="10460"/>
                </a:lnTo>
                <a:lnTo>
                  <a:pt x="1275455" y="18514"/>
                </a:lnTo>
                <a:lnTo>
                  <a:pt x="1324004" y="28801"/>
                </a:lnTo>
                <a:lnTo>
                  <a:pt x="1371942" y="41291"/>
                </a:lnTo>
                <a:lnTo>
                  <a:pt x="1419196" y="55954"/>
                </a:lnTo>
                <a:lnTo>
                  <a:pt x="1465692" y="72757"/>
                </a:lnTo>
                <a:lnTo>
                  <a:pt x="1511356" y="91672"/>
                </a:lnTo>
                <a:lnTo>
                  <a:pt x="1556116" y="112668"/>
                </a:lnTo>
                <a:lnTo>
                  <a:pt x="1599897" y="135714"/>
                </a:lnTo>
                <a:lnTo>
                  <a:pt x="1642626" y="160779"/>
                </a:lnTo>
                <a:lnTo>
                  <a:pt x="1684229" y="187834"/>
                </a:lnTo>
                <a:lnTo>
                  <a:pt x="1724634" y="216847"/>
                </a:lnTo>
                <a:lnTo>
                  <a:pt x="1763765" y="247789"/>
                </a:lnTo>
                <a:lnTo>
                  <a:pt x="1801550" y="280629"/>
                </a:lnTo>
                <a:lnTo>
                  <a:pt x="1837915" y="315336"/>
                </a:lnTo>
                <a:lnTo>
                  <a:pt x="1872622" y="351701"/>
                </a:lnTo>
                <a:lnTo>
                  <a:pt x="1905462" y="389486"/>
                </a:lnTo>
                <a:lnTo>
                  <a:pt x="1936404" y="428617"/>
                </a:lnTo>
                <a:lnTo>
                  <a:pt x="1965417" y="469022"/>
                </a:lnTo>
                <a:lnTo>
                  <a:pt x="1992472" y="510625"/>
                </a:lnTo>
                <a:lnTo>
                  <a:pt x="2017537" y="553354"/>
                </a:lnTo>
                <a:lnTo>
                  <a:pt x="2040583" y="597135"/>
                </a:lnTo>
                <a:lnTo>
                  <a:pt x="2061579" y="641895"/>
                </a:lnTo>
                <a:lnTo>
                  <a:pt x="2080494" y="687559"/>
                </a:lnTo>
                <a:lnTo>
                  <a:pt x="2097297" y="734055"/>
                </a:lnTo>
                <a:lnTo>
                  <a:pt x="2111960" y="781309"/>
                </a:lnTo>
                <a:lnTo>
                  <a:pt x="2124450" y="829247"/>
                </a:lnTo>
                <a:lnTo>
                  <a:pt x="2134737" y="877796"/>
                </a:lnTo>
                <a:lnTo>
                  <a:pt x="2142791" y="926881"/>
                </a:lnTo>
                <a:lnTo>
                  <a:pt x="2148582" y="976431"/>
                </a:lnTo>
                <a:lnTo>
                  <a:pt x="2152079" y="1026370"/>
                </a:lnTo>
                <a:lnTo>
                  <a:pt x="2153251" y="1076625"/>
                </a:lnTo>
                <a:lnTo>
                  <a:pt x="2152202" y="1124583"/>
                </a:lnTo>
                <a:lnTo>
                  <a:pt x="2149085" y="1172003"/>
                </a:lnTo>
                <a:lnTo>
                  <a:pt x="2143942" y="1218842"/>
                </a:lnTo>
                <a:lnTo>
                  <a:pt x="2136818" y="1265056"/>
                </a:lnTo>
                <a:lnTo>
                  <a:pt x="2127756" y="1310602"/>
                </a:lnTo>
                <a:lnTo>
                  <a:pt x="2116800" y="1355435"/>
                </a:lnTo>
                <a:lnTo>
                  <a:pt x="2103995" y="1399513"/>
                </a:lnTo>
                <a:lnTo>
                  <a:pt x="2089383" y="1442791"/>
                </a:lnTo>
                <a:lnTo>
                  <a:pt x="2073009" y="1485225"/>
                </a:lnTo>
                <a:lnTo>
                  <a:pt x="2054916" y="1526772"/>
                </a:lnTo>
                <a:lnTo>
                  <a:pt x="2035148" y="1567388"/>
                </a:lnTo>
                <a:lnTo>
                  <a:pt x="2013748" y="1607030"/>
                </a:lnTo>
                <a:lnTo>
                  <a:pt x="1990762" y="1645652"/>
                </a:lnTo>
                <a:lnTo>
                  <a:pt x="1966231" y="1683213"/>
                </a:lnTo>
                <a:lnTo>
                  <a:pt x="1940201" y="1719667"/>
                </a:lnTo>
                <a:lnTo>
                  <a:pt x="1912715" y="1754972"/>
                </a:lnTo>
                <a:lnTo>
                  <a:pt x="1883816" y="1789082"/>
                </a:lnTo>
                <a:lnTo>
                  <a:pt x="1853548" y="1821956"/>
                </a:lnTo>
                <a:lnTo>
                  <a:pt x="1821956" y="1853548"/>
                </a:lnTo>
                <a:lnTo>
                  <a:pt x="1789082" y="1883816"/>
                </a:lnTo>
                <a:lnTo>
                  <a:pt x="1754972" y="1912715"/>
                </a:lnTo>
                <a:lnTo>
                  <a:pt x="1719667" y="1940201"/>
                </a:lnTo>
                <a:lnTo>
                  <a:pt x="1683213" y="1966231"/>
                </a:lnTo>
                <a:lnTo>
                  <a:pt x="1645652" y="1990762"/>
                </a:lnTo>
                <a:lnTo>
                  <a:pt x="1607030" y="2013748"/>
                </a:lnTo>
                <a:lnTo>
                  <a:pt x="1567388" y="2035148"/>
                </a:lnTo>
                <a:lnTo>
                  <a:pt x="1526772" y="2054916"/>
                </a:lnTo>
                <a:lnTo>
                  <a:pt x="1485225" y="2073009"/>
                </a:lnTo>
                <a:lnTo>
                  <a:pt x="1442791" y="2089383"/>
                </a:lnTo>
                <a:lnTo>
                  <a:pt x="1399513" y="2103995"/>
                </a:lnTo>
                <a:lnTo>
                  <a:pt x="1355435" y="2116800"/>
                </a:lnTo>
                <a:lnTo>
                  <a:pt x="1310602" y="2127756"/>
                </a:lnTo>
                <a:lnTo>
                  <a:pt x="1265056" y="2136818"/>
                </a:lnTo>
                <a:lnTo>
                  <a:pt x="1218842" y="2143942"/>
                </a:lnTo>
                <a:lnTo>
                  <a:pt x="1172003" y="2149085"/>
                </a:lnTo>
                <a:lnTo>
                  <a:pt x="1124583" y="2152202"/>
                </a:lnTo>
                <a:lnTo>
                  <a:pt x="1076625" y="2153251"/>
                </a:lnTo>
                <a:close/>
              </a:path>
            </a:pathLst>
          </a:custGeom>
          <a:solidFill>
            <a:srgbClr val="FFFFFF"/>
          </a:solidFill>
        </p:spPr>
        <p:txBody>
          <a:bodyPr wrap="square" lIns="0" tIns="0" rIns="0" bIns="0" rtlCol="0"/>
          <a:lstStyle/>
          <a:p>
            <a:endParaRPr/>
          </a:p>
        </p:txBody>
      </p:sp>
      <p:sp>
        <p:nvSpPr>
          <p:cNvPr id="18" name="bg object 18"/>
          <p:cNvSpPr/>
          <p:nvPr/>
        </p:nvSpPr>
        <p:spPr>
          <a:xfrm>
            <a:off x="4348450" y="249882"/>
            <a:ext cx="1054735" cy="1054735"/>
          </a:xfrm>
          <a:custGeom>
            <a:avLst/>
            <a:gdLst/>
            <a:ahLst/>
            <a:cxnLst/>
            <a:rect l="l" t="t" r="r" b="b"/>
            <a:pathLst>
              <a:path w="1054735" h="1054735">
                <a:moveTo>
                  <a:pt x="527137" y="1054275"/>
                </a:moveTo>
                <a:lnTo>
                  <a:pt x="479157" y="1052121"/>
                </a:lnTo>
                <a:lnTo>
                  <a:pt x="432384" y="1045783"/>
                </a:lnTo>
                <a:lnTo>
                  <a:pt x="387003" y="1035446"/>
                </a:lnTo>
                <a:lnTo>
                  <a:pt x="343202" y="1021296"/>
                </a:lnTo>
                <a:lnTo>
                  <a:pt x="301166" y="1003521"/>
                </a:lnTo>
                <a:lnTo>
                  <a:pt x="261081" y="982306"/>
                </a:lnTo>
                <a:lnTo>
                  <a:pt x="223133" y="957836"/>
                </a:lnTo>
                <a:lnTo>
                  <a:pt x="187509" y="930299"/>
                </a:lnTo>
                <a:lnTo>
                  <a:pt x="154395" y="899880"/>
                </a:lnTo>
                <a:lnTo>
                  <a:pt x="123976" y="866766"/>
                </a:lnTo>
                <a:lnTo>
                  <a:pt x="96439" y="831142"/>
                </a:lnTo>
                <a:lnTo>
                  <a:pt x="71969" y="793194"/>
                </a:lnTo>
                <a:lnTo>
                  <a:pt x="50754" y="753109"/>
                </a:lnTo>
                <a:lnTo>
                  <a:pt x="32979" y="711073"/>
                </a:lnTo>
                <a:lnTo>
                  <a:pt x="18829" y="667272"/>
                </a:lnTo>
                <a:lnTo>
                  <a:pt x="8492" y="621891"/>
                </a:lnTo>
                <a:lnTo>
                  <a:pt x="2154" y="575118"/>
                </a:lnTo>
                <a:lnTo>
                  <a:pt x="0" y="527137"/>
                </a:lnTo>
                <a:lnTo>
                  <a:pt x="2154" y="479157"/>
                </a:lnTo>
                <a:lnTo>
                  <a:pt x="8492" y="432384"/>
                </a:lnTo>
                <a:lnTo>
                  <a:pt x="18829" y="387003"/>
                </a:lnTo>
                <a:lnTo>
                  <a:pt x="32979" y="343202"/>
                </a:lnTo>
                <a:lnTo>
                  <a:pt x="50754" y="301166"/>
                </a:lnTo>
                <a:lnTo>
                  <a:pt x="71969" y="261081"/>
                </a:lnTo>
                <a:lnTo>
                  <a:pt x="96439" y="223133"/>
                </a:lnTo>
                <a:lnTo>
                  <a:pt x="123976" y="187509"/>
                </a:lnTo>
                <a:lnTo>
                  <a:pt x="154395" y="154395"/>
                </a:lnTo>
                <a:lnTo>
                  <a:pt x="187509" y="123976"/>
                </a:lnTo>
                <a:lnTo>
                  <a:pt x="223133" y="96439"/>
                </a:lnTo>
                <a:lnTo>
                  <a:pt x="261081" y="71969"/>
                </a:lnTo>
                <a:lnTo>
                  <a:pt x="301166" y="50754"/>
                </a:lnTo>
                <a:lnTo>
                  <a:pt x="343202" y="32979"/>
                </a:lnTo>
                <a:lnTo>
                  <a:pt x="387003" y="18829"/>
                </a:lnTo>
                <a:lnTo>
                  <a:pt x="432384" y="8492"/>
                </a:lnTo>
                <a:lnTo>
                  <a:pt x="479157" y="2154"/>
                </a:lnTo>
                <a:lnTo>
                  <a:pt x="527137" y="0"/>
                </a:lnTo>
                <a:lnTo>
                  <a:pt x="579239" y="2579"/>
                </a:lnTo>
                <a:lnTo>
                  <a:pt x="630457" y="10222"/>
                </a:lnTo>
                <a:lnTo>
                  <a:pt x="680448" y="22785"/>
                </a:lnTo>
                <a:lnTo>
                  <a:pt x="728865" y="40125"/>
                </a:lnTo>
                <a:lnTo>
                  <a:pt x="775362" y="62100"/>
                </a:lnTo>
                <a:lnTo>
                  <a:pt x="819594" y="88565"/>
                </a:lnTo>
                <a:lnTo>
                  <a:pt x="861215" y="119378"/>
                </a:lnTo>
                <a:lnTo>
                  <a:pt x="899880" y="154395"/>
                </a:lnTo>
                <a:lnTo>
                  <a:pt x="934897" y="193060"/>
                </a:lnTo>
                <a:lnTo>
                  <a:pt x="965710" y="234681"/>
                </a:lnTo>
                <a:lnTo>
                  <a:pt x="992175" y="278913"/>
                </a:lnTo>
                <a:lnTo>
                  <a:pt x="1014149" y="325411"/>
                </a:lnTo>
                <a:lnTo>
                  <a:pt x="1031490" y="373827"/>
                </a:lnTo>
                <a:lnTo>
                  <a:pt x="1044053" y="423818"/>
                </a:lnTo>
                <a:lnTo>
                  <a:pt x="1051696" y="475036"/>
                </a:lnTo>
                <a:lnTo>
                  <a:pt x="1054275" y="527137"/>
                </a:lnTo>
                <a:lnTo>
                  <a:pt x="1052121" y="575118"/>
                </a:lnTo>
                <a:lnTo>
                  <a:pt x="1045782" y="621891"/>
                </a:lnTo>
                <a:lnTo>
                  <a:pt x="1035445" y="667272"/>
                </a:lnTo>
                <a:lnTo>
                  <a:pt x="1021296" y="711073"/>
                </a:lnTo>
                <a:lnTo>
                  <a:pt x="1003521" y="753109"/>
                </a:lnTo>
                <a:lnTo>
                  <a:pt x="982306" y="793194"/>
                </a:lnTo>
                <a:lnTo>
                  <a:pt x="957836" y="831142"/>
                </a:lnTo>
                <a:lnTo>
                  <a:pt x="930299" y="866766"/>
                </a:lnTo>
                <a:lnTo>
                  <a:pt x="899880" y="899880"/>
                </a:lnTo>
                <a:lnTo>
                  <a:pt x="866766" y="930299"/>
                </a:lnTo>
                <a:lnTo>
                  <a:pt x="831142" y="957836"/>
                </a:lnTo>
                <a:lnTo>
                  <a:pt x="793194" y="982306"/>
                </a:lnTo>
                <a:lnTo>
                  <a:pt x="753109" y="1003521"/>
                </a:lnTo>
                <a:lnTo>
                  <a:pt x="711073" y="1021296"/>
                </a:lnTo>
                <a:lnTo>
                  <a:pt x="667272" y="1035446"/>
                </a:lnTo>
                <a:lnTo>
                  <a:pt x="621891" y="1045783"/>
                </a:lnTo>
                <a:lnTo>
                  <a:pt x="575118" y="1052121"/>
                </a:lnTo>
                <a:lnTo>
                  <a:pt x="527137" y="1054275"/>
                </a:lnTo>
                <a:close/>
              </a:path>
            </a:pathLst>
          </a:custGeom>
          <a:solidFill>
            <a:srgbClr val="8CB939"/>
          </a:solidFill>
        </p:spPr>
        <p:txBody>
          <a:bodyPr wrap="square" lIns="0" tIns="0" rIns="0" bIns="0" rtlCol="0"/>
          <a:lstStyle/>
          <a:p>
            <a:endParaRPr/>
          </a:p>
        </p:txBody>
      </p:sp>
      <p:sp>
        <p:nvSpPr>
          <p:cNvPr id="19" name="bg object 19"/>
          <p:cNvSpPr/>
          <p:nvPr/>
        </p:nvSpPr>
        <p:spPr>
          <a:xfrm>
            <a:off x="4348450" y="249882"/>
            <a:ext cx="1054735" cy="1054735"/>
          </a:xfrm>
          <a:custGeom>
            <a:avLst/>
            <a:gdLst/>
            <a:ahLst/>
            <a:cxnLst/>
            <a:rect l="l" t="t" r="r" b="b"/>
            <a:pathLst>
              <a:path w="1054735" h="1054735">
                <a:moveTo>
                  <a:pt x="0" y="527137"/>
                </a:moveTo>
                <a:lnTo>
                  <a:pt x="2154" y="479157"/>
                </a:lnTo>
                <a:lnTo>
                  <a:pt x="8492" y="432384"/>
                </a:lnTo>
                <a:lnTo>
                  <a:pt x="18829" y="387003"/>
                </a:lnTo>
                <a:lnTo>
                  <a:pt x="32979" y="343202"/>
                </a:lnTo>
                <a:lnTo>
                  <a:pt x="50754" y="301166"/>
                </a:lnTo>
                <a:lnTo>
                  <a:pt x="71969" y="261081"/>
                </a:lnTo>
                <a:lnTo>
                  <a:pt x="96439" y="223133"/>
                </a:lnTo>
                <a:lnTo>
                  <a:pt x="123976" y="187509"/>
                </a:lnTo>
                <a:lnTo>
                  <a:pt x="154395" y="154395"/>
                </a:lnTo>
                <a:lnTo>
                  <a:pt x="187509" y="123976"/>
                </a:lnTo>
                <a:lnTo>
                  <a:pt x="223133" y="96439"/>
                </a:lnTo>
                <a:lnTo>
                  <a:pt x="261081" y="71969"/>
                </a:lnTo>
                <a:lnTo>
                  <a:pt x="301166" y="50754"/>
                </a:lnTo>
                <a:lnTo>
                  <a:pt x="343202" y="32979"/>
                </a:lnTo>
                <a:lnTo>
                  <a:pt x="387003" y="18829"/>
                </a:lnTo>
                <a:lnTo>
                  <a:pt x="432384" y="8492"/>
                </a:lnTo>
                <a:lnTo>
                  <a:pt x="479157" y="2154"/>
                </a:lnTo>
                <a:lnTo>
                  <a:pt x="527137" y="0"/>
                </a:lnTo>
                <a:lnTo>
                  <a:pt x="579239" y="2579"/>
                </a:lnTo>
                <a:lnTo>
                  <a:pt x="630457" y="10222"/>
                </a:lnTo>
                <a:lnTo>
                  <a:pt x="680448" y="22785"/>
                </a:lnTo>
                <a:lnTo>
                  <a:pt x="728865" y="40125"/>
                </a:lnTo>
                <a:lnTo>
                  <a:pt x="775362" y="62100"/>
                </a:lnTo>
                <a:lnTo>
                  <a:pt x="819594" y="88565"/>
                </a:lnTo>
                <a:lnTo>
                  <a:pt x="861215" y="119378"/>
                </a:lnTo>
                <a:lnTo>
                  <a:pt x="899880" y="154395"/>
                </a:lnTo>
                <a:lnTo>
                  <a:pt x="934897" y="193060"/>
                </a:lnTo>
                <a:lnTo>
                  <a:pt x="965710" y="234681"/>
                </a:lnTo>
                <a:lnTo>
                  <a:pt x="992175" y="278913"/>
                </a:lnTo>
                <a:lnTo>
                  <a:pt x="1014149" y="325411"/>
                </a:lnTo>
                <a:lnTo>
                  <a:pt x="1031490" y="373827"/>
                </a:lnTo>
                <a:lnTo>
                  <a:pt x="1044053" y="423818"/>
                </a:lnTo>
                <a:lnTo>
                  <a:pt x="1051696" y="475036"/>
                </a:lnTo>
                <a:lnTo>
                  <a:pt x="1054275" y="527137"/>
                </a:lnTo>
                <a:lnTo>
                  <a:pt x="1052121" y="575118"/>
                </a:lnTo>
                <a:lnTo>
                  <a:pt x="1045782" y="621891"/>
                </a:lnTo>
                <a:lnTo>
                  <a:pt x="1035445" y="667272"/>
                </a:lnTo>
                <a:lnTo>
                  <a:pt x="1021296" y="711073"/>
                </a:lnTo>
                <a:lnTo>
                  <a:pt x="1003521" y="753109"/>
                </a:lnTo>
                <a:lnTo>
                  <a:pt x="982306" y="793194"/>
                </a:lnTo>
                <a:lnTo>
                  <a:pt x="957836" y="831142"/>
                </a:lnTo>
                <a:lnTo>
                  <a:pt x="930299" y="866766"/>
                </a:lnTo>
                <a:lnTo>
                  <a:pt x="899880" y="899880"/>
                </a:lnTo>
                <a:lnTo>
                  <a:pt x="866766" y="930299"/>
                </a:lnTo>
                <a:lnTo>
                  <a:pt x="831142" y="957836"/>
                </a:lnTo>
                <a:lnTo>
                  <a:pt x="793194" y="982306"/>
                </a:lnTo>
                <a:lnTo>
                  <a:pt x="753109" y="1003521"/>
                </a:lnTo>
                <a:lnTo>
                  <a:pt x="711073" y="1021296"/>
                </a:lnTo>
                <a:lnTo>
                  <a:pt x="667272" y="1035446"/>
                </a:lnTo>
                <a:lnTo>
                  <a:pt x="621891" y="1045783"/>
                </a:lnTo>
                <a:lnTo>
                  <a:pt x="575118" y="1052121"/>
                </a:lnTo>
                <a:lnTo>
                  <a:pt x="527137" y="1054275"/>
                </a:lnTo>
                <a:lnTo>
                  <a:pt x="479157" y="1052121"/>
                </a:lnTo>
                <a:lnTo>
                  <a:pt x="432384" y="1045783"/>
                </a:lnTo>
                <a:lnTo>
                  <a:pt x="387003" y="1035446"/>
                </a:lnTo>
                <a:lnTo>
                  <a:pt x="343202" y="1021296"/>
                </a:lnTo>
                <a:lnTo>
                  <a:pt x="301166" y="1003521"/>
                </a:lnTo>
                <a:lnTo>
                  <a:pt x="261081" y="982306"/>
                </a:lnTo>
                <a:lnTo>
                  <a:pt x="223133" y="957836"/>
                </a:lnTo>
                <a:lnTo>
                  <a:pt x="187509" y="930299"/>
                </a:lnTo>
                <a:lnTo>
                  <a:pt x="154395" y="899880"/>
                </a:lnTo>
                <a:lnTo>
                  <a:pt x="123976" y="866766"/>
                </a:lnTo>
                <a:lnTo>
                  <a:pt x="96439" y="831142"/>
                </a:lnTo>
                <a:lnTo>
                  <a:pt x="71969" y="793194"/>
                </a:lnTo>
                <a:lnTo>
                  <a:pt x="50754" y="753109"/>
                </a:lnTo>
                <a:lnTo>
                  <a:pt x="32979" y="711073"/>
                </a:lnTo>
                <a:lnTo>
                  <a:pt x="18829" y="667272"/>
                </a:lnTo>
                <a:lnTo>
                  <a:pt x="8492" y="621891"/>
                </a:lnTo>
                <a:lnTo>
                  <a:pt x="2154" y="575118"/>
                </a:lnTo>
                <a:lnTo>
                  <a:pt x="0" y="527137"/>
                </a:lnTo>
                <a:close/>
              </a:path>
            </a:pathLst>
          </a:custGeom>
          <a:ln w="57149">
            <a:solidFill>
              <a:srgbClr val="FFFFFF"/>
            </a:solidFill>
          </a:ln>
        </p:spPr>
        <p:txBody>
          <a:bodyPr wrap="square" lIns="0" tIns="0" rIns="0" bIns="0" rtlCol="0"/>
          <a:lstStyle/>
          <a:p>
            <a:endParaRPr/>
          </a:p>
        </p:txBody>
      </p:sp>
      <p:sp>
        <p:nvSpPr>
          <p:cNvPr id="20" name="bg object 20"/>
          <p:cNvSpPr/>
          <p:nvPr/>
        </p:nvSpPr>
        <p:spPr>
          <a:xfrm>
            <a:off x="9771025" y="7084240"/>
            <a:ext cx="236854" cy="432434"/>
          </a:xfrm>
          <a:custGeom>
            <a:avLst/>
            <a:gdLst/>
            <a:ahLst/>
            <a:cxnLst/>
            <a:rect l="l" t="t" r="r" b="b"/>
            <a:pathLst>
              <a:path w="236854" h="432434">
                <a:moveTo>
                  <a:pt x="236764" y="0"/>
                </a:moveTo>
                <a:lnTo>
                  <a:pt x="0" y="431999"/>
                </a:lnTo>
              </a:path>
            </a:pathLst>
          </a:custGeom>
          <a:ln w="9524">
            <a:solidFill>
              <a:srgbClr val="828385"/>
            </a:solidFill>
          </a:ln>
        </p:spPr>
        <p:txBody>
          <a:bodyPr wrap="square" lIns="0" tIns="0" rIns="0" bIns="0" rtlCol="0"/>
          <a:lstStyle/>
          <a:p>
            <a:endParaRPr/>
          </a:p>
        </p:txBody>
      </p:sp>
      <p:sp>
        <p:nvSpPr>
          <p:cNvPr id="21" name="bg object 21"/>
          <p:cNvSpPr/>
          <p:nvPr/>
        </p:nvSpPr>
        <p:spPr>
          <a:xfrm>
            <a:off x="9893410" y="7155475"/>
            <a:ext cx="727710" cy="260350"/>
          </a:xfrm>
          <a:custGeom>
            <a:avLst/>
            <a:gdLst/>
            <a:ahLst/>
            <a:cxnLst/>
            <a:rect l="l" t="t" r="r" b="b"/>
            <a:pathLst>
              <a:path w="727709" h="260350">
                <a:moveTo>
                  <a:pt x="587925" y="260335"/>
                </a:moveTo>
                <a:lnTo>
                  <a:pt x="0" y="260335"/>
                </a:lnTo>
                <a:lnTo>
                  <a:pt x="140364" y="0"/>
                </a:lnTo>
                <a:lnTo>
                  <a:pt x="727488" y="0"/>
                </a:lnTo>
                <a:lnTo>
                  <a:pt x="587925" y="260335"/>
                </a:lnTo>
                <a:close/>
              </a:path>
            </a:pathLst>
          </a:custGeom>
          <a:solidFill>
            <a:srgbClr val="164052"/>
          </a:solidFill>
        </p:spPr>
        <p:txBody>
          <a:bodyPr wrap="square" lIns="0" tIns="0" rIns="0" bIns="0" rtlCol="0"/>
          <a:lstStyle/>
          <a:p>
            <a:endParaRPr/>
          </a:p>
        </p:txBody>
      </p:sp>
      <p:sp>
        <p:nvSpPr>
          <p:cNvPr id="22" name="bg object 22"/>
          <p:cNvSpPr/>
          <p:nvPr/>
        </p:nvSpPr>
        <p:spPr>
          <a:xfrm>
            <a:off x="985379" y="1593750"/>
            <a:ext cx="754380" cy="479425"/>
          </a:xfrm>
          <a:custGeom>
            <a:avLst/>
            <a:gdLst/>
            <a:ahLst/>
            <a:cxnLst/>
            <a:rect l="l" t="t" r="r" b="b"/>
            <a:pathLst>
              <a:path w="754380" h="479425">
                <a:moveTo>
                  <a:pt x="675715" y="479078"/>
                </a:moveTo>
                <a:lnTo>
                  <a:pt x="572034" y="479078"/>
                </a:lnTo>
                <a:lnTo>
                  <a:pt x="518405" y="471927"/>
                </a:lnTo>
                <a:lnTo>
                  <a:pt x="464777" y="461202"/>
                </a:lnTo>
                <a:lnTo>
                  <a:pt x="364671" y="425450"/>
                </a:lnTo>
                <a:lnTo>
                  <a:pt x="271716" y="375397"/>
                </a:lnTo>
                <a:lnTo>
                  <a:pt x="228813" y="343220"/>
                </a:lnTo>
                <a:lnTo>
                  <a:pt x="189486" y="311043"/>
                </a:lnTo>
                <a:lnTo>
                  <a:pt x="153734" y="275291"/>
                </a:lnTo>
                <a:lnTo>
                  <a:pt x="117982" y="235963"/>
                </a:lnTo>
                <a:lnTo>
                  <a:pt x="89380" y="193061"/>
                </a:lnTo>
                <a:lnTo>
                  <a:pt x="60778" y="146583"/>
                </a:lnTo>
                <a:lnTo>
                  <a:pt x="35752" y="100105"/>
                </a:lnTo>
                <a:lnTo>
                  <a:pt x="17876" y="53628"/>
                </a:lnTo>
                <a:lnTo>
                  <a:pt x="0" y="0"/>
                </a:lnTo>
                <a:lnTo>
                  <a:pt x="71504" y="7150"/>
                </a:lnTo>
                <a:lnTo>
                  <a:pt x="115706" y="7150"/>
                </a:lnTo>
                <a:lnTo>
                  <a:pt x="146583" y="82229"/>
                </a:lnTo>
                <a:lnTo>
                  <a:pt x="168035" y="117981"/>
                </a:lnTo>
                <a:lnTo>
                  <a:pt x="189486" y="150158"/>
                </a:lnTo>
                <a:lnTo>
                  <a:pt x="218087" y="185910"/>
                </a:lnTo>
                <a:lnTo>
                  <a:pt x="275291" y="243114"/>
                </a:lnTo>
                <a:lnTo>
                  <a:pt x="307468" y="268140"/>
                </a:lnTo>
                <a:lnTo>
                  <a:pt x="343220" y="293167"/>
                </a:lnTo>
                <a:lnTo>
                  <a:pt x="378972" y="311043"/>
                </a:lnTo>
                <a:lnTo>
                  <a:pt x="418299" y="328919"/>
                </a:lnTo>
                <a:lnTo>
                  <a:pt x="496954" y="357521"/>
                </a:lnTo>
                <a:lnTo>
                  <a:pt x="582759" y="371821"/>
                </a:lnTo>
                <a:lnTo>
                  <a:pt x="749007" y="371821"/>
                </a:lnTo>
                <a:lnTo>
                  <a:pt x="743644" y="386122"/>
                </a:lnTo>
                <a:lnTo>
                  <a:pt x="729343" y="421874"/>
                </a:lnTo>
                <a:lnTo>
                  <a:pt x="722192" y="446901"/>
                </a:lnTo>
                <a:lnTo>
                  <a:pt x="725768" y="471927"/>
                </a:lnTo>
                <a:lnTo>
                  <a:pt x="675715" y="479078"/>
                </a:lnTo>
                <a:close/>
              </a:path>
              <a:path w="754380" h="479425">
                <a:moveTo>
                  <a:pt x="115706" y="7150"/>
                </a:moveTo>
                <a:lnTo>
                  <a:pt x="71504" y="7150"/>
                </a:lnTo>
                <a:lnTo>
                  <a:pt x="114406" y="3575"/>
                </a:lnTo>
                <a:lnTo>
                  <a:pt x="115706" y="7150"/>
                </a:lnTo>
                <a:close/>
              </a:path>
              <a:path w="754380" h="479425">
                <a:moveTo>
                  <a:pt x="749007" y="371821"/>
                </a:moveTo>
                <a:lnTo>
                  <a:pt x="625662" y="371821"/>
                </a:lnTo>
                <a:lnTo>
                  <a:pt x="690016" y="368246"/>
                </a:lnTo>
                <a:lnTo>
                  <a:pt x="754369" y="357521"/>
                </a:lnTo>
                <a:lnTo>
                  <a:pt x="749007" y="371821"/>
                </a:lnTo>
                <a:close/>
              </a:path>
            </a:pathLst>
          </a:custGeom>
          <a:solidFill>
            <a:srgbClr val="8CB939"/>
          </a:solidFill>
        </p:spPr>
        <p:txBody>
          <a:bodyPr wrap="square" lIns="0" tIns="0" rIns="0" bIns="0" rtlCol="0"/>
          <a:lstStyle/>
          <a:p>
            <a:endParaRPr/>
          </a:p>
        </p:txBody>
      </p:sp>
      <p:sp>
        <p:nvSpPr>
          <p:cNvPr id="23" name="bg object 23"/>
          <p:cNvSpPr/>
          <p:nvPr/>
        </p:nvSpPr>
        <p:spPr>
          <a:xfrm>
            <a:off x="1267821" y="778602"/>
            <a:ext cx="990600" cy="611505"/>
          </a:xfrm>
          <a:custGeom>
            <a:avLst/>
            <a:gdLst/>
            <a:ahLst/>
            <a:cxnLst/>
            <a:rect l="l" t="t" r="r" b="b"/>
            <a:pathLst>
              <a:path w="990600" h="611505">
                <a:moveTo>
                  <a:pt x="0" y="228813"/>
                </a:moveTo>
                <a:lnTo>
                  <a:pt x="10725" y="182335"/>
                </a:lnTo>
                <a:lnTo>
                  <a:pt x="14300" y="128707"/>
                </a:lnTo>
                <a:lnTo>
                  <a:pt x="14300" y="89380"/>
                </a:lnTo>
                <a:lnTo>
                  <a:pt x="50053" y="67929"/>
                </a:lnTo>
                <a:lnTo>
                  <a:pt x="89380" y="50052"/>
                </a:lnTo>
                <a:lnTo>
                  <a:pt x="168035" y="21451"/>
                </a:lnTo>
                <a:lnTo>
                  <a:pt x="210937" y="10725"/>
                </a:lnTo>
                <a:lnTo>
                  <a:pt x="253840" y="3575"/>
                </a:lnTo>
                <a:lnTo>
                  <a:pt x="300317" y="0"/>
                </a:lnTo>
                <a:lnTo>
                  <a:pt x="343220" y="0"/>
                </a:lnTo>
                <a:lnTo>
                  <a:pt x="407574" y="3575"/>
                </a:lnTo>
                <a:lnTo>
                  <a:pt x="471928" y="10725"/>
                </a:lnTo>
                <a:lnTo>
                  <a:pt x="529131" y="25026"/>
                </a:lnTo>
                <a:lnTo>
                  <a:pt x="589910" y="46477"/>
                </a:lnTo>
                <a:lnTo>
                  <a:pt x="643538" y="71504"/>
                </a:lnTo>
                <a:lnTo>
                  <a:pt x="697166" y="103681"/>
                </a:lnTo>
                <a:lnTo>
                  <a:pt x="701814" y="107256"/>
                </a:lnTo>
                <a:lnTo>
                  <a:pt x="296742" y="107256"/>
                </a:lnTo>
                <a:lnTo>
                  <a:pt x="250264" y="114406"/>
                </a:lnTo>
                <a:lnTo>
                  <a:pt x="203787" y="125132"/>
                </a:lnTo>
                <a:lnTo>
                  <a:pt x="157309" y="139433"/>
                </a:lnTo>
                <a:lnTo>
                  <a:pt x="117982" y="157309"/>
                </a:lnTo>
                <a:lnTo>
                  <a:pt x="75079" y="178760"/>
                </a:lnTo>
                <a:lnTo>
                  <a:pt x="35752" y="203787"/>
                </a:lnTo>
                <a:lnTo>
                  <a:pt x="0" y="228813"/>
                </a:lnTo>
                <a:close/>
              </a:path>
              <a:path w="990600" h="611505">
                <a:moveTo>
                  <a:pt x="990333" y="611361"/>
                </a:moveTo>
                <a:lnTo>
                  <a:pt x="965307" y="568458"/>
                </a:lnTo>
                <a:lnTo>
                  <a:pt x="936705" y="532706"/>
                </a:lnTo>
                <a:lnTo>
                  <a:pt x="900953" y="504104"/>
                </a:lnTo>
                <a:lnTo>
                  <a:pt x="858051" y="482653"/>
                </a:lnTo>
                <a:lnTo>
                  <a:pt x="843750" y="443326"/>
                </a:lnTo>
                <a:lnTo>
                  <a:pt x="825874" y="403998"/>
                </a:lnTo>
                <a:lnTo>
                  <a:pt x="807998" y="368246"/>
                </a:lnTo>
                <a:lnTo>
                  <a:pt x="782971" y="332494"/>
                </a:lnTo>
                <a:lnTo>
                  <a:pt x="757945" y="300317"/>
                </a:lnTo>
                <a:lnTo>
                  <a:pt x="729343" y="268140"/>
                </a:lnTo>
                <a:lnTo>
                  <a:pt x="700741" y="239539"/>
                </a:lnTo>
                <a:lnTo>
                  <a:pt x="664989" y="214512"/>
                </a:lnTo>
                <a:lnTo>
                  <a:pt x="632812" y="189486"/>
                </a:lnTo>
                <a:lnTo>
                  <a:pt x="593485" y="168034"/>
                </a:lnTo>
                <a:lnTo>
                  <a:pt x="557733" y="150158"/>
                </a:lnTo>
                <a:lnTo>
                  <a:pt x="518405" y="135858"/>
                </a:lnTo>
                <a:lnTo>
                  <a:pt x="475503" y="121557"/>
                </a:lnTo>
                <a:lnTo>
                  <a:pt x="389698" y="107256"/>
                </a:lnTo>
                <a:lnTo>
                  <a:pt x="701814" y="107256"/>
                </a:lnTo>
                <a:lnTo>
                  <a:pt x="743644" y="139433"/>
                </a:lnTo>
                <a:lnTo>
                  <a:pt x="790121" y="178760"/>
                </a:lnTo>
                <a:lnTo>
                  <a:pt x="833024" y="221663"/>
                </a:lnTo>
                <a:lnTo>
                  <a:pt x="868776" y="268140"/>
                </a:lnTo>
                <a:lnTo>
                  <a:pt x="900953" y="318193"/>
                </a:lnTo>
                <a:lnTo>
                  <a:pt x="929555" y="371822"/>
                </a:lnTo>
                <a:lnTo>
                  <a:pt x="954581" y="429025"/>
                </a:lnTo>
                <a:lnTo>
                  <a:pt x="972457" y="486228"/>
                </a:lnTo>
                <a:lnTo>
                  <a:pt x="983183" y="547007"/>
                </a:lnTo>
                <a:lnTo>
                  <a:pt x="990333" y="611361"/>
                </a:lnTo>
                <a:close/>
              </a:path>
            </a:pathLst>
          </a:custGeom>
          <a:solidFill>
            <a:srgbClr val="8CB939"/>
          </a:solidFill>
        </p:spPr>
        <p:txBody>
          <a:bodyPr wrap="square" lIns="0" tIns="0" rIns="0" bIns="0" rtlCol="0"/>
          <a:lstStyle/>
          <a:p>
            <a:endParaRPr/>
          </a:p>
        </p:txBody>
      </p:sp>
      <p:sp>
        <p:nvSpPr>
          <p:cNvPr id="24" name="bg object 24"/>
          <p:cNvSpPr/>
          <p:nvPr/>
        </p:nvSpPr>
        <p:spPr>
          <a:xfrm>
            <a:off x="1761197" y="1304162"/>
            <a:ext cx="608330" cy="872490"/>
          </a:xfrm>
          <a:custGeom>
            <a:avLst/>
            <a:gdLst/>
            <a:ahLst/>
            <a:cxnLst/>
            <a:rect l="l" t="t" r="r" b="b"/>
            <a:pathLst>
              <a:path w="608330" h="872489">
                <a:moveTo>
                  <a:pt x="475500" y="235966"/>
                </a:moveTo>
                <a:lnTo>
                  <a:pt x="471919" y="185915"/>
                </a:lnTo>
                <a:lnTo>
                  <a:pt x="464769" y="143014"/>
                </a:lnTo>
                <a:lnTo>
                  <a:pt x="446900" y="103682"/>
                </a:lnTo>
                <a:lnTo>
                  <a:pt x="425450" y="71501"/>
                </a:lnTo>
                <a:lnTo>
                  <a:pt x="421868" y="67411"/>
                </a:lnTo>
                <a:lnTo>
                  <a:pt x="421868" y="235966"/>
                </a:lnTo>
                <a:lnTo>
                  <a:pt x="418299" y="271716"/>
                </a:lnTo>
                <a:lnTo>
                  <a:pt x="400418" y="332498"/>
                </a:lnTo>
                <a:lnTo>
                  <a:pt x="368249" y="382549"/>
                </a:lnTo>
                <a:lnTo>
                  <a:pt x="328917" y="411149"/>
                </a:lnTo>
                <a:lnTo>
                  <a:pt x="303885" y="414731"/>
                </a:lnTo>
                <a:lnTo>
                  <a:pt x="278866" y="411149"/>
                </a:lnTo>
                <a:lnTo>
                  <a:pt x="235966" y="382549"/>
                </a:lnTo>
                <a:lnTo>
                  <a:pt x="203784" y="332498"/>
                </a:lnTo>
                <a:lnTo>
                  <a:pt x="185902" y="271716"/>
                </a:lnTo>
                <a:lnTo>
                  <a:pt x="185902" y="200215"/>
                </a:lnTo>
                <a:lnTo>
                  <a:pt x="193052" y="164465"/>
                </a:lnTo>
                <a:lnTo>
                  <a:pt x="203784" y="135864"/>
                </a:lnTo>
                <a:lnTo>
                  <a:pt x="221665" y="110832"/>
                </a:lnTo>
                <a:lnTo>
                  <a:pt x="235966" y="85801"/>
                </a:lnTo>
                <a:lnTo>
                  <a:pt x="257416" y="71501"/>
                </a:lnTo>
                <a:lnTo>
                  <a:pt x="278866" y="60782"/>
                </a:lnTo>
                <a:lnTo>
                  <a:pt x="303885" y="57200"/>
                </a:lnTo>
                <a:lnTo>
                  <a:pt x="328917" y="60782"/>
                </a:lnTo>
                <a:lnTo>
                  <a:pt x="368249" y="85801"/>
                </a:lnTo>
                <a:lnTo>
                  <a:pt x="400418" y="135864"/>
                </a:lnTo>
                <a:lnTo>
                  <a:pt x="418299" y="200215"/>
                </a:lnTo>
                <a:lnTo>
                  <a:pt x="421868" y="235966"/>
                </a:lnTo>
                <a:lnTo>
                  <a:pt x="421868" y="67411"/>
                </a:lnTo>
                <a:lnTo>
                  <a:pt x="412927" y="57200"/>
                </a:lnTo>
                <a:lnTo>
                  <a:pt x="400418" y="42900"/>
                </a:lnTo>
                <a:lnTo>
                  <a:pt x="371817" y="21450"/>
                </a:lnTo>
                <a:lnTo>
                  <a:pt x="353949" y="10731"/>
                </a:lnTo>
                <a:lnTo>
                  <a:pt x="339636" y="7150"/>
                </a:lnTo>
                <a:lnTo>
                  <a:pt x="303885" y="0"/>
                </a:lnTo>
                <a:lnTo>
                  <a:pt x="250266" y="10731"/>
                </a:lnTo>
                <a:lnTo>
                  <a:pt x="207352" y="42900"/>
                </a:lnTo>
                <a:lnTo>
                  <a:pt x="160883" y="103682"/>
                </a:lnTo>
                <a:lnTo>
                  <a:pt x="143002" y="143014"/>
                </a:lnTo>
                <a:lnTo>
                  <a:pt x="132283" y="185915"/>
                </a:lnTo>
                <a:lnTo>
                  <a:pt x="128701" y="235966"/>
                </a:lnTo>
                <a:lnTo>
                  <a:pt x="132283" y="268147"/>
                </a:lnTo>
                <a:lnTo>
                  <a:pt x="143002" y="325348"/>
                </a:lnTo>
                <a:lnTo>
                  <a:pt x="168033" y="378968"/>
                </a:lnTo>
                <a:lnTo>
                  <a:pt x="196634" y="418299"/>
                </a:lnTo>
                <a:lnTo>
                  <a:pt x="218084" y="436181"/>
                </a:lnTo>
                <a:lnTo>
                  <a:pt x="218084" y="500532"/>
                </a:lnTo>
                <a:lnTo>
                  <a:pt x="200202" y="500532"/>
                </a:lnTo>
                <a:lnTo>
                  <a:pt x="207352" y="514832"/>
                </a:lnTo>
                <a:lnTo>
                  <a:pt x="214515" y="532714"/>
                </a:lnTo>
                <a:lnTo>
                  <a:pt x="225234" y="543433"/>
                </a:lnTo>
                <a:lnTo>
                  <a:pt x="235966" y="557733"/>
                </a:lnTo>
                <a:lnTo>
                  <a:pt x="250266" y="564883"/>
                </a:lnTo>
                <a:lnTo>
                  <a:pt x="286016" y="579183"/>
                </a:lnTo>
                <a:lnTo>
                  <a:pt x="321767" y="579183"/>
                </a:lnTo>
                <a:lnTo>
                  <a:pt x="339636" y="572033"/>
                </a:lnTo>
                <a:lnTo>
                  <a:pt x="368249" y="557733"/>
                </a:lnTo>
                <a:lnTo>
                  <a:pt x="393268" y="532714"/>
                </a:lnTo>
                <a:lnTo>
                  <a:pt x="400418" y="514832"/>
                </a:lnTo>
                <a:lnTo>
                  <a:pt x="407568" y="500532"/>
                </a:lnTo>
                <a:lnTo>
                  <a:pt x="389699" y="500532"/>
                </a:lnTo>
                <a:lnTo>
                  <a:pt x="389699" y="436181"/>
                </a:lnTo>
                <a:lnTo>
                  <a:pt x="411149" y="414731"/>
                </a:lnTo>
                <a:lnTo>
                  <a:pt x="425450" y="400431"/>
                </a:lnTo>
                <a:lnTo>
                  <a:pt x="454050" y="353949"/>
                </a:lnTo>
                <a:lnTo>
                  <a:pt x="471919" y="296748"/>
                </a:lnTo>
                <a:lnTo>
                  <a:pt x="475500" y="268147"/>
                </a:lnTo>
                <a:lnTo>
                  <a:pt x="475500" y="235966"/>
                </a:lnTo>
                <a:close/>
              </a:path>
              <a:path w="608330" h="872489">
                <a:moveTo>
                  <a:pt x="607783" y="747217"/>
                </a:moveTo>
                <a:lnTo>
                  <a:pt x="604202" y="729348"/>
                </a:lnTo>
                <a:lnTo>
                  <a:pt x="589902" y="693597"/>
                </a:lnTo>
                <a:lnTo>
                  <a:pt x="566534" y="632815"/>
                </a:lnTo>
                <a:lnTo>
                  <a:pt x="536282" y="554164"/>
                </a:lnTo>
                <a:lnTo>
                  <a:pt x="507682" y="518401"/>
                </a:lnTo>
                <a:lnTo>
                  <a:pt x="464769" y="500532"/>
                </a:lnTo>
                <a:lnTo>
                  <a:pt x="457619" y="525551"/>
                </a:lnTo>
                <a:lnTo>
                  <a:pt x="443318" y="554164"/>
                </a:lnTo>
                <a:lnTo>
                  <a:pt x="407568" y="597065"/>
                </a:lnTo>
                <a:lnTo>
                  <a:pt x="361099" y="625665"/>
                </a:lnTo>
                <a:lnTo>
                  <a:pt x="332486" y="632815"/>
                </a:lnTo>
                <a:lnTo>
                  <a:pt x="275285" y="632815"/>
                </a:lnTo>
                <a:lnTo>
                  <a:pt x="221665" y="611365"/>
                </a:lnTo>
                <a:lnTo>
                  <a:pt x="178752" y="575614"/>
                </a:lnTo>
                <a:lnTo>
                  <a:pt x="150152" y="525551"/>
                </a:lnTo>
                <a:lnTo>
                  <a:pt x="143002" y="500532"/>
                </a:lnTo>
                <a:lnTo>
                  <a:pt x="121551" y="504101"/>
                </a:lnTo>
                <a:lnTo>
                  <a:pt x="100101" y="518401"/>
                </a:lnTo>
                <a:lnTo>
                  <a:pt x="82232" y="532714"/>
                </a:lnTo>
                <a:lnTo>
                  <a:pt x="71501" y="554164"/>
                </a:lnTo>
                <a:lnTo>
                  <a:pt x="17868" y="693597"/>
                </a:lnTo>
                <a:lnTo>
                  <a:pt x="3568" y="729348"/>
                </a:lnTo>
                <a:lnTo>
                  <a:pt x="0" y="747217"/>
                </a:lnTo>
                <a:lnTo>
                  <a:pt x="3568" y="761517"/>
                </a:lnTo>
                <a:lnTo>
                  <a:pt x="10718" y="775817"/>
                </a:lnTo>
                <a:lnTo>
                  <a:pt x="21450" y="786549"/>
                </a:lnTo>
                <a:lnTo>
                  <a:pt x="53619" y="807999"/>
                </a:lnTo>
                <a:lnTo>
                  <a:pt x="85801" y="822299"/>
                </a:lnTo>
                <a:lnTo>
                  <a:pt x="121551" y="836599"/>
                </a:lnTo>
                <a:lnTo>
                  <a:pt x="153733" y="850900"/>
                </a:lnTo>
                <a:lnTo>
                  <a:pt x="189484" y="858050"/>
                </a:lnTo>
                <a:lnTo>
                  <a:pt x="228815" y="865200"/>
                </a:lnTo>
                <a:lnTo>
                  <a:pt x="303885" y="872350"/>
                </a:lnTo>
                <a:lnTo>
                  <a:pt x="378968" y="865200"/>
                </a:lnTo>
                <a:lnTo>
                  <a:pt x="414718" y="858050"/>
                </a:lnTo>
                <a:lnTo>
                  <a:pt x="454050" y="850900"/>
                </a:lnTo>
                <a:lnTo>
                  <a:pt x="486219" y="836599"/>
                </a:lnTo>
                <a:lnTo>
                  <a:pt x="521982" y="822299"/>
                </a:lnTo>
                <a:lnTo>
                  <a:pt x="554151" y="807999"/>
                </a:lnTo>
                <a:lnTo>
                  <a:pt x="597052" y="775817"/>
                </a:lnTo>
                <a:lnTo>
                  <a:pt x="604202" y="761517"/>
                </a:lnTo>
                <a:lnTo>
                  <a:pt x="607783" y="747217"/>
                </a:lnTo>
                <a:close/>
              </a:path>
            </a:pathLst>
          </a:custGeom>
          <a:solidFill>
            <a:srgbClr val="8CB939"/>
          </a:solidFill>
        </p:spPr>
        <p:txBody>
          <a:bodyPr wrap="square" lIns="0" tIns="0" rIns="0" bIns="0" rtlCol="0"/>
          <a:lstStyle/>
          <a:p>
            <a:endParaRPr/>
          </a:p>
        </p:txBody>
      </p:sp>
      <p:sp>
        <p:nvSpPr>
          <p:cNvPr id="25" name="bg object 25"/>
          <p:cNvSpPr/>
          <p:nvPr/>
        </p:nvSpPr>
        <p:spPr>
          <a:xfrm>
            <a:off x="752983" y="674928"/>
            <a:ext cx="604520" cy="872490"/>
          </a:xfrm>
          <a:custGeom>
            <a:avLst/>
            <a:gdLst/>
            <a:ahLst/>
            <a:cxnLst/>
            <a:rect l="l" t="t" r="r" b="b"/>
            <a:pathLst>
              <a:path w="604519" h="872490">
                <a:moveTo>
                  <a:pt x="475500" y="232384"/>
                </a:moveTo>
                <a:lnTo>
                  <a:pt x="471932" y="185915"/>
                </a:lnTo>
                <a:lnTo>
                  <a:pt x="461200" y="143002"/>
                </a:lnTo>
                <a:lnTo>
                  <a:pt x="446900" y="103682"/>
                </a:lnTo>
                <a:lnTo>
                  <a:pt x="425450" y="67932"/>
                </a:lnTo>
                <a:lnTo>
                  <a:pt x="421881" y="63855"/>
                </a:lnTo>
                <a:lnTo>
                  <a:pt x="421881" y="232384"/>
                </a:lnTo>
                <a:lnTo>
                  <a:pt x="418299" y="268135"/>
                </a:lnTo>
                <a:lnTo>
                  <a:pt x="400431" y="332498"/>
                </a:lnTo>
                <a:lnTo>
                  <a:pt x="368249" y="382549"/>
                </a:lnTo>
                <a:lnTo>
                  <a:pt x="325348" y="407568"/>
                </a:lnTo>
                <a:lnTo>
                  <a:pt x="303898" y="411149"/>
                </a:lnTo>
                <a:lnTo>
                  <a:pt x="278866" y="407568"/>
                </a:lnTo>
                <a:lnTo>
                  <a:pt x="235966" y="382549"/>
                </a:lnTo>
                <a:lnTo>
                  <a:pt x="203784" y="332498"/>
                </a:lnTo>
                <a:lnTo>
                  <a:pt x="185915" y="268135"/>
                </a:lnTo>
                <a:lnTo>
                  <a:pt x="182333" y="232384"/>
                </a:lnTo>
                <a:lnTo>
                  <a:pt x="185915" y="196634"/>
                </a:lnTo>
                <a:lnTo>
                  <a:pt x="203784" y="135851"/>
                </a:lnTo>
                <a:lnTo>
                  <a:pt x="235966" y="85801"/>
                </a:lnTo>
                <a:lnTo>
                  <a:pt x="278866" y="57200"/>
                </a:lnTo>
                <a:lnTo>
                  <a:pt x="303898" y="53632"/>
                </a:lnTo>
                <a:lnTo>
                  <a:pt x="325348" y="57200"/>
                </a:lnTo>
                <a:lnTo>
                  <a:pt x="368249" y="85801"/>
                </a:lnTo>
                <a:lnTo>
                  <a:pt x="400431" y="135851"/>
                </a:lnTo>
                <a:lnTo>
                  <a:pt x="418299" y="196634"/>
                </a:lnTo>
                <a:lnTo>
                  <a:pt x="421881" y="232384"/>
                </a:lnTo>
                <a:lnTo>
                  <a:pt x="421881" y="63855"/>
                </a:lnTo>
                <a:lnTo>
                  <a:pt x="371817" y="17868"/>
                </a:lnTo>
                <a:lnTo>
                  <a:pt x="336067" y="3568"/>
                </a:lnTo>
                <a:lnTo>
                  <a:pt x="321767" y="0"/>
                </a:lnTo>
                <a:lnTo>
                  <a:pt x="286016" y="0"/>
                </a:lnTo>
                <a:lnTo>
                  <a:pt x="235966" y="17868"/>
                </a:lnTo>
                <a:lnTo>
                  <a:pt x="178765" y="67932"/>
                </a:lnTo>
                <a:lnTo>
                  <a:pt x="157314" y="103682"/>
                </a:lnTo>
                <a:lnTo>
                  <a:pt x="143014" y="143002"/>
                </a:lnTo>
                <a:lnTo>
                  <a:pt x="132283" y="185915"/>
                </a:lnTo>
                <a:lnTo>
                  <a:pt x="128714" y="232384"/>
                </a:lnTo>
                <a:lnTo>
                  <a:pt x="135864" y="296735"/>
                </a:lnTo>
                <a:lnTo>
                  <a:pt x="143014" y="325348"/>
                </a:lnTo>
                <a:lnTo>
                  <a:pt x="164465" y="375399"/>
                </a:lnTo>
                <a:lnTo>
                  <a:pt x="178765" y="400418"/>
                </a:lnTo>
                <a:lnTo>
                  <a:pt x="214515" y="436168"/>
                </a:lnTo>
                <a:lnTo>
                  <a:pt x="214515" y="496951"/>
                </a:lnTo>
                <a:lnTo>
                  <a:pt x="200215" y="496951"/>
                </a:lnTo>
                <a:lnTo>
                  <a:pt x="203784" y="514832"/>
                </a:lnTo>
                <a:lnTo>
                  <a:pt x="235966" y="554151"/>
                </a:lnTo>
                <a:lnTo>
                  <a:pt x="303898" y="579183"/>
                </a:lnTo>
                <a:lnTo>
                  <a:pt x="339648" y="572033"/>
                </a:lnTo>
                <a:lnTo>
                  <a:pt x="382549" y="543433"/>
                </a:lnTo>
                <a:lnTo>
                  <a:pt x="407581" y="496951"/>
                </a:lnTo>
                <a:lnTo>
                  <a:pt x="389699" y="496951"/>
                </a:lnTo>
                <a:lnTo>
                  <a:pt x="389699" y="436168"/>
                </a:lnTo>
                <a:lnTo>
                  <a:pt x="425450" y="400418"/>
                </a:lnTo>
                <a:lnTo>
                  <a:pt x="461200" y="325348"/>
                </a:lnTo>
                <a:lnTo>
                  <a:pt x="475500" y="264566"/>
                </a:lnTo>
                <a:lnTo>
                  <a:pt x="475500" y="232384"/>
                </a:lnTo>
                <a:close/>
              </a:path>
              <a:path w="604519" h="872490">
                <a:moveTo>
                  <a:pt x="604215" y="747217"/>
                </a:moveTo>
                <a:lnTo>
                  <a:pt x="600633" y="729335"/>
                </a:lnTo>
                <a:lnTo>
                  <a:pt x="586333" y="693585"/>
                </a:lnTo>
                <a:lnTo>
                  <a:pt x="564515" y="632815"/>
                </a:lnTo>
                <a:lnTo>
                  <a:pt x="536282" y="554151"/>
                </a:lnTo>
                <a:lnTo>
                  <a:pt x="507682" y="514832"/>
                </a:lnTo>
                <a:lnTo>
                  <a:pt x="461200" y="496951"/>
                </a:lnTo>
                <a:lnTo>
                  <a:pt x="454050" y="525551"/>
                </a:lnTo>
                <a:lnTo>
                  <a:pt x="443331" y="550583"/>
                </a:lnTo>
                <a:lnTo>
                  <a:pt x="407581" y="593483"/>
                </a:lnTo>
                <a:lnTo>
                  <a:pt x="361099" y="622084"/>
                </a:lnTo>
                <a:lnTo>
                  <a:pt x="303898" y="632815"/>
                </a:lnTo>
                <a:lnTo>
                  <a:pt x="271716" y="629234"/>
                </a:lnTo>
                <a:lnTo>
                  <a:pt x="221665" y="611365"/>
                </a:lnTo>
                <a:lnTo>
                  <a:pt x="178765" y="575602"/>
                </a:lnTo>
                <a:lnTo>
                  <a:pt x="150164" y="525551"/>
                </a:lnTo>
                <a:lnTo>
                  <a:pt x="143014" y="496951"/>
                </a:lnTo>
                <a:lnTo>
                  <a:pt x="117983" y="504101"/>
                </a:lnTo>
                <a:lnTo>
                  <a:pt x="100101" y="514832"/>
                </a:lnTo>
                <a:lnTo>
                  <a:pt x="82232" y="532701"/>
                </a:lnTo>
                <a:lnTo>
                  <a:pt x="71501" y="554151"/>
                </a:lnTo>
                <a:lnTo>
                  <a:pt x="17881" y="693585"/>
                </a:lnTo>
                <a:lnTo>
                  <a:pt x="3581" y="729335"/>
                </a:lnTo>
                <a:lnTo>
                  <a:pt x="0" y="747217"/>
                </a:lnTo>
                <a:lnTo>
                  <a:pt x="3581" y="761517"/>
                </a:lnTo>
                <a:lnTo>
                  <a:pt x="10731" y="775817"/>
                </a:lnTo>
                <a:lnTo>
                  <a:pt x="85801" y="822299"/>
                </a:lnTo>
                <a:lnTo>
                  <a:pt x="189484" y="858050"/>
                </a:lnTo>
                <a:lnTo>
                  <a:pt x="303898" y="872350"/>
                </a:lnTo>
                <a:lnTo>
                  <a:pt x="378968" y="865200"/>
                </a:lnTo>
                <a:lnTo>
                  <a:pt x="486232" y="836599"/>
                </a:lnTo>
                <a:lnTo>
                  <a:pt x="582764" y="786549"/>
                </a:lnTo>
                <a:lnTo>
                  <a:pt x="604215" y="761517"/>
                </a:lnTo>
                <a:lnTo>
                  <a:pt x="604215" y="747217"/>
                </a:lnTo>
                <a:close/>
              </a:path>
            </a:pathLst>
          </a:custGeom>
          <a:solidFill>
            <a:srgbClr val="8CB939"/>
          </a:solidFill>
        </p:spPr>
        <p:txBody>
          <a:bodyPr wrap="square" lIns="0" tIns="0" rIns="0" bIns="0" rtlCol="0"/>
          <a:lstStyle/>
          <a:p>
            <a:endParaRPr/>
          </a:p>
        </p:txBody>
      </p:sp>
      <p:pic>
        <p:nvPicPr>
          <p:cNvPr id="26" name="bg object 26"/>
          <p:cNvPicPr/>
          <p:nvPr/>
        </p:nvPicPr>
        <p:blipFill>
          <a:blip r:embed="rId2" cstate="print"/>
          <a:stretch>
            <a:fillRect/>
          </a:stretch>
        </p:blipFill>
        <p:spPr>
          <a:xfrm>
            <a:off x="4832636" y="726214"/>
            <a:ext cx="104774" cy="104774"/>
          </a:xfrm>
          <a:prstGeom prst="rect">
            <a:avLst/>
          </a:prstGeom>
        </p:spPr>
      </p:pic>
      <p:sp>
        <p:nvSpPr>
          <p:cNvPr id="27" name="bg object 27"/>
          <p:cNvSpPr/>
          <p:nvPr/>
        </p:nvSpPr>
        <p:spPr>
          <a:xfrm>
            <a:off x="4578636" y="472214"/>
            <a:ext cx="612775" cy="612775"/>
          </a:xfrm>
          <a:custGeom>
            <a:avLst/>
            <a:gdLst/>
            <a:ahLst/>
            <a:cxnLst/>
            <a:rect l="l" t="t" r="r" b="b"/>
            <a:pathLst>
              <a:path w="612775" h="612775">
                <a:moveTo>
                  <a:pt x="415924" y="101599"/>
                </a:moveTo>
                <a:lnTo>
                  <a:pt x="196849" y="101599"/>
                </a:lnTo>
                <a:lnTo>
                  <a:pt x="219074" y="92074"/>
                </a:lnTo>
                <a:lnTo>
                  <a:pt x="238124" y="85724"/>
                </a:lnTo>
                <a:lnTo>
                  <a:pt x="253999" y="12699"/>
                </a:lnTo>
                <a:lnTo>
                  <a:pt x="260349" y="3174"/>
                </a:lnTo>
                <a:lnTo>
                  <a:pt x="269874" y="0"/>
                </a:lnTo>
                <a:lnTo>
                  <a:pt x="342899" y="0"/>
                </a:lnTo>
                <a:lnTo>
                  <a:pt x="352424" y="3174"/>
                </a:lnTo>
                <a:lnTo>
                  <a:pt x="358774" y="12699"/>
                </a:lnTo>
                <a:lnTo>
                  <a:pt x="371474" y="85724"/>
                </a:lnTo>
                <a:lnTo>
                  <a:pt x="393699" y="92074"/>
                </a:lnTo>
                <a:lnTo>
                  <a:pt x="415924" y="101599"/>
                </a:lnTo>
                <a:close/>
              </a:path>
              <a:path w="612775" h="612775">
                <a:moveTo>
                  <a:pt x="126999" y="552449"/>
                </a:moveTo>
                <a:lnTo>
                  <a:pt x="117474" y="549274"/>
                </a:lnTo>
                <a:lnTo>
                  <a:pt x="63499" y="495299"/>
                </a:lnTo>
                <a:lnTo>
                  <a:pt x="60324" y="485774"/>
                </a:lnTo>
                <a:lnTo>
                  <a:pt x="63499" y="476249"/>
                </a:lnTo>
                <a:lnTo>
                  <a:pt x="104774" y="415924"/>
                </a:lnTo>
                <a:lnTo>
                  <a:pt x="85724" y="371474"/>
                </a:lnTo>
                <a:lnTo>
                  <a:pt x="12699" y="358774"/>
                </a:lnTo>
                <a:lnTo>
                  <a:pt x="3174" y="352424"/>
                </a:lnTo>
                <a:lnTo>
                  <a:pt x="0" y="342899"/>
                </a:lnTo>
                <a:lnTo>
                  <a:pt x="0" y="269874"/>
                </a:lnTo>
                <a:lnTo>
                  <a:pt x="3174" y="257174"/>
                </a:lnTo>
                <a:lnTo>
                  <a:pt x="12699" y="253999"/>
                </a:lnTo>
                <a:lnTo>
                  <a:pt x="85724" y="238124"/>
                </a:lnTo>
                <a:lnTo>
                  <a:pt x="95249" y="219074"/>
                </a:lnTo>
                <a:lnTo>
                  <a:pt x="104774" y="196849"/>
                </a:lnTo>
                <a:lnTo>
                  <a:pt x="60324" y="136524"/>
                </a:lnTo>
                <a:lnTo>
                  <a:pt x="60324" y="123824"/>
                </a:lnTo>
                <a:lnTo>
                  <a:pt x="63499" y="114299"/>
                </a:lnTo>
                <a:lnTo>
                  <a:pt x="117474" y="63499"/>
                </a:lnTo>
                <a:lnTo>
                  <a:pt x="123824" y="57149"/>
                </a:lnTo>
                <a:lnTo>
                  <a:pt x="136524" y="60324"/>
                </a:lnTo>
                <a:lnTo>
                  <a:pt x="196849" y="101599"/>
                </a:lnTo>
                <a:lnTo>
                  <a:pt x="539749" y="101599"/>
                </a:lnTo>
                <a:lnTo>
                  <a:pt x="552449" y="114299"/>
                </a:lnTo>
                <a:lnTo>
                  <a:pt x="555624" y="123824"/>
                </a:lnTo>
                <a:lnTo>
                  <a:pt x="552449" y="133349"/>
                </a:lnTo>
                <a:lnTo>
                  <a:pt x="523557" y="177799"/>
                </a:lnTo>
                <a:lnTo>
                  <a:pt x="307974" y="177799"/>
                </a:lnTo>
                <a:lnTo>
                  <a:pt x="282574" y="180974"/>
                </a:lnTo>
                <a:lnTo>
                  <a:pt x="234949" y="200024"/>
                </a:lnTo>
                <a:lnTo>
                  <a:pt x="200024" y="234949"/>
                </a:lnTo>
                <a:lnTo>
                  <a:pt x="180974" y="279399"/>
                </a:lnTo>
                <a:lnTo>
                  <a:pt x="177799" y="304799"/>
                </a:lnTo>
                <a:lnTo>
                  <a:pt x="180974" y="330199"/>
                </a:lnTo>
                <a:lnTo>
                  <a:pt x="200024" y="377824"/>
                </a:lnTo>
                <a:lnTo>
                  <a:pt x="234949" y="412749"/>
                </a:lnTo>
                <a:lnTo>
                  <a:pt x="282574" y="431799"/>
                </a:lnTo>
                <a:lnTo>
                  <a:pt x="307974" y="434974"/>
                </a:lnTo>
                <a:lnTo>
                  <a:pt x="524209" y="434974"/>
                </a:lnTo>
                <a:lnTo>
                  <a:pt x="552449" y="476249"/>
                </a:lnTo>
                <a:lnTo>
                  <a:pt x="555624" y="488949"/>
                </a:lnTo>
                <a:lnTo>
                  <a:pt x="549274" y="498474"/>
                </a:lnTo>
                <a:lnTo>
                  <a:pt x="539749" y="507999"/>
                </a:lnTo>
                <a:lnTo>
                  <a:pt x="196849" y="507999"/>
                </a:lnTo>
                <a:lnTo>
                  <a:pt x="136524" y="549274"/>
                </a:lnTo>
                <a:lnTo>
                  <a:pt x="126999" y="552449"/>
                </a:lnTo>
                <a:close/>
              </a:path>
              <a:path w="612775" h="612775">
                <a:moveTo>
                  <a:pt x="539749" y="101599"/>
                </a:moveTo>
                <a:lnTo>
                  <a:pt x="415924" y="101599"/>
                </a:lnTo>
                <a:lnTo>
                  <a:pt x="479424" y="60324"/>
                </a:lnTo>
                <a:lnTo>
                  <a:pt x="488949" y="57149"/>
                </a:lnTo>
                <a:lnTo>
                  <a:pt x="498474" y="60324"/>
                </a:lnTo>
                <a:lnTo>
                  <a:pt x="539749" y="101599"/>
                </a:lnTo>
                <a:close/>
              </a:path>
              <a:path w="612775" h="612775">
                <a:moveTo>
                  <a:pt x="524209" y="434974"/>
                </a:moveTo>
                <a:lnTo>
                  <a:pt x="307974" y="434974"/>
                </a:lnTo>
                <a:lnTo>
                  <a:pt x="333374" y="431799"/>
                </a:lnTo>
                <a:lnTo>
                  <a:pt x="377824" y="412749"/>
                </a:lnTo>
                <a:lnTo>
                  <a:pt x="412749" y="377824"/>
                </a:lnTo>
                <a:lnTo>
                  <a:pt x="431799" y="330199"/>
                </a:lnTo>
                <a:lnTo>
                  <a:pt x="434974" y="304799"/>
                </a:lnTo>
                <a:lnTo>
                  <a:pt x="431799" y="279399"/>
                </a:lnTo>
                <a:lnTo>
                  <a:pt x="412749" y="234949"/>
                </a:lnTo>
                <a:lnTo>
                  <a:pt x="377824" y="200024"/>
                </a:lnTo>
                <a:lnTo>
                  <a:pt x="333374" y="180974"/>
                </a:lnTo>
                <a:lnTo>
                  <a:pt x="307974" y="177799"/>
                </a:lnTo>
                <a:lnTo>
                  <a:pt x="523557" y="177799"/>
                </a:lnTo>
                <a:lnTo>
                  <a:pt x="511174" y="196849"/>
                </a:lnTo>
                <a:lnTo>
                  <a:pt x="520699" y="215899"/>
                </a:lnTo>
                <a:lnTo>
                  <a:pt x="527049" y="238124"/>
                </a:lnTo>
                <a:lnTo>
                  <a:pt x="600074" y="253999"/>
                </a:lnTo>
                <a:lnTo>
                  <a:pt x="609599" y="257174"/>
                </a:lnTo>
                <a:lnTo>
                  <a:pt x="612774" y="269874"/>
                </a:lnTo>
                <a:lnTo>
                  <a:pt x="612774" y="342899"/>
                </a:lnTo>
                <a:lnTo>
                  <a:pt x="609599" y="352424"/>
                </a:lnTo>
                <a:lnTo>
                  <a:pt x="600074" y="358774"/>
                </a:lnTo>
                <a:lnTo>
                  <a:pt x="527049" y="371474"/>
                </a:lnTo>
                <a:lnTo>
                  <a:pt x="520699" y="393699"/>
                </a:lnTo>
                <a:lnTo>
                  <a:pt x="511174" y="415924"/>
                </a:lnTo>
                <a:lnTo>
                  <a:pt x="524209" y="434974"/>
                </a:lnTo>
                <a:close/>
              </a:path>
              <a:path w="612775" h="612775">
                <a:moveTo>
                  <a:pt x="342899" y="612774"/>
                </a:moveTo>
                <a:lnTo>
                  <a:pt x="269874" y="612774"/>
                </a:lnTo>
                <a:lnTo>
                  <a:pt x="260349" y="609599"/>
                </a:lnTo>
                <a:lnTo>
                  <a:pt x="253999" y="600074"/>
                </a:lnTo>
                <a:lnTo>
                  <a:pt x="238124" y="527049"/>
                </a:lnTo>
                <a:lnTo>
                  <a:pt x="219074" y="517524"/>
                </a:lnTo>
                <a:lnTo>
                  <a:pt x="196849" y="507999"/>
                </a:lnTo>
                <a:lnTo>
                  <a:pt x="415924" y="507999"/>
                </a:lnTo>
                <a:lnTo>
                  <a:pt x="371474" y="527049"/>
                </a:lnTo>
                <a:lnTo>
                  <a:pt x="358774" y="600074"/>
                </a:lnTo>
                <a:lnTo>
                  <a:pt x="352424" y="609599"/>
                </a:lnTo>
                <a:lnTo>
                  <a:pt x="342899" y="612774"/>
                </a:lnTo>
                <a:close/>
              </a:path>
              <a:path w="612775" h="612775">
                <a:moveTo>
                  <a:pt x="488949" y="552449"/>
                </a:moveTo>
                <a:lnTo>
                  <a:pt x="479424" y="552449"/>
                </a:lnTo>
                <a:lnTo>
                  <a:pt x="415924" y="507999"/>
                </a:lnTo>
                <a:lnTo>
                  <a:pt x="539749" y="507999"/>
                </a:lnTo>
                <a:lnTo>
                  <a:pt x="498474" y="549274"/>
                </a:lnTo>
                <a:lnTo>
                  <a:pt x="488949" y="552449"/>
                </a:lnTo>
                <a:close/>
              </a:path>
            </a:pathLst>
          </a:custGeom>
          <a:solidFill>
            <a:srgbClr val="FFFFFF"/>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600" b="0" i="0">
                <a:solidFill>
                  <a:srgbClr val="164052"/>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11/13/2025</a:t>
            </a:fld>
            <a:endParaRPr lang="en-US"/>
          </a:p>
        </p:txBody>
      </p:sp>
      <p:sp>
        <p:nvSpPr>
          <p:cNvPr id="5" name="Holder 5"/>
          <p:cNvSpPr>
            <a:spLocks noGrp="1"/>
          </p:cNvSpPr>
          <p:nvPr>
            <p:ph type="sldNum" sz="quarter" idx="7"/>
          </p:nvPr>
        </p:nvSpPr>
        <p:spPr/>
        <p:txBody>
          <a:bodyPr lIns="0" tIns="0" rIns="0" bIns="0"/>
          <a:lstStyle>
            <a:lvl1pPr>
              <a:defRPr sz="1200" b="0" i="0">
                <a:solidFill>
                  <a:schemeClr val="bg1"/>
                </a:solidFill>
                <a:latin typeface="Calibri"/>
                <a:cs typeface="Calibri"/>
              </a:defRPr>
            </a:lvl1pPr>
          </a:lstStyle>
          <a:p>
            <a:pPr marL="80010">
              <a:lnSpc>
                <a:spcPct val="100000"/>
              </a:lnSpc>
              <a:spcBef>
                <a:spcPts val="65"/>
              </a:spcBef>
            </a:pPr>
            <a:fld id="{81D60167-4931-47E6-BA6A-407CBD079E47}" type="slidenum">
              <a:rPr spc="-25" dirty="0"/>
              <a:t>‹N°›</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4885055" cy="7556500"/>
          </a:xfrm>
          <a:custGeom>
            <a:avLst/>
            <a:gdLst/>
            <a:ahLst/>
            <a:cxnLst/>
            <a:rect l="l" t="t" r="r" b="b"/>
            <a:pathLst>
              <a:path w="4885055" h="7556500">
                <a:moveTo>
                  <a:pt x="0" y="0"/>
                </a:moveTo>
                <a:lnTo>
                  <a:pt x="4885024" y="0"/>
                </a:lnTo>
                <a:lnTo>
                  <a:pt x="4885024" y="7556499"/>
                </a:lnTo>
                <a:lnTo>
                  <a:pt x="0" y="7556499"/>
                </a:lnTo>
                <a:lnTo>
                  <a:pt x="0" y="0"/>
                </a:lnTo>
                <a:close/>
              </a:path>
            </a:pathLst>
          </a:custGeom>
          <a:solidFill>
            <a:srgbClr val="164052"/>
          </a:solidFill>
        </p:spPr>
        <p:txBody>
          <a:bodyPr wrap="square" lIns="0" tIns="0" rIns="0" bIns="0" rtlCol="0"/>
          <a:lstStyle/>
          <a:p>
            <a:endParaRPr/>
          </a:p>
        </p:txBody>
      </p:sp>
      <p:sp>
        <p:nvSpPr>
          <p:cNvPr id="17" name="bg object 17"/>
          <p:cNvSpPr/>
          <p:nvPr/>
        </p:nvSpPr>
        <p:spPr>
          <a:xfrm>
            <a:off x="0" y="0"/>
            <a:ext cx="4885055" cy="7556500"/>
          </a:xfrm>
          <a:custGeom>
            <a:avLst/>
            <a:gdLst/>
            <a:ahLst/>
            <a:cxnLst/>
            <a:rect l="l" t="t" r="r" b="b"/>
            <a:pathLst>
              <a:path w="4885055" h="7556500">
                <a:moveTo>
                  <a:pt x="0" y="0"/>
                </a:moveTo>
                <a:lnTo>
                  <a:pt x="4885024" y="0"/>
                </a:lnTo>
                <a:lnTo>
                  <a:pt x="4885024" y="7556499"/>
                </a:lnTo>
              </a:path>
              <a:path w="4885055" h="7556500">
                <a:moveTo>
                  <a:pt x="0" y="7556499"/>
                </a:moveTo>
                <a:lnTo>
                  <a:pt x="0" y="0"/>
                </a:lnTo>
              </a:path>
            </a:pathLst>
          </a:custGeom>
          <a:ln w="9524">
            <a:solidFill>
              <a:srgbClr val="164052"/>
            </a:solidFill>
          </a:ln>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11/13/2025</a:t>
            </a:fld>
            <a:endParaRPr lang="en-US"/>
          </a:p>
        </p:txBody>
      </p:sp>
      <p:sp>
        <p:nvSpPr>
          <p:cNvPr id="4" name="Holder 4"/>
          <p:cNvSpPr>
            <a:spLocks noGrp="1"/>
          </p:cNvSpPr>
          <p:nvPr>
            <p:ph type="sldNum" sz="quarter" idx="7"/>
          </p:nvPr>
        </p:nvSpPr>
        <p:spPr/>
        <p:txBody>
          <a:bodyPr lIns="0" tIns="0" rIns="0" bIns="0"/>
          <a:lstStyle>
            <a:lvl1pPr>
              <a:defRPr sz="1200" b="0" i="0">
                <a:solidFill>
                  <a:schemeClr val="bg1"/>
                </a:solidFill>
                <a:latin typeface="Calibri"/>
                <a:cs typeface="Calibri"/>
              </a:defRPr>
            </a:lvl1pPr>
          </a:lstStyle>
          <a:p>
            <a:pPr marL="80010">
              <a:lnSpc>
                <a:spcPct val="100000"/>
              </a:lnSpc>
              <a:spcBef>
                <a:spcPts val="65"/>
              </a:spcBef>
            </a:pPr>
            <a:fld id="{81D60167-4931-47E6-BA6A-407CBD079E47}" type="slidenum">
              <a:rPr spc="-25" dirty="0"/>
              <a:t>‹N°›</a:t>
            </a:fld>
            <a:endParaRPr spc="-25"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570977" y="2957255"/>
            <a:ext cx="4624198" cy="3153748"/>
          </a:xfrm>
          <a:prstGeom prst="rect">
            <a:avLst/>
          </a:prstGeom>
        </p:spPr>
        <p:txBody>
          <a:bodyPr anchor="b"/>
          <a:lstStyle>
            <a:lvl1pPr>
              <a:lnSpc>
                <a:spcPct val="100000"/>
              </a:lnSpc>
              <a:defRPr sz="4380" cap="all" spc="175" baseline="0"/>
            </a:lvl1pPr>
          </a:lstStyle>
          <a:p>
            <a:r>
              <a:rPr lang="en-US" dirty="0"/>
              <a:t>Click to add title</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600646" y="6135880"/>
            <a:ext cx="4624198" cy="681101"/>
          </a:xfrm>
          <a:prstGeom prst="rect">
            <a:avLst/>
          </a:prstGeom>
        </p:spPr>
        <p:txBody>
          <a:bodyPr anchor="t"/>
          <a:lstStyle>
            <a:lvl1pPr marL="0" indent="0">
              <a:buNone/>
              <a:defRPr sz="1752" b="0" i="0" spc="175" baseline="0">
                <a:solidFill>
                  <a:schemeClr val="accent4"/>
                </a:solidFill>
              </a:defRPr>
            </a:lvl1pPr>
          </a:lstStyle>
          <a:p>
            <a:pPr lvl="0"/>
            <a:r>
              <a:rPr lang="en-US" dirty="0"/>
              <a:t>Click to add name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7134374" y="1044267"/>
            <a:ext cx="3546325" cy="5467967"/>
          </a:xfrm>
          <a:prstGeom prst="rect">
            <a:avLst/>
          </a:prstGeom>
        </p:spPr>
        <p:txBody>
          <a:bodyPr/>
          <a:lstStyle>
            <a:lvl1pPr marL="0" indent="0" algn="ctr">
              <a:buNone/>
              <a:defRPr spc="350" baseline="0"/>
            </a:lvl1pPr>
          </a:lstStyle>
          <a:p>
            <a:r>
              <a:rPr lang="en-US" dirty="0"/>
              <a:t>Click to add photo</a:t>
            </a:r>
          </a:p>
        </p:txBody>
      </p:sp>
    </p:spTree>
    <p:extLst>
      <p:ext uri="{BB962C8B-B14F-4D97-AF65-F5344CB8AC3E}">
        <p14:creationId xmlns:p14="http://schemas.microsoft.com/office/powerpoint/2010/main" val="17450124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4C813-EE84-4C00-BDF7-2FD444FA42A0}"/>
              </a:ext>
            </a:extLst>
          </p:cNvPr>
          <p:cNvSpPr>
            <a:spLocks noGrp="1"/>
          </p:cNvSpPr>
          <p:nvPr>
            <p:ph type="title" hasCustomPrompt="1"/>
          </p:nvPr>
        </p:nvSpPr>
        <p:spPr>
          <a:xfrm>
            <a:off x="1227842" y="1038411"/>
            <a:ext cx="4112508" cy="1238913"/>
          </a:xfrm>
          <a:prstGeom prst="rect">
            <a:avLst/>
          </a:prstGeom>
        </p:spPr>
        <p:txBody>
          <a:bodyPr anchor="b"/>
          <a:lstStyle>
            <a:lvl1pPr>
              <a:defRPr sz="2803" cap="all" spc="175" baseline="0">
                <a:solidFill>
                  <a:schemeClr val="accent4"/>
                </a:solidFill>
              </a:defRPr>
            </a:lvl1pPr>
          </a:lstStyle>
          <a:p>
            <a:r>
              <a:rPr lang="en-US" dirty="0"/>
              <a:t>CLICK TO add title</a:t>
            </a:r>
          </a:p>
        </p:txBody>
      </p:sp>
      <p:sp>
        <p:nvSpPr>
          <p:cNvPr id="9" name="Text Placeholder 11">
            <a:extLst>
              <a:ext uri="{FF2B5EF4-FFF2-40B4-BE49-F238E27FC236}">
                <a16:creationId xmlns:a16="http://schemas.microsoft.com/office/drawing/2014/main" id="{41FB44AB-9520-4C96-A83D-2FABD15CBE70}"/>
              </a:ext>
            </a:extLst>
          </p:cNvPr>
          <p:cNvSpPr>
            <a:spLocks noGrp="1"/>
          </p:cNvSpPr>
          <p:nvPr>
            <p:ph type="body" sz="quarter" idx="16" hasCustomPrompt="1"/>
          </p:nvPr>
        </p:nvSpPr>
        <p:spPr>
          <a:xfrm>
            <a:off x="1235733" y="2567169"/>
            <a:ext cx="3555741" cy="3478032"/>
          </a:xfrm>
          <a:prstGeom prst="rect">
            <a:avLst/>
          </a:prstGeom>
        </p:spPr>
        <p:txBody>
          <a:bodyPr/>
          <a:lstStyle>
            <a:lvl1pPr marL="0" indent="0" algn="l">
              <a:lnSpc>
                <a:spcPct val="200000"/>
              </a:lnSpc>
              <a:spcBef>
                <a:spcPts val="0"/>
              </a:spcBef>
              <a:buFont typeface="Segoe UI Light" panose="020B0502040204020203" pitchFamily="34" charset="0"/>
              <a:buNone/>
              <a:defRPr sz="1752" cap="none" spc="44" baseline="0">
                <a:solidFill>
                  <a:schemeClr val="accent4"/>
                </a:solidFill>
                <a:latin typeface="+mn-lt"/>
              </a:defRPr>
            </a:lvl1pPr>
          </a:lstStyle>
          <a:p>
            <a:pPr lvl="0"/>
            <a:r>
              <a:rPr lang="en-US" dirty="0"/>
              <a:t>Click to add text</a:t>
            </a:r>
          </a:p>
        </p:txBody>
      </p:sp>
      <p:sp>
        <p:nvSpPr>
          <p:cNvPr id="4" name="Date Placeholder 3">
            <a:extLst>
              <a:ext uri="{FF2B5EF4-FFF2-40B4-BE49-F238E27FC236}">
                <a16:creationId xmlns:a16="http://schemas.microsoft.com/office/drawing/2014/main" id="{3A6B1A04-4BA1-4FCF-B19E-6A052911CC21}"/>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C9DD33EA-800C-403C-867B-B4178A7C375B}"/>
              </a:ext>
            </a:extLst>
          </p:cNvPr>
          <p:cNvSpPr>
            <a:spLocks noGrp="1"/>
          </p:cNvSpPr>
          <p:nvPr>
            <p:ph type="ftr" sz="quarter" idx="11"/>
          </p:nvPr>
        </p:nvSpPr>
        <p:spPr/>
        <p:txBody>
          <a:bodyPr/>
          <a:lstStyle/>
          <a:p>
            <a:r>
              <a:rPr lang="en-US" dirty="0"/>
              <a:t>PRESENTATION TITLE</a:t>
            </a:r>
          </a:p>
        </p:txBody>
      </p:sp>
      <p:sp>
        <p:nvSpPr>
          <p:cNvPr id="7" name="Picture Placeholder 2">
            <a:extLst>
              <a:ext uri="{FF2B5EF4-FFF2-40B4-BE49-F238E27FC236}">
                <a16:creationId xmlns:a16="http://schemas.microsoft.com/office/drawing/2014/main" id="{0285C91D-2914-4BB9-A857-7DFA168C761F}"/>
              </a:ext>
            </a:extLst>
          </p:cNvPr>
          <p:cNvSpPr>
            <a:spLocks noGrp="1"/>
          </p:cNvSpPr>
          <p:nvPr>
            <p:ph type="pic" sz="quarter" idx="14" hasCustomPrompt="1"/>
          </p:nvPr>
        </p:nvSpPr>
        <p:spPr>
          <a:xfrm>
            <a:off x="6292924" y="1"/>
            <a:ext cx="3152043" cy="3589949"/>
          </a:xfrm>
          <a:prstGeom prst="rect">
            <a:avLst/>
          </a:prstGeom>
        </p:spPr>
        <p:txBody>
          <a:bodyPr/>
          <a:lstStyle>
            <a:lvl1pPr marL="0" indent="0" algn="ctr">
              <a:buNone/>
              <a:defRPr spc="350" baseline="0"/>
            </a:lvl1pPr>
          </a:lstStyle>
          <a:p>
            <a:r>
              <a:rPr lang="en-US" dirty="0"/>
              <a:t>Click to add photo</a:t>
            </a:r>
          </a:p>
        </p:txBody>
      </p:sp>
      <p:sp>
        <p:nvSpPr>
          <p:cNvPr id="3" name="Picture Placeholder 2">
            <a:extLst>
              <a:ext uri="{FF2B5EF4-FFF2-40B4-BE49-F238E27FC236}">
                <a16:creationId xmlns:a16="http://schemas.microsoft.com/office/drawing/2014/main" id="{C6896BB5-7888-43CA-A76C-BF7DE06DF2BD}"/>
              </a:ext>
            </a:extLst>
          </p:cNvPr>
          <p:cNvSpPr>
            <a:spLocks noGrp="1"/>
          </p:cNvSpPr>
          <p:nvPr>
            <p:ph type="pic" sz="quarter" idx="13" hasCustomPrompt="1"/>
          </p:nvPr>
        </p:nvSpPr>
        <p:spPr>
          <a:xfrm>
            <a:off x="6292924" y="3966552"/>
            <a:ext cx="3152043" cy="3589949"/>
          </a:xfrm>
          <a:prstGeom prst="rect">
            <a:avLst/>
          </a:prstGeom>
        </p:spPr>
        <p:txBody>
          <a:bodyPr/>
          <a:lstStyle>
            <a:lvl1pPr marL="0" indent="0" algn="ctr">
              <a:buNone/>
              <a:defRPr spc="350" baseline="0"/>
            </a:lvl1pPr>
          </a:lstStyle>
          <a:p>
            <a:r>
              <a:rPr lang="en-US" dirty="0"/>
              <a:t>Click to add photo</a:t>
            </a:r>
          </a:p>
        </p:txBody>
      </p:sp>
      <p:sp>
        <p:nvSpPr>
          <p:cNvPr id="6" name="Slide Number Placeholder 5">
            <a:extLst>
              <a:ext uri="{FF2B5EF4-FFF2-40B4-BE49-F238E27FC236}">
                <a16:creationId xmlns:a16="http://schemas.microsoft.com/office/drawing/2014/main" id="{26C8D158-80CE-4259-AE40-6EC8A072E290}"/>
              </a:ext>
            </a:extLst>
          </p:cNvPr>
          <p:cNvSpPr>
            <a:spLocks noGrp="1"/>
          </p:cNvSpPr>
          <p:nvPr>
            <p:ph type="sldNum" sz="quarter" idx="12"/>
          </p:nvPr>
        </p:nvSpPr>
        <p:spPr/>
        <p:txBody>
          <a:bodyPr/>
          <a:lstStyle/>
          <a:p>
            <a:fld id="{F91729D4-A164-47A3-830D-E792BCE699E4}" type="slidenum">
              <a:rPr lang="en-US" smtClean="0"/>
              <a:t>‹N°›</a:t>
            </a:fld>
            <a:endParaRPr lang="en-US" dirty="0"/>
          </a:p>
        </p:txBody>
      </p:sp>
    </p:spTree>
    <p:extLst>
      <p:ext uri="{BB962C8B-B14F-4D97-AF65-F5344CB8AC3E}">
        <p14:creationId xmlns:p14="http://schemas.microsoft.com/office/powerpoint/2010/main" val="3048920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EC8E4-E66E-43DD-B7F9-77510035ACC4}"/>
              </a:ext>
            </a:extLst>
          </p:cNvPr>
          <p:cNvSpPr>
            <a:spLocks noGrp="1"/>
          </p:cNvSpPr>
          <p:nvPr>
            <p:ph type="title" hasCustomPrompt="1"/>
          </p:nvPr>
        </p:nvSpPr>
        <p:spPr>
          <a:xfrm>
            <a:off x="5429356" y="3218509"/>
            <a:ext cx="4161023" cy="580731"/>
          </a:xfrm>
          <a:prstGeom prst="rect">
            <a:avLst/>
          </a:prstGeom>
        </p:spPr>
        <p:txBody>
          <a:bodyPr anchor="b"/>
          <a:lstStyle>
            <a:lvl1pPr>
              <a:defRPr sz="2803" cap="all" spc="175" baseline="0">
                <a:solidFill>
                  <a:schemeClr val="accent4"/>
                </a:solidFill>
              </a:defRPr>
            </a:lvl1pPr>
          </a:lstStyle>
          <a:p>
            <a:r>
              <a:rPr lang="en-US" dirty="0"/>
              <a:t>CLICK TO ADD TITLE</a:t>
            </a:r>
          </a:p>
        </p:txBody>
      </p:sp>
      <p:sp>
        <p:nvSpPr>
          <p:cNvPr id="9" name="Picture Placeholder 8">
            <a:extLst>
              <a:ext uri="{FF2B5EF4-FFF2-40B4-BE49-F238E27FC236}">
                <a16:creationId xmlns:a16="http://schemas.microsoft.com/office/drawing/2014/main" id="{3DA549A2-F99E-46CF-BFF2-0F2D5834E10E}"/>
              </a:ext>
            </a:extLst>
          </p:cNvPr>
          <p:cNvSpPr>
            <a:spLocks noGrp="1"/>
          </p:cNvSpPr>
          <p:nvPr>
            <p:ph type="pic" sz="quarter" idx="13" hasCustomPrompt="1"/>
          </p:nvPr>
        </p:nvSpPr>
        <p:spPr>
          <a:xfrm>
            <a:off x="734298" y="542249"/>
            <a:ext cx="3604736" cy="5919258"/>
          </a:xfrm>
          <a:prstGeom prst="rect">
            <a:avLst/>
          </a:prstGeom>
        </p:spPr>
        <p:txBody>
          <a:bodyPr/>
          <a:lstStyle>
            <a:lvl1pPr marL="0" indent="0">
              <a:buNone/>
              <a:defRPr spc="350" baseline="0"/>
            </a:lvl1pPr>
          </a:lstStyle>
          <a:p>
            <a:r>
              <a:rPr lang="en-US" dirty="0"/>
              <a:t>Click to add photo</a:t>
            </a:r>
          </a:p>
        </p:txBody>
      </p:sp>
      <p:sp>
        <p:nvSpPr>
          <p:cNvPr id="13" name="Text Placeholder 11">
            <a:extLst>
              <a:ext uri="{FF2B5EF4-FFF2-40B4-BE49-F238E27FC236}">
                <a16:creationId xmlns:a16="http://schemas.microsoft.com/office/drawing/2014/main" id="{8E76B184-0041-41D4-948C-64DE4AB097C0}"/>
              </a:ext>
            </a:extLst>
          </p:cNvPr>
          <p:cNvSpPr>
            <a:spLocks noGrp="1"/>
          </p:cNvSpPr>
          <p:nvPr>
            <p:ph type="body" sz="quarter" idx="15" hasCustomPrompt="1"/>
          </p:nvPr>
        </p:nvSpPr>
        <p:spPr>
          <a:xfrm>
            <a:off x="5429356" y="3778251"/>
            <a:ext cx="4161023" cy="2346912"/>
          </a:xfrm>
          <a:prstGeom prst="rect">
            <a:avLst/>
          </a:prstGeom>
        </p:spPr>
        <p:txBody>
          <a:bodyPr/>
          <a:lstStyle>
            <a:lvl1pPr marL="0" indent="0" algn="l">
              <a:lnSpc>
                <a:spcPct val="150000"/>
              </a:lnSpc>
              <a:spcBef>
                <a:spcPts val="0"/>
              </a:spcBef>
              <a:buNone/>
              <a:defRPr sz="1226" cap="none" spc="44" baseline="0">
                <a:latin typeface="+mn-lt"/>
              </a:defRPr>
            </a:lvl1pPr>
          </a:lstStyle>
          <a:p>
            <a:pPr lvl="0"/>
            <a:r>
              <a:rPr lang="en-US" dirty="0"/>
              <a:t>Click to add text</a:t>
            </a:r>
          </a:p>
        </p:txBody>
      </p:sp>
      <p:sp>
        <p:nvSpPr>
          <p:cNvPr id="4" name="Date Placeholder 3">
            <a:extLst>
              <a:ext uri="{FF2B5EF4-FFF2-40B4-BE49-F238E27FC236}">
                <a16:creationId xmlns:a16="http://schemas.microsoft.com/office/drawing/2014/main" id="{B89B09CA-52A5-4AB5-AF1F-8A21941819CE}"/>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6BF5B9A3-008F-4631-AAAD-66E8363F3C0F}"/>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84547ADF-979E-4B05-BD10-4C2F27964C58}"/>
              </a:ext>
            </a:extLst>
          </p:cNvPr>
          <p:cNvSpPr>
            <a:spLocks noGrp="1"/>
          </p:cNvSpPr>
          <p:nvPr>
            <p:ph type="sldNum" sz="quarter" idx="12"/>
          </p:nvPr>
        </p:nvSpPr>
        <p:spPr/>
        <p:txBody>
          <a:bodyPr/>
          <a:lstStyle/>
          <a:p>
            <a:fld id="{F91729D4-A164-47A3-830D-E792BCE699E4}" type="slidenum">
              <a:rPr lang="en-US" smtClean="0"/>
              <a:t>‹N°›</a:t>
            </a:fld>
            <a:endParaRPr lang="en-US" dirty="0"/>
          </a:p>
        </p:txBody>
      </p:sp>
    </p:spTree>
    <p:extLst>
      <p:ext uri="{BB962C8B-B14F-4D97-AF65-F5344CB8AC3E}">
        <p14:creationId xmlns:p14="http://schemas.microsoft.com/office/powerpoint/2010/main" val="25321759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rimary Goals">
    <p:spTree>
      <p:nvGrpSpPr>
        <p:cNvPr id="1" name=""/>
        <p:cNvGrpSpPr/>
        <p:nvPr/>
      </p:nvGrpSpPr>
      <p:grpSpPr>
        <a:xfrm>
          <a:off x="0" y="0"/>
          <a:ext cx="0" cy="0"/>
          <a:chOff x="0" y="0"/>
          <a:chExt cx="0" cy="0"/>
        </a:xfrm>
      </p:grpSpPr>
      <p:sp>
        <p:nvSpPr>
          <p:cNvPr id="15" name="Picture Placeholder 2">
            <a:extLst>
              <a:ext uri="{FF2B5EF4-FFF2-40B4-BE49-F238E27FC236}">
                <a16:creationId xmlns:a16="http://schemas.microsoft.com/office/drawing/2014/main" id="{38C8EB8A-A968-4E47-AE69-9A01E7717EB1}"/>
              </a:ext>
            </a:extLst>
          </p:cNvPr>
          <p:cNvSpPr>
            <a:spLocks noGrp="1"/>
          </p:cNvSpPr>
          <p:nvPr>
            <p:ph type="pic" sz="quarter" idx="14" hasCustomPrompt="1"/>
          </p:nvPr>
        </p:nvSpPr>
        <p:spPr>
          <a:xfrm>
            <a:off x="524225" y="659349"/>
            <a:ext cx="8449471" cy="6237802"/>
          </a:xfrm>
          <a:prstGeom prst="rect">
            <a:avLst/>
          </a:prstGeom>
        </p:spPr>
        <p:txBody>
          <a:bodyPr/>
          <a:lstStyle>
            <a:lvl1pPr marL="0" indent="0" algn="ctr">
              <a:buNone/>
              <a:defRPr spc="350" baseline="0"/>
            </a:lvl1pPr>
          </a:lstStyle>
          <a:p>
            <a:r>
              <a:rPr lang="en-US" dirty="0"/>
              <a:t>Click to add photo</a:t>
            </a:r>
          </a:p>
        </p:txBody>
      </p:sp>
      <p:sp>
        <p:nvSpPr>
          <p:cNvPr id="2" name="Title 1">
            <a:extLst>
              <a:ext uri="{FF2B5EF4-FFF2-40B4-BE49-F238E27FC236}">
                <a16:creationId xmlns:a16="http://schemas.microsoft.com/office/drawing/2014/main" id="{85A198BF-0DCC-40E9-B9E5-892F3CCF5439}"/>
              </a:ext>
            </a:extLst>
          </p:cNvPr>
          <p:cNvSpPr>
            <a:spLocks noGrp="1"/>
          </p:cNvSpPr>
          <p:nvPr>
            <p:ph type="title" hasCustomPrompt="1"/>
          </p:nvPr>
        </p:nvSpPr>
        <p:spPr>
          <a:xfrm>
            <a:off x="5405158" y="3794743"/>
            <a:ext cx="5275541" cy="972383"/>
          </a:xfrm>
          <a:prstGeom prst="rect">
            <a:avLst/>
          </a:prstGeom>
          <a:solidFill>
            <a:schemeClr val="accent4">
              <a:alpha val="80000"/>
            </a:schemeClr>
          </a:solidFill>
        </p:spPr>
        <p:txBody>
          <a:bodyPr lIns="1371600" tIns="457200" anchor="ctr" anchorCtr="0"/>
          <a:lstStyle>
            <a:lvl1pPr>
              <a:defRPr sz="2803" cap="all" spc="175" baseline="0">
                <a:solidFill>
                  <a:schemeClr val="bg1"/>
                </a:solidFill>
              </a:defRPr>
            </a:lvl1pPr>
          </a:lstStyle>
          <a:p>
            <a:r>
              <a:rPr lang="en-US" dirty="0"/>
              <a:t>Click to add title</a:t>
            </a:r>
          </a:p>
        </p:txBody>
      </p:sp>
      <p:sp>
        <p:nvSpPr>
          <p:cNvPr id="9" name="Text Placeholder 11">
            <a:extLst>
              <a:ext uri="{FF2B5EF4-FFF2-40B4-BE49-F238E27FC236}">
                <a16:creationId xmlns:a16="http://schemas.microsoft.com/office/drawing/2014/main" id="{FAD04F8B-0B18-4B5F-B3A8-8EEDC439F5F5}"/>
              </a:ext>
            </a:extLst>
          </p:cNvPr>
          <p:cNvSpPr>
            <a:spLocks noGrp="1"/>
          </p:cNvSpPr>
          <p:nvPr>
            <p:ph type="body" sz="quarter" idx="16" hasCustomPrompt="1"/>
          </p:nvPr>
        </p:nvSpPr>
        <p:spPr>
          <a:xfrm>
            <a:off x="5405159" y="4767126"/>
            <a:ext cx="5275541" cy="914993"/>
          </a:xfrm>
          <a:prstGeom prst="rect">
            <a:avLst/>
          </a:prstGeom>
          <a:solidFill>
            <a:schemeClr val="accent4">
              <a:alpha val="80000"/>
            </a:schemeClr>
          </a:solidFill>
        </p:spPr>
        <p:txBody>
          <a:bodyPr lIns="1371600" bIns="365760" anchor="ctr"/>
          <a:lstStyle>
            <a:lvl1pPr marL="0" indent="0" algn="l">
              <a:buNone/>
              <a:defRPr sz="1752" i="0" cap="none" spc="175" baseline="0">
                <a:solidFill>
                  <a:schemeClr val="bg1"/>
                </a:solidFill>
                <a:latin typeface="+mj-lt"/>
              </a:defRPr>
            </a:lvl1pPr>
          </a:lstStyle>
          <a:p>
            <a:pPr lvl="0"/>
            <a:r>
              <a:rPr lang="en-US" dirty="0"/>
              <a:t>Click to add title</a:t>
            </a:r>
          </a:p>
        </p:txBody>
      </p:sp>
    </p:spTree>
    <p:extLst>
      <p:ext uri="{BB962C8B-B14F-4D97-AF65-F5344CB8AC3E}">
        <p14:creationId xmlns:p14="http://schemas.microsoft.com/office/powerpoint/2010/main" val="106894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Quarterly Performanc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EE33C-7BB8-4644-AC43-EAFCF071A501}"/>
              </a:ext>
            </a:extLst>
          </p:cNvPr>
          <p:cNvSpPr>
            <a:spLocks noGrp="1"/>
          </p:cNvSpPr>
          <p:nvPr>
            <p:ph type="title" hasCustomPrompt="1"/>
          </p:nvPr>
        </p:nvSpPr>
        <p:spPr>
          <a:xfrm>
            <a:off x="972111" y="549745"/>
            <a:ext cx="8736479" cy="625712"/>
          </a:xfrm>
          <a:prstGeom prst="rect">
            <a:avLst/>
          </a:prstGeom>
        </p:spPr>
        <p:txBody>
          <a:bodyPr/>
          <a:lstStyle>
            <a:lvl1pPr algn="ctr">
              <a:defRPr sz="2803" cap="all" spc="175" baseline="0">
                <a:solidFill>
                  <a:schemeClr val="accent4"/>
                </a:solidFill>
              </a:defRPr>
            </a:lvl1pPr>
          </a:lstStyle>
          <a:p>
            <a:r>
              <a:rPr lang="en-US" dirty="0"/>
              <a:t>Click to add title</a:t>
            </a:r>
          </a:p>
        </p:txBody>
      </p:sp>
      <p:sp>
        <p:nvSpPr>
          <p:cNvPr id="7" name="Date Placeholder 6">
            <a:extLst>
              <a:ext uri="{FF2B5EF4-FFF2-40B4-BE49-F238E27FC236}">
                <a16:creationId xmlns:a16="http://schemas.microsoft.com/office/drawing/2014/main" id="{A36A6D30-3C9B-4105-8529-1FC3C4799157}"/>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6F6CE03B-D3BE-49C6-B2A4-0E17803F19AE}"/>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3DEB961D-2B84-4E52-A71A-1C55CFFD8FFB}"/>
              </a:ext>
            </a:extLst>
          </p:cNvPr>
          <p:cNvSpPr>
            <a:spLocks noGrp="1"/>
          </p:cNvSpPr>
          <p:nvPr>
            <p:ph type="sldNum" sz="quarter" idx="12"/>
          </p:nvPr>
        </p:nvSpPr>
        <p:spPr/>
        <p:txBody>
          <a:bodyPr/>
          <a:lstStyle/>
          <a:p>
            <a:fld id="{F91729D4-A164-47A3-830D-E792BCE699E4}" type="slidenum">
              <a:rPr lang="en-US" smtClean="0"/>
              <a:t>‹N°›</a:t>
            </a:fld>
            <a:endParaRPr lang="en-US" dirty="0"/>
          </a:p>
        </p:txBody>
      </p:sp>
    </p:spTree>
    <p:extLst>
      <p:ext uri="{BB962C8B-B14F-4D97-AF65-F5344CB8AC3E}">
        <p14:creationId xmlns:p14="http://schemas.microsoft.com/office/powerpoint/2010/main" val="2236666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reas of Growt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AA794-F088-4753-95A0-021064EE61C0}"/>
              </a:ext>
            </a:extLst>
          </p:cNvPr>
          <p:cNvSpPr>
            <a:spLocks noGrp="1"/>
          </p:cNvSpPr>
          <p:nvPr>
            <p:ph type="title" hasCustomPrompt="1"/>
          </p:nvPr>
        </p:nvSpPr>
        <p:spPr>
          <a:xfrm>
            <a:off x="734298" y="544498"/>
            <a:ext cx="9212104" cy="625712"/>
          </a:xfrm>
          <a:prstGeom prst="rect">
            <a:avLst/>
          </a:prstGeom>
        </p:spPr>
        <p:txBody>
          <a:bodyPr/>
          <a:lstStyle>
            <a:lvl1pPr algn="ctr">
              <a:defRPr sz="2803" cap="all" spc="175" baseline="0">
                <a:solidFill>
                  <a:schemeClr val="accent4"/>
                </a:solidFill>
              </a:defRPr>
            </a:lvl1pPr>
          </a:lstStyle>
          <a:p>
            <a:r>
              <a:rPr lang="en-US" dirty="0"/>
              <a:t>Click to add title</a:t>
            </a:r>
          </a:p>
        </p:txBody>
      </p:sp>
      <p:sp>
        <p:nvSpPr>
          <p:cNvPr id="3" name="Date Placeholder 2">
            <a:extLst>
              <a:ext uri="{FF2B5EF4-FFF2-40B4-BE49-F238E27FC236}">
                <a16:creationId xmlns:a16="http://schemas.microsoft.com/office/drawing/2014/main" id="{57C3E83D-2F76-4F03-9EF6-81DED406531E}"/>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D3D99F77-FE1A-4CD5-8B1C-50D8981A1EE1}"/>
              </a:ext>
            </a:extLst>
          </p:cNvPr>
          <p:cNvSpPr>
            <a:spLocks noGrp="1"/>
          </p:cNvSpPr>
          <p:nvPr>
            <p:ph type="ftr" sz="quarter" idx="11"/>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C84CA1C4-7C3D-4FAE-B5FC-D235F6D9E1E8}"/>
              </a:ext>
            </a:extLst>
          </p:cNvPr>
          <p:cNvSpPr>
            <a:spLocks noGrp="1"/>
          </p:cNvSpPr>
          <p:nvPr>
            <p:ph type="sldNum" sz="quarter" idx="12"/>
          </p:nvPr>
        </p:nvSpPr>
        <p:spPr/>
        <p:txBody>
          <a:bodyPr/>
          <a:lstStyle/>
          <a:p>
            <a:fld id="{F91729D4-A164-47A3-830D-E792BCE699E4}" type="slidenum">
              <a:rPr lang="en-US" smtClean="0"/>
              <a:t>‹N°›</a:t>
            </a:fld>
            <a:endParaRPr lang="en-US" dirty="0"/>
          </a:p>
        </p:txBody>
      </p:sp>
    </p:spTree>
    <p:extLst>
      <p:ext uri="{BB962C8B-B14F-4D97-AF65-F5344CB8AC3E}">
        <p14:creationId xmlns:p14="http://schemas.microsoft.com/office/powerpoint/2010/main" val="23308711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8E96375-73CE-4ED7-90B6-293AB27ED0AD}"/>
              </a:ext>
            </a:extLst>
          </p:cNvPr>
          <p:cNvSpPr>
            <a:spLocks noGrp="1"/>
          </p:cNvSpPr>
          <p:nvPr>
            <p:ph type="pic" sz="quarter" idx="13" hasCustomPrompt="1"/>
          </p:nvPr>
        </p:nvSpPr>
        <p:spPr>
          <a:xfrm>
            <a:off x="0" y="0"/>
            <a:ext cx="10680700" cy="7556500"/>
          </a:xfrm>
          <a:prstGeom prst="rect">
            <a:avLst/>
          </a:prstGeom>
        </p:spPr>
        <p:txBody>
          <a:bodyPr/>
          <a:lstStyle>
            <a:lvl1pPr marL="0" indent="0" algn="ctr">
              <a:buNone/>
              <a:defRPr spc="350" baseline="0"/>
            </a:lvl1pPr>
          </a:lstStyle>
          <a:p>
            <a:r>
              <a:rPr lang="en-US" dirty="0"/>
              <a:t>Click to add photo</a:t>
            </a:r>
          </a:p>
        </p:txBody>
      </p:sp>
      <p:sp>
        <p:nvSpPr>
          <p:cNvPr id="15" name="Title 14">
            <a:extLst>
              <a:ext uri="{FF2B5EF4-FFF2-40B4-BE49-F238E27FC236}">
                <a16:creationId xmlns:a16="http://schemas.microsoft.com/office/drawing/2014/main" id="{4E8AED7C-EFC3-4427-AD37-E7AA4AF0CF8C}"/>
              </a:ext>
            </a:extLst>
          </p:cNvPr>
          <p:cNvSpPr>
            <a:spLocks noGrp="1"/>
          </p:cNvSpPr>
          <p:nvPr>
            <p:ph type="title" hasCustomPrompt="1"/>
          </p:nvPr>
        </p:nvSpPr>
        <p:spPr>
          <a:xfrm>
            <a:off x="-1" y="1302290"/>
            <a:ext cx="10680700" cy="3693658"/>
          </a:xfrm>
          <a:custGeom>
            <a:avLst/>
            <a:gdLst>
              <a:gd name="connsiteX0" fmla="*/ 11721830 w 12192000"/>
              <a:gd name="connsiteY0" fmla="*/ 0 h 3352227"/>
              <a:gd name="connsiteX1" fmla="*/ 12192000 w 12192000"/>
              <a:gd name="connsiteY1" fmla="*/ 0 h 3352227"/>
              <a:gd name="connsiteX2" fmla="*/ 12192000 w 12192000"/>
              <a:gd name="connsiteY2" fmla="*/ 3352227 h 3352227"/>
              <a:gd name="connsiteX3" fmla="*/ 11721830 w 12192000"/>
              <a:gd name="connsiteY3" fmla="*/ 3352227 h 3352227"/>
              <a:gd name="connsiteX4" fmla="*/ 0 w 12192000"/>
              <a:gd name="connsiteY4" fmla="*/ 0 h 3352227"/>
              <a:gd name="connsiteX5" fmla="*/ 5525311 w 12192000"/>
              <a:gd name="connsiteY5" fmla="*/ 0 h 3352227"/>
              <a:gd name="connsiteX6" fmla="*/ 5525311 w 12192000"/>
              <a:gd name="connsiteY6" fmla="*/ 3352227 h 3352227"/>
              <a:gd name="connsiteX7" fmla="*/ 0 w 12192000"/>
              <a:gd name="connsiteY7" fmla="*/ 3352227 h 3352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352227">
                <a:moveTo>
                  <a:pt x="11721830" y="0"/>
                </a:moveTo>
                <a:lnTo>
                  <a:pt x="12192000" y="0"/>
                </a:lnTo>
                <a:lnTo>
                  <a:pt x="12192000" y="3352227"/>
                </a:lnTo>
                <a:lnTo>
                  <a:pt x="11721830" y="3352227"/>
                </a:lnTo>
                <a:close/>
                <a:moveTo>
                  <a:pt x="0" y="0"/>
                </a:moveTo>
                <a:lnTo>
                  <a:pt x="5525311" y="0"/>
                </a:lnTo>
                <a:lnTo>
                  <a:pt x="5525311" y="3352227"/>
                </a:lnTo>
                <a:lnTo>
                  <a:pt x="0" y="3352227"/>
                </a:lnTo>
                <a:close/>
              </a:path>
            </a:pathLst>
          </a:custGeom>
          <a:solidFill>
            <a:schemeClr val="accent4">
              <a:lumMod val="20000"/>
              <a:lumOff val="80000"/>
              <a:alpha val="85000"/>
            </a:schemeClr>
          </a:solidFill>
        </p:spPr>
        <p:txBody>
          <a:bodyPr lIns="960120" rIns="7315200" anchor="b"/>
          <a:lstStyle>
            <a:lvl1pPr>
              <a:defRPr lang="en-US" sz="2803" cap="all" spc="175" baseline="0" dirty="0"/>
            </a:lvl1pPr>
          </a:lstStyle>
          <a:p>
            <a:pPr marL="0" lvl="0"/>
            <a:r>
              <a:rPr lang="en-US" dirty="0"/>
              <a:t>Click to add title</a:t>
            </a:r>
          </a:p>
        </p:txBody>
      </p:sp>
      <p:sp>
        <p:nvSpPr>
          <p:cNvPr id="16" name="Text Placeholder 15">
            <a:extLst>
              <a:ext uri="{FF2B5EF4-FFF2-40B4-BE49-F238E27FC236}">
                <a16:creationId xmlns:a16="http://schemas.microsoft.com/office/drawing/2014/main" id="{72FF0B66-A4D6-423A-AC8B-48E8CD7DF8B7}"/>
              </a:ext>
            </a:extLst>
          </p:cNvPr>
          <p:cNvSpPr>
            <a:spLocks noGrp="1"/>
          </p:cNvSpPr>
          <p:nvPr>
            <p:ph type="body" sz="quarter" idx="16" hasCustomPrompt="1"/>
          </p:nvPr>
        </p:nvSpPr>
        <p:spPr>
          <a:xfrm>
            <a:off x="-1" y="4995948"/>
            <a:ext cx="10680700" cy="1258263"/>
          </a:xfrm>
          <a:custGeom>
            <a:avLst/>
            <a:gdLst>
              <a:gd name="connsiteX0" fmla="*/ 11721830 w 12192000"/>
              <a:gd name="connsiteY0" fmla="*/ 1 h 1141953"/>
              <a:gd name="connsiteX1" fmla="*/ 12192000 w 12192000"/>
              <a:gd name="connsiteY1" fmla="*/ 1 h 1141953"/>
              <a:gd name="connsiteX2" fmla="*/ 12192000 w 12192000"/>
              <a:gd name="connsiteY2" fmla="*/ 1141953 h 1141953"/>
              <a:gd name="connsiteX3" fmla="*/ 11721830 w 12192000"/>
              <a:gd name="connsiteY3" fmla="*/ 1141953 h 1141953"/>
              <a:gd name="connsiteX4" fmla="*/ 0 w 12192000"/>
              <a:gd name="connsiteY4" fmla="*/ 0 h 1141953"/>
              <a:gd name="connsiteX5" fmla="*/ 5525311 w 12192000"/>
              <a:gd name="connsiteY5" fmla="*/ 0 h 1141953"/>
              <a:gd name="connsiteX6" fmla="*/ 5525311 w 12192000"/>
              <a:gd name="connsiteY6" fmla="*/ 1141952 h 1141953"/>
              <a:gd name="connsiteX7" fmla="*/ 0 w 12192000"/>
              <a:gd name="connsiteY7" fmla="*/ 1141952 h 1141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141953">
                <a:moveTo>
                  <a:pt x="11721830" y="1"/>
                </a:moveTo>
                <a:lnTo>
                  <a:pt x="12192000" y="1"/>
                </a:lnTo>
                <a:lnTo>
                  <a:pt x="12192000" y="1141953"/>
                </a:lnTo>
                <a:lnTo>
                  <a:pt x="11721830" y="1141953"/>
                </a:lnTo>
                <a:close/>
                <a:moveTo>
                  <a:pt x="0" y="0"/>
                </a:moveTo>
                <a:lnTo>
                  <a:pt x="5525311" y="0"/>
                </a:lnTo>
                <a:lnTo>
                  <a:pt x="5525311" y="1141952"/>
                </a:lnTo>
                <a:lnTo>
                  <a:pt x="0" y="1141952"/>
                </a:lnTo>
                <a:close/>
              </a:path>
            </a:pathLst>
          </a:custGeom>
          <a:solidFill>
            <a:schemeClr val="accent4">
              <a:lumMod val="20000"/>
              <a:lumOff val="80000"/>
              <a:alpha val="85000"/>
            </a:schemeClr>
          </a:solidFill>
        </p:spPr>
        <p:txBody>
          <a:bodyPr lIns="960120" tIns="137160" rIns="6400800" anchor="t"/>
          <a:lstStyle>
            <a:lvl1pPr marL="0" indent="0">
              <a:buNone/>
              <a:defRPr lang="en-US" sz="1752" b="0" i="0" spc="175" baseline="0" dirty="0">
                <a:solidFill>
                  <a:schemeClr val="accent5">
                    <a:lumMod val="50000"/>
                  </a:schemeClr>
                </a:solidFill>
              </a:defRPr>
            </a:lvl1pPr>
          </a:lstStyle>
          <a:p>
            <a:pPr marL="200254" lvl="0" indent="-200254"/>
            <a:r>
              <a:rPr lang="en-US" dirty="0"/>
              <a:t>Click to add name</a:t>
            </a:r>
          </a:p>
        </p:txBody>
      </p:sp>
      <p:sp>
        <p:nvSpPr>
          <p:cNvPr id="2" name="Date Placeholder 1">
            <a:extLst>
              <a:ext uri="{FF2B5EF4-FFF2-40B4-BE49-F238E27FC236}">
                <a16:creationId xmlns:a16="http://schemas.microsoft.com/office/drawing/2014/main" id="{AC52883E-0EA3-4DCA-BB78-AD84BBE53F80}"/>
              </a:ext>
            </a:extLst>
          </p:cNvPr>
          <p:cNvSpPr>
            <a:spLocks noGrp="1"/>
          </p:cNvSpPr>
          <p:nvPr>
            <p:ph type="dt" sz="half" idx="10"/>
          </p:nvPr>
        </p:nvSpPr>
        <p:spPr/>
        <p:txBody>
          <a:bodyPr/>
          <a:lstStyle>
            <a:lvl1pPr>
              <a:defRPr>
                <a:solidFill>
                  <a:schemeClr val="bg1"/>
                </a:solidFill>
                <a:effectLst>
                  <a:outerShdw blurRad="38100" dist="38100" dir="2700000" algn="tl">
                    <a:srgbClr val="000000">
                      <a:alpha val="43137"/>
                    </a:srgbClr>
                  </a:outerShdw>
                </a:effectLst>
              </a:defRPr>
            </a:lvl1pPr>
          </a:lstStyle>
          <a:p>
            <a:r>
              <a:rPr lang="en-US"/>
              <a:t>20XX</a:t>
            </a:r>
            <a:endParaRPr lang="en-US" dirty="0"/>
          </a:p>
        </p:txBody>
      </p:sp>
      <p:sp>
        <p:nvSpPr>
          <p:cNvPr id="3" name="Footer Placeholder 2">
            <a:extLst>
              <a:ext uri="{FF2B5EF4-FFF2-40B4-BE49-F238E27FC236}">
                <a16:creationId xmlns:a16="http://schemas.microsoft.com/office/drawing/2014/main" id="{C31860F9-7B15-486D-B68B-1D5E02F61DEA}"/>
              </a:ext>
            </a:extLst>
          </p:cNvPr>
          <p:cNvSpPr>
            <a:spLocks noGrp="1"/>
          </p:cNvSpPr>
          <p:nvPr>
            <p:ph type="ftr" sz="quarter" idx="11"/>
          </p:nvPr>
        </p:nvSpPr>
        <p:spPr/>
        <p:txBody>
          <a:bodyPr/>
          <a:lstStyle>
            <a:lvl1pPr>
              <a:defRPr>
                <a:solidFill>
                  <a:schemeClr val="bg1"/>
                </a:solidFill>
                <a:effectLst>
                  <a:outerShdw blurRad="38100" dist="38100" dir="2700000" algn="tl">
                    <a:srgbClr val="000000">
                      <a:alpha val="43137"/>
                    </a:srgbClr>
                  </a:outerShdw>
                </a:effectLst>
              </a:defRPr>
            </a:lvl1pPr>
          </a:lstStyle>
          <a:p>
            <a:r>
              <a:rPr lang="en-US" dirty="0"/>
              <a:t>PRESENTATION TITLE</a:t>
            </a:r>
          </a:p>
        </p:txBody>
      </p:sp>
      <p:sp>
        <p:nvSpPr>
          <p:cNvPr id="4" name="Slide Number Placeholder 3">
            <a:extLst>
              <a:ext uri="{FF2B5EF4-FFF2-40B4-BE49-F238E27FC236}">
                <a16:creationId xmlns:a16="http://schemas.microsoft.com/office/drawing/2014/main" id="{190B89DE-8ADC-4391-8EAF-C713EA69935F}"/>
              </a:ext>
            </a:extLst>
          </p:cNvPr>
          <p:cNvSpPr>
            <a:spLocks noGrp="1"/>
          </p:cNvSpPr>
          <p:nvPr>
            <p:ph type="sldNum" sz="quarter" idx="12"/>
          </p:nvPr>
        </p:nvSpPr>
        <p:spPr/>
        <p:txBody>
          <a:bodyPr/>
          <a:lstStyle>
            <a:lvl1pPr>
              <a:defRPr>
                <a:solidFill>
                  <a:schemeClr val="bg1"/>
                </a:solidFill>
                <a:effectLst>
                  <a:outerShdw blurRad="38100" dist="38100" dir="2700000" algn="tl">
                    <a:srgbClr val="000000">
                      <a:alpha val="43137"/>
                    </a:srgbClr>
                  </a:outerShdw>
                </a:effectLst>
              </a:defRPr>
            </a:lvl1pPr>
          </a:lstStyle>
          <a:p>
            <a:fld id="{F91729D4-A164-47A3-830D-E792BCE699E4}" type="slidenum">
              <a:rPr lang="en-US" smtClean="0"/>
              <a:pPr/>
              <a:t>‹N°›</a:t>
            </a:fld>
            <a:endParaRPr lang="en-US" dirty="0"/>
          </a:p>
        </p:txBody>
      </p:sp>
    </p:spTree>
    <p:extLst>
      <p:ext uri="{BB962C8B-B14F-4D97-AF65-F5344CB8AC3E}">
        <p14:creationId xmlns:p14="http://schemas.microsoft.com/office/powerpoint/2010/main" val="26106572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am_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886F38-E337-4504-BF25-D65176023E6B}"/>
              </a:ext>
              <a:ext uri="{C183D7F6-B498-43B3-948B-1728B52AA6E4}">
                <adec:decorative xmlns:adec="http://schemas.microsoft.com/office/drawing/2017/decorative" val="1"/>
              </a:ext>
            </a:extLst>
          </p:cNvPr>
          <p:cNvSpPr/>
          <p:nvPr userDrawn="1"/>
        </p:nvSpPr>
        <p:spPr>
          <a:xfrm>
            <a:off x="0" y="4709602"/>
            <a:ext cx="10680700" cy="2846898"/>
          </a:xfrm>
          <a:prstGeom prst="rect">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D93D2BF-453A-45BE-9E29-EC3F8D9F55CE}"/>
              </a:ext>
            </a:extLst>
          </p:cNvPr>
          <p:cNvSpPr>
            <a:spLocks noGrp="1"/>
          </p:cNvSpPr>
          <p:nvPr>
            <p:ph type="title" hasCustomPrompt="1"/>
          </p:nvPr>
        </p:nvSpPr>
        <p:spPr>
          <a:xfrm>
            <a:off x="875907" y="1639035"/>
            <a:ext cx="2261549" cy="1460574"/>
          </a:xfrm>
          <a:prstGeom prst="rect">
            <a:avLst/>
          </a:prstGeom>
        </p:spPr>
        <p:txBody>
          <a:bodyPr anchor="b"/>
          <a:lstStyle>
            <a:lvl1pPr algn="ctr">
              <a:defRPr sz="2803" cap="all" spc="175" baseline="0">
                <a:solidFill>
                  <a:schemeClr val="accent4"/>
                </a:solidFill>
              </a:defRPr>
            </a:lvl1pPr>
          </a:lstStyle>
          <a:p>
            <a:r>
              <a:rPr lang="en-US" dirty="0"/>
              <a:t>Click to add title</a:t>
            </a:r>
          </a:p>
        </p:txBody>
      </p:sp>
      <p:sp>
        <p:nvSpPr>
          <p:cNvPr id="51" name="Picture Placeholder 9">
            <a:extLst>
              <a:ext uri="{FF2B5EF4-FFF2-40B4-BE49-F238E27FC236}">
                <a16:creationId xmlns:a16="http://schemas.microsoft.com/office/drawing/2014/main" id="{C47B8159-559E-42C4-AA5B-7642DE427455}"/>
              </a:ext>
            </a:extLst>
          </p:cNvPr>
          <p:cNvSpPr>
            <a:spLocks noGrp="1"/>
          </p:cNvSpPr>
          <p:nvPr>
            <p:ph type="pic" sz="quarter" idx="23" hasCustomPrompt="1"/>
          </p:nvPr>
        </p:nvSpPr>
        <p:spPr>
          <a:xfrm>
            <a:off x="4199420" y="746416"/>
            <a:ext cx="2065401" cy="1787672"/>
          </a:xfrm>
          <a:prstGeom prst="rect">
            <a:avLst/>
          </a:prstGeom>
        </p:spPr>
        <p:txBody>
          <a:bodyPr/>
          <a:lstStyle>
            <a:lvl1pPr marL="0" indent="0" algn="ctr">
              <a:buNone/>
              <a:defRPr/>
            </a:lvl1pPr>
          </a:lstStyle>
          <a:p>
            <a:r>
              <a:rPr lang="en-US" dirty="0"/>
              <a:t>Click to add photo</a:t>
            </a:r>
          </a:p>
        </p:txBody>
      </p:sp>
      <p:sp>
        <p:nvSpPr>
          <p:cNvPr id="52" name="Text Placeholder 17">
            <a:extLst>
              <a:ext uri="{FF2B5EF4-FFF2-40B4-BE49-F238E27FC236}">
                <a16:creationId xmlns:a16="http://schemas.microsoft.com/office/drawing/2014/main" id="{9E9FA76D-767D-4F48-9238-F384F4D41696}"/>
              </a:ext>
            </a:extLst>
          </p:cNvPr>
          <p:cNvSpPr>
            <a:spLocks noGrp="1"/>
          </p:cNvSpPr>
          <p:nvPr>
            <p:ph type="body" sz="quarter" idx="24" hasCustomPrompt="1"/>
          </p:nvPr>
        </p:nvSpPr>
        <p:spPr>
          <a:xfrm>
            <a:off x="4199418" y="2534086"/>
            <a:ext cx="2065401" cy="523544"/>
          </a:xfrm>
          <a:prstGeom prst="rect">
            <a:avLst/>
          </a:prstGeom>
        </p:spPr>
        <p:txBody>
          <a:bodyPr anchor="b"/>
          <a:lstStyle>
            <a:lvl1pPr marL="0" indent="0" algn="ctr">
              <a:buNone/>
              <a:defRPr sz="1402" cap="all" spc="175" baseline="0">
                <a:solidFill>
                  <a:schemeClr val="accent4"/>
                </a:solidFill>
              </a:defRPr>
            </a:lvl1pPr>
          </a:lstStyle>
          <a:p>
            <a:pPr lvl="0"/>
            <a:r>
              <a:rPr lang="en-US" dirty="0"/>
              <a:t>Click to add name</a:t>
            </a:r>
          </a:p>
        </p:txBody>
      </p:sp>
      <p:sp>
        <p:nvSpPr>
          <p:cNvPr id="53" name="Text Placeholder 17">
            <a:extLst>
              <a:ext uri="{FF2B5EF4-FFF2-40B4-BE49-F238E27FC236}">
                <a16:creationId xmlns:a16="http://schemas.microsoft.com/office/drawing/2014/main" id="{40F2B787-B1D2-493C-ABA2-D6E69C4800D1}"/>
              </a:ext>
            </a:extLst>
          </p:cNvPr>
          <p:cNvSpPr>
            <a:spLocks noGrp="1"/>
          </p:cNvSpPr>
          <p:nvPr>
            <p:ph type="body" sz="quarter" idx="25" hasCustomPrompt="1"/>
          </p:nvPr>
        </p:nvSpPr>
        <p:spPr>
          <a:xfrm>
            <a:off x="4199418" y="3057628"/>
            <a:ext cx="2065401" cy="523542"/>
          </a:xfrm>
          <a:prstGeom prst="rect">
            <a:avLst/>
          </a:prstGeom>
        </p:spPr>
        <p:txBody>
          <a:bodyPr/>
          <a:lstStyle>
            <a:lvl1pPr marL="0" indent="0" algn="ctr">
              <a:buNone/>
              <a:defRPr sz="1051" b="0" i="0" cap="none" spc="175" baseline="0"/>
            </a:lvl1pPr>
          </a:lstStyle>
          <a:p>
            <a:pPr lvl="0"/>
            <a:r>
              <a:rPr lang="en-US" dirty="0"/>
              <a:t>Click to title</a:t>
            </a:r>
          </a:p>
        </p:txBody>
      </p:sp>
      <p:sp>
        <p:nvSpPr>
          <p:cNvPr id="54" name="Picture Placeholder 9">
            <a:extLst>
              <a:ext uri="{FF2B5EF4-FFF2-40B4-BE49-F238E27FC236}">
                <a16:creationId xmlns:a16="http://schemas.microsoft.com/office/drawing/2014/main" id="{7FCC4980-412C-49F7-BF30-8693DD9EAC03}"/>
              </a:ext>
            </a:extLst>
          </p:cNvPr>
          <p:cNvSpPr>
            <a:spLocks noGrp="1"/>
          </p:cNvSpPr>
          <p:nvPr>
            <p:ph type="pic" sz="quarter" idx="26" hasCustomPrompt="1"/>
          </p:nvPr>
        </p:nvSpPr>
        <p:spPr>
          <a:xfrm>
            <a:off x="6510544" y="746416"/>
            <a:ext cx="2065401" cy="1787672"/>
          </a:xfrm>
          <a:prstGeom prst="rect">
            <a:avLst/>
          </a:prstGeom>
        </p:spPr>
        <p:txBody>
          <a:bodyPr/>
          <a:lstStyle>
            <a:lvl1pPr marL="0" indent="0" algn="ctr">
              <a:buNone/>
              <a:defRPr/>
            </a:lvl1pPr>
          </a:lstStyle>
          <a:p>
            <a:r>
              <a:rPr lang="en-US" dirty="0"/>
              <a:t>Click to add photo</a:t>
            </a:r>
          </a:p>
        </p:txBody>
      </p:sp>
      <p:sp>
        <p:nvSpPr>
          <p:cNvPr id="55" name="Text Placeholder 17">
            <a:extLst>
              <a:ext uri="{FF2B5EF4-FFF2-40B4-BE49-F238E27FC236}">
                <a16:creationId xmlns:a16="http://schemas.microsoft.com/office/drawing/2014/main" id="{B9BD60DD-95CB-47D1-9C2F-5ACD38820662}"/>
              </a:ext>
            </a:extLst>
          </p:cNvPr>
          <p:cNvSpPr>
            <a:spLocks noGrp="1"/>
          </p:cNvSpPr>
          <p:nvPr>
            <p:ph type="body" sz="quarter" idx="27" hasCustomPrompt="1"/>
          </p:nvPr>
        </p:nvSpPr>
        <p:spPr>
          <a:xfrm>
            <a:off x="6510542" y="2534086"/>
            <a:ext cx="2065401" cy="523544"/>
          </a:xfrm>
          <a:prstGeom prst="rect">
            <a:avLst/>
          </a:prstGeom>
        </p:spPr>
        <p:txBody>
          <a:bodyPr anchor="b"/>
          <a:lstStyle>
            <a:lvl1pPr marL="0" indent="0" algn="ctr">
              <a:buNone/>
              <a:defRPr sz="1402" cap="all" spc="175" baseline="0">
                <a:solidFill>
                  <a:schemeClr val="accent4"/>
                </a:solidFill>
              </a:defRPr>
            </a:lvl1pPr>
          </a:lstStyle>
          <a:p>
            <a:pPr lvl="0"/>
            <a:r>
              <a:rPr lang="en-US" dirty="0"/>
              <a:t>Click to add name</a:t>
            </a:r>
          </a:p>
        </p:txBody>
      </p:sp>
      <p:sp>
        <p:nvSpPr>
          <p:cNvPr id="56" name="Text Placeholder 17">
            <a:extLst>
              <a:ext uri="{FF2B5EF4-FFF2-40B4-BE49-F238E27FC236}">
                <a16:creationId xmlns:a16="http://schemas.microsoft.com/office/drawing/2014/main" id="{19FF93B2-766D-4558-94BE-49F215C0FF7B}"/>
              </a:ext>
            </a:extLst>
          </p:cNvPr>
          <p:cNvSpPr>
            <a:spLocks noGrp="1"/>
          </p:cNvSpPr>
          <p:nvPr>
            <p:ph type="body" sz="quarter" idx="28" hasCustomPrompt="1"/>
          </p:nvPr>
        </p:nvSpPr>
        <p:spPr>
          <a:xfrm>
            <a:off x="6510542" y="3057628"/>
            <a:ext cx="2065401" cy="523542"/>
          </a:xfrm>
          <a:prstGeom prst="rect">
            <a:avLst/>
          </a:prstGeom>
        </p:spPr>
        <p:txBody>
          <a:bodyPr/>
          <a:lstStyle>
            <a:lvl1pPr marL="0" indent="0" algn="ctr">
              <a:buNone/>
              <a:defRPr sz="1051" b="0" i="0" cap="none" spc="175" baseline="0"/>
            </a:lvl1pPr>
          </a:lstStyle>
          <a:p>
            <a:pPr lvl="0"/>
            <a:r>
              <a:rPr lang="en-US" dirty="0"/>
              <a:t>Click to title</a:t>
            </a:r>
          </a:p>
        </p:txBody>
      </p:sp>
      <p:sp>
        <p:nvSpPr>
          <p:cNvPr id="57" name="Picture Placeholder 9">
            <a:extLst>
              <a:ext uri="{FF2B5EF4-FFF2-40B4-BE49-F238E27FC236}">
                <a16:creationId xmlns:a16="http://schemas.microsoft.com/office/drawing/2014/main" id="{F16F9FCC-4EE2-4D18-8257-694E9C80F547}"/>
              </a:ext>
            </a:extLst>
          </p:cNvPr>
          <p:cNvSpPr>
            <a:spLocks noGrp="1"/>
          </p:cNvSpPr>
          <p:nvPr>
            <p:ph type="pic" sz="quarter" idx="32" hasCustomPrompt="1"/>
          </p:nvPr>
        </p:nvSpPr>
        <p:spPr>
          <a:xfrm>
            <a:off x="4199420" y="3581171"/>
            <a:ext cx="2065401" cy="1787672"/>
          </a:xfrm>
          <a:prstGeom prst="rect">
            <a:avLst/>
          </a:prstGeom>
        </p:spPr>
        <p:txBody>
          <a:bodyPr/>
          <a:lstStyle>
            <a:lvl1pPr marL="0" indent="0" algn="ctr">
              <a:buNone/>
              <a:defRPr/>
            </a:lvl1pPr>
          </a:lstStyle>
          <a:p>
            <a:r>
              <a:rPr lang="en-US" dirty="0"/>
              <a:t>Click to add photo</a:t>
            </a:r>
          </a:p>
        </p:txBody>
      </p:sp>
      <p:sp>
        <p:nvSpPr>
          <p:cNvPr id="58" name="Text Placeholder 17">
            <a:extLst>
              <a:ext uri="{FF2B5EF4-FFF2-40B4-BE49-F238E27FC236}">
                <a16:creationId xmlns:a16="http://schemas.microsoft.com/office/drawing/2014/main" id="{F434B9BC-2EC7-4433-BAA8-039EB5BED5C0}"/>
              </a:ext>
            </a:extLst>
          </p:cNvPr>
          <p:cNvSpPr>
            <a:spLocks noGrp="1"/>
          </p:cNvSpPr>
          <p:nvPr>
            <p:ph type="body" sz="quarter" idx="33" hasCustomPrompt="1"/>
          </p:nvPr>
        </p:nvSpPr>
        <p:spPr>
          <a:xfrm>
            <a:off x="4199418" y="5368841"/>
            <a:ext cx="2065401" cy="523544"/>
          </a:xfrm>
          <a:prstGeom prst="rect">
            <a:avLst/>
          </a:prstGeom>
        </p:spPr>
        <p:txBody>
          <a:bodyPr anchor="b"/>
          <a:lstStyle>
            <a:lvl1pPr marL="0" indent="0" algn="ctr">
              <a:buNone/>
              <a:defRPr sz="1402" cap="all" spc="175" baseline="0">
                <a:solidFill>
                  <a:schemeClr val="accent4"/>
                </a:solidFill>
              </a:defRPr>
            </a:lvl1pPr>
          </a:lstStyle>
          <a:p>
            <a:pPr lvl="0"/>
            <a:r>
              <a:rPr lang="en-US" dirty="0"/>
              <a:t>Click to add name</a:t>
            </a:r>
          </a:p>
        </p:txBody>
      </p:sp>
      <p:sp>
        <p:nvSpPr>
          <p:cNvPr id="59" name="Text Placeholder 17">
            <a:extLst>
              <a:ext uri="{FF2B5EF4-FFF2-40B4-BE49-F238E27FC236}">
                <a16:creationId xmlns:a16="http://schemas.microsoft.com/office/drawing/2014/main" id="{6F08FB05-53FB-4C19-A35C-592C4DFDFF46}"/>
              </a:ext>
            </a:extLst>
          </p:cNvPr>
          <p:cNvSpPr>
            <a:spLocks noGrp="1"/>
          </p:cNvSpPr>
          <p:nvPr>
            <p:ph type="body" sz="quarter" idx="34" hasCustomPrompt="1"/>
          </p:nvPr>
        </p:nvSpPr>
        <p:spPr>
          <a:xfrm>
            <a:off x="4199418" y="5892383"/>
            <a:ext cx="2065401" cy="523542"/>
          </a:xfrm>
          <a:prstGeom prst="rect">
            <a:avLst/>
          </a:prstGeom>
        </p:spPr>
        <p:txBody>
          <a:bodyPr/>
          <a:lstStyle>
            <a:lvl1pPr marL="0" indent="0" algn="ctr">
              <a:lnSpc>
                <a:spcPct val="100000"/>
              </a:lnSpc>
              <a:spcBef>
                <a:spcPts val="0"/>
              </a:spcBef>
              <a:buNone/>
              <a:defRPr sz="1051" b="0" i="0" cap="none" spc="175" baseline="0"/>
            </a:lvl1pPr>
          </a:lstStyle>
          <a:p>
            <a:pPr lvl="0"/>
            <a:r>
              <a:rPr lang="en-US" dirty="0"/>
              <a:t>Click to title</a:t>
            </a:r>
          </a:p>
        </p:txBody>
      </p:sp>
      <p:sp>
        <p:nvSpPr>
          <p:cNvPr id="60" name="Picture Placeholder 9">
            <a:extLst>
              <a:ext uri="{FF2B5EF4-FFF2-40B4-BE49-F238E27FC236}">
                <a16:creationId xmlns:a16="http://schemas.microsoft.com/office/drawing/2014/main" id="{9589D7D2-07DF-415C-A139-E911869A1BCC}"/>
              </a:ext>
            </a:extLst>
          </p:cNvPr>
          <p:cNvSpPr>
            <a:spLocks noGrp="1"/>
          </p:cNvSpPr>
          <p:nvPr>
            <p:ph type="pic" sz="quarter" idx="35" hasCustomPrompt="1"/>
          </p:nvPr>
        </p:nvSpPr>
        <p:spPr>
          <a:xfrm>
            <a:off x="6510544" y="3581171"/>
            <a:ext cx="2065401" cy="1787672"/>
          </a:xfrm>
          <a:prstGeom prst="rect">
            <a:avLst/>
          </a:prstGeom>
        </p:spPr>
        <p:txBody>
          <a:bodyPr/>
          <a:lstStyle>
            <a:lvl1pPr marL="0" indent="0" algn="ctr">
              <a:buNone/>
              <a:defRPr/>
            </a:lvl1pPr>
          </a:lstStyle>
          <a:p>
            <a:r>
              <a:rPr lang="en-US" dirty="0"/>
              <a:t>Click to add photo</a:t>
            </a:r>
          </a:p>
        </p:txBody>
      </p:sp>
      <p:sp>
        <p:nvSpPr>
          <p:cNvPr id="61" name="Text Placeholder 17">
            <a:extLst>
              <a:ext uri="{FF2B5EF4-FFF2-40B4-BE49-F238E27FC236}">
                <a16:creationId xmlns:a16="http://schemas.microsoft.com/office/drawing/2014/main" id="{E622F2E3-2C07-4ABC-A803-40361BBB7386}"/>
              </a:ext>
            </a:extLst>
          </p:cNvPr>
          <p:cNvSpPr>
            <a:spLocks noGrp="1"/>
          </p:cNvSpPr>
          <p:nvPr>
            <p:ph type="body" sz="quarter" idx="36" hasCustomPrompt="1"/>
          </p:nvPr>
        </p:nvSpPr>
        <p:spPr>
          <a:xfrm>
            <a:off x="6510542" y="5368841"/>
            <a:ext cx="2065401" cy="523544"/>
          </a:xfrm>
          <a:prstGeom prst="rect">
            <a:avLst/>
          </a:prstGeom>
        </p:spPr>
        <p:txBody>
          <a:bodyPr anchor="b"/>
          <a:lstStyle>
            <a:lvl1pPr marL="0" indent="0" algn="ctr">
              <a:buNone/>
              <a:defRPr sz="1402" cap="all" spc="175" baseline="0">
                <a:solidFill>
                  <a:schemeClr val="accent4"/>
                </a:solidFill>
              </a:defRPr>
            </a:lvl1pPr>
          </a:lstStyle>
          <a:p>
            <a:pPr lvl="0"/>
            <a:r>
              <a:rPr lang="en-US" dirty="0"/>
              <a:t>Click to add name</a:t>
            </a:r>
          </a:p>
        </p:txBody>
      </p:sp>
      <p:sp>
        <p:nvSpPr>
          <p:cNvPr id="62" name="Text Placeholder 17">
            <a:extLst>
              <a:ext uri="{FF2B5EF4-FFF2-40B4-BE49-F238E27FC236}">
                <a16:creationId xmlns:a16="http://schemas.microsoft.com/office/drawing/2014/main" id="{B505FD93-2404-46B6-9EE0-9CABFC5233ED}"/>
              </a:ext>
            </a:extLst>
          </p:cNvPr>
          <p:cNvSpPr>
            <a:spLocks noGrp="1"/>
          </p:cNvSpPr>
          <p:nvPr>
            <p:ph type="body" sz="quarter" idx="37" hasCustomPrompt="1"/>
          </p:nvPr>
        </p:nvSpPr>
        <p:spPr>
          <a:xfrm>
            <a:off x="6510542" y="5892383"/>
            <a:ext cx="2065401" cy="523542"/>
          </a:xfrm>
          <a:prstGeom prst="rect">
            <a:avLst/>
          </a:prstGeom>
        </p:spPr>
        <p:txBody>
          <a:bodyPr/>
          <a:lstStyle>
            <a:lvl1pPr marL="0" indent="0" algn="ctr">
              <a:buNone/>
              <a:defRPr sz="1051" b="0" i="0" cap="none" spc="175" baseline="0"/>
            </a:lvl1pPr>
          </a:lstStyle>
          <a:p>
            <a:pPr lvl="0"/>
            <a:r>
              <a:rPr lang="en-US" dirty="0"/>
              <a:t>Click to title</a:t>
            </a:r>
          </a:p>
        </p:txBody>
      </p:sp>
      <p:sp>
        <p:nvSpPr>
          <p:cNvPr id="5" name="Date Placeholder 4">
            <a:extLst>
              <a:ext uri="{FF2B5EF4-FFF2-40B4-BE49-F238E27FC236}">
                <a16:creationId xmlns:a16="http://schemas.microsoft.com/office/drawing/2014/main" id="{5B91FF20-37AD-4448-896C-C37172D16263}"/>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376AF771-F500-4564-96BB-2AC1F13F9D36}"/>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9254F218-0E34-408C-AB25-76184E9ACC54}"/>
              </a:ext>
            </a:extLst>
          </p:cNvPr>
          <p:cNvSpPr>
            <a:spLocks noGrp="1"/>
          </p:cNvSpPr>
          <p:nvPr>
            <p:ph type="sldNum" sz="quarter" idx="12"/>
          </p:nvPr>
        </p:nvSpPr>
        <p:spPr/>
        <p:txBody>
          <a:bodyPr/>
          <a:lstStyle/>
          <a:p>
            <a:fld id="{F91729D4-A164-47A3-830D-E792BCE699E4}" type="slidenum">
              <a:rPr lang="en-US" smtClean="0"/>
              <a:t>‹N°›</a:t>
            </a:fld>
            <a:endParaRPr lang="en-US" dirty="0"/>
          </a:p>
        </p:txBody>
      </p:sp>
    </p:spTree>
    <p:extLst>
      <p:ext uri="{BB962C8B-B14F-4D97-AF65-F5344CB8AC3E}">
        <p14:creationId xmlns:p14="http://schemas.microsoft.com/office/powerpoint/2010/main" val="30788664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am_6">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886F38-E337-4504-BF25-D65176023E6B}"/>
              </a:ext>
              <a:ext uri="{C183D7F6-B498-43B3-948B-1728B52AA6E4}">
                <adec:decorative xmlns:adec="http://schemas.microsoft.com/office/drawing/2017/decorative" val="1"/>
              </a:ext>
            </a:extLst>
          </p:cNvPr>
          <p:cNvSpPr/>
          <p:nvPr userDrawn="1"/>
        </p:nvSpPr>
        <p:spPr>
          <a:xfrm>
            <a:off x="0" y="4709602"/>
            <a:ext cx="10680700" cy="2846898"/>
          </a:xfrm>
          <a:prstGeom prst="rect">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50116A5-69B8-43BF-B141-AC2A4B6CEB97}"/>
              </a:ext>
            </a:extLst>
          </p:cNvPr>
          <p:cNvSpPr>
            <a:spLocks noGrp="1"/>
          </p:cNvSpPr>
          <p:nvPr>
            <p:ph type="title" hasCustomPrompt="1"/>
          </p:nvPr>
        </p:nvSpPr>
        <p:spPr>
          <a:xfrm>
            <a:off x="294540" y="1330703"/>
            <a:ext cx="2601980" cy="1788209"/>
          </a:xfrm>
          <a:prstGeom prst="rect">
            <a:avLst/>
          </a:prstGeom>
        </p:spPr>
        <p:txBody>
          <a:bodyPr anchor="b"/>
          <a:lstStyle>
            <a:lvl1pPr algn="ctr">
              <a:defRPr sz="2803" cap="all" spc="175" baseline="0">
                <a:solidFill>
                  <a:schemeClr val="accent4"/>
                </a:solidFill>
              </a:defRPr>
            </a:lvl1pPr>
          </a:lstStyle>
          <a:p>
            <a:r>
              <a:rPr lang="en-US" dirty="0"/>
              <a:t>Click to add title</a:t>
            </a:r>
          </a:p>
        </p:txBody>
      </p:sp>
      <p:sp>
        <p:nvSpPr>
          <p:cNvPr id="10" name="Picture Placeholder 9">
            <a:extLst>
              <a:ext uri="{FF2B5EF4-FFF2-40B4-BE49-F238E27FC236}">
                <a16:creationId xmlns:a16="http://schemas.microsoft.com/office/drawing/2014/main" id="{6D283EBF-8FBA-4A7A-9DCE-23E0BF7F6AAC}"/>
              </a:ext>
            </a:extLst>
          </p:cNvPr>
          <p:cNvSpPr>
            <a:spLocks noGrp="1"/>
          </p:cNvSpPr>
          <p:nvPr>
            <p:ph type="pic" sz="quarter" idx="15" hasCustomPrompt="1"/>
          </p:nvPr>
        </p:nvSpPr>
        <p:spPr>
          <a:xfrm>
            <a:off x="3311922" y="1271225"/>
            <a:ext cx="1237015" cy="1264128"/>
          </a:xfrm>
          <a:prstGeom prst="rect">
            <a:avLst/>
          </a:prstGeom>
        </p:spPr>
        <p:txBody>
          <a:bodyPr/>
          <a:lstStyle>
            <a:lvl1pPr marL="0" indent="0" algn="ctr">
              <a:buNone/>
              <a:defRPr/>
            </a:lvl1pPr>
          </a:lstStyle>
          <a:p>
            <a:r>
              <a:rPr lang="en-US" dirty="0"/>
              <a:t>Click to add photo</a:t>
            </a:r>
          </a:p>
        </p:txBody>
      </p:sp>
      <p:sp>
        <p:nvSpPr>
          <p:cNvPr id="18" name="Text Placeholder 17">
            <a:extLst>
              <a:ext uri="{FF2B5EF4-FFF2-40B4-BE49-F238E27FC236}">
                <a16:creationId xmlns:a16="http://schemas.microsoft.com/office/drawing/2014/main" id="{48D76D02-A6E3-446F-B85B-CAD9ED06415D}"/>
              </a:ext>
            </a:extLst>
          </p:cNvPr>
          <p:cNvSpPr>
            <a:spLocks noGrp="1"/>
          </p:cNvSpPr>
          <p:nvPr>
            <p:ph type="body" sz="quarter" idx="21" hasCustomPrompt="1"/>
          </p:nvPr>
        </p:nvSpPr>
        <p:spPr>
          <a:xfrm>
            <a:off x="3023862" y="2534086"/>
            <a:ext cx="1813135" cy="523544"/>
          </a:xfrm>
          <a:prstGeom prst="rect">
            <a:avLst/>
          </a:prstGeom>
        </p:spPr>
        <p:txBody>
          <a:bodyPr anchor="b"/>
          <a:lstStyle>
            <a:lvl1pPr marL="0" indent="0" algn="ctr">
              <a:buNone/>
              <a:defRPr sz="1226" cap="all" spc="175" baseline="0">
                <a:solidFill>
                  <a:schemeClr val="accent4"/>
                </a:solidFill>
              </a:defRPr>
            </a:lvl1pPr>
          </a:lstStyle>
          <a:p>
            <a:pPr lvl="0"/>
            <a:r>
              <a:rPr lang="en-US" dirty="0"/>
              <a:t>Click to add name</a:t>
            </a:r>
          </a:p>
        </p:txBody>
      </p:sp>
      <p:sp>
        <p:nvSpPr>
          <p:cNvPr id="19" name="Text Placeholder 17">
            <a:extLst>
              <a:ext uri="{FF2B5EF4-FFF2-40B4-BE49-F238E27FC236}">
                <a16:creationId xmlns:a16="http://schemas.microsoft.com/office/drawing/2014/main" id="{90954B1A-CAD7-4645-A1B3-1A5EFD54C975}"/>
              </a:ext>
            </a:extLst>
          </p:cNvPr>
          <p:cNvSpPr>
            <a:spLocks noGrp="1"/>
          </p:cNvSpPr>
          <p:nvPr>
            <p:ph type="body" sz="quarter" idx="22" hasCustomPrompt="1"/>
          </p:nvPr>
        </p:nvSpPr>
        <p:spPr>
          <a:xfrm>
            <a:off x="3023862" y="3057630"/>
            <a:ext cx="1813135" cy="740584"/>
          </a:xfrm>
          <a:prstGeom prst="rect">
            <a:avLst/>
          </a:prstGeom>
        </p:spPr>
        <p:txBody>
          <a:bodyPr/>
          <a:lstStyle>
            <a:lvl1pPr marL="0" indent="0" algn="ctr">
              <a:lnSpc>
                <a:spcPct val="100000"/>
              </a:lnSpc>
              <a:buNone/>
              <a:defRPr sz="964" b="0" i="0" cap="none" spc="175" baseline="0"/>
            </a:lvl1pPr>
          </a:lstStyle>
          <a:p>
            <a:pPr lvl="0"/>
            <a:r>
              <a:rPr lang="en-US" dirty="0"/>
              <a:t>Click to add title</a:t>
            </a:r>
          </a:p>
        </p:txBody>
      </p:sp>
      <p:sp>
        <p:nvSpPr>
          <p:cNvPr id="28" name="Picture Placeholder 9">
            <a:extLst>
              <a:ext uri="{FF2B5EF4-FFF2-40B4-BE49-F238E27FC236}">
                <a16:creationId xmlns:a16="http://schemas.microsoft.com/office/drawing/2014/main" id="{D517EAC0-89E0-4247-B048-92F65C868A7E}"/>
              </a:ext>
            </a:extLst>
          </p:cNvPr>
          <p:cNvSpPr>
            <a:spLocks noGrp="1"/>
          </p:cNvSpPr>
          <p:nvPr>
            <p:ph type="pic" sz="quarter" idx="38" hasCustomPrompt="1"/>
          </p:nvPr>
        </p:nvSpPr>
        <p:spPr>
          <a:xfrm>
            <a:off x="5161572" y="1271225"/>
            <a:ext cx="1237015" cy="1264128"/>
          </a:xfrm>
          <a:prstGeom prst="rect">
            <a:avLst/>
          </a:prstGeom>
        </p:spPr>
        <p:txBody>
          <a:bodyPr/>
          <a:lstStyle>
            <a:lvl1pPr marL="0" indent="0" algn="ctr">
              <a:buNone/>
              <a:defRPr/>
            </a:lvl1pPr>
          </a:lstStyle>
          <a:p>
            <a:r>
              <a:rPr lang="en-US" dirty="0"/>
              <a:t>Click to add photo</a:t>
            </a:r>
          </a:p>
        </p:txBody>
      </p:sp>
      <p:sp>
        <p:nvSpPr>
          <p:cNvPr id="11" name="Text Placeholder 17">
            <a:extLst>
              <a:ext uri="{FF2B5EF4-FFF2-40B4-BE49-F238E27FC236}">
                <a16:creationId xmlns:a16="http://schemas.microsoft.com/office/drawing/2014/main" id="{7F5710E0-5399-4C8A-9D92-390195CB6F27}"/>
              </a:ext>
            </a:extLst>
          </p:cNvPr>
          <p:cNvSpPr>
            <a:spLocks noGrp="1"/>
          </p:cNvSpPr>
          <p:nvPr>
            <p:ph type="body" sz="quarter" idx="24" hasCustomPrompt="1"/>
          </p:nvPr>
        </p:nvSpPr>
        <p:spPr>
          <a:xfrm>
            <a:off x="4873512" y="2534086"/>
            <a:ext cx="1813135" cy="523544"/>
          </a:xfrm>
          <a:prstGeom prst="rect">
            <a:avLst/>
          </a:prstGeom>
        </p:spPr>
        <p:txBody>
          <a:bodyPr anchor="b"/>
          <a:lstStyle>
            <a:lvl1pPr marL="0" indent="0" algn="ctr">
              <a:buNone/>
              <a:defRPr sz="1226" cap="all" spc="175" baseline="0">
                <a:solidFill>
                  <a:schemeClr val="accent4"/>
                </a:solidFill>
              </a:defRPr>
            </a:lvl1pPr>
          </a:lstStyle>
          <a:p>
            <a:pPr lvl="0"/>
            <a:r>
              <a:rPr lang="en-US" dirty="0"/>
              <a:t>Click to add name</a:t>
            </a:r>
          </a:p>
        </p:txBody>
      </p:sp>
      <p:sp>
        <p:nvSpPr>
          <p:cNvPr id="12" name="Text Placeholder 17">
            <a:extLst>
              <a:ext uri="{FF2B5EF4-FFF2-40B4-BE49-F238E27FC236}">
                <a16:creationId xmlns:a16="http://schemas.microsoft.com/office/drawing/2014/main" id="{019883F1-27DD-46A1-AD71-3AE14256007E}"/>
              </a:ext>
            </a:extLst>
          </p:cNvPr>
          <p:cNvSpPr>
            <a:spLocks noGrp="1"/>
          </p:cNvSpPr>
          <p:nvPr>
            <p:ph type="body" sz="quarter" idx="25" hasCustomPrompt="1"/>
          </p:nvPr>
        </p:nvSpPr>
        <p:spPr>
          <a:xfrm>
            <a:off x="4873512" y="3057630"/>
            <a:ext cx="1813135" cy="740584"/>
          </a:xfrm>
          <a:prstGeom prst="rect">
            <a:avLst/>
          </a:prstGeom>
        </p:spPr>
        <p:txBody>
          <a:bodyPr/>
          <a:lstStyle>
            <a:lvl1pPr marL="0" indent="0" algn="ctr">
              <a:lnSpc>
                <a:spcPct val="100000"/>
              </a:lnSpc>
              <a:buNone/>
              <a:defRPr sz="964" b="0" i="0" cap="none" spc="175" baseline="0"/>
            </a:lvl1pPr>
          </a:lstStyle>
          <a:p>
            <a:pPr lvl="0"/>
            <a:r>
              <a:rPr lang="en-US" dirty="0"/>
              <a:t>Click to add title</a:t>
            </a:r>
          </a:p>
        </p:txBody>
      </p:sp>
      <p:sp>
        <p:nvSpPr>
          <p:cNvPr id="29" name="Picture Placeholder 9">
            <a:extLst>
              <a:ext uri="{FF2B5EF4-FFF2-40B4-BE49-F238E27FC236}">
                <a16:creationId xmlns:a16="http://schemas.microsoft.com/office/drawing/2014/main" id="{7847BEB8-AC95-445E-AFB4-34B7658BB992}"/>
              </a:ext>
            </a:extLst>
          </p:cNvPr>
          <p:cNvSpPr>
            <a:spLocks noGrp="1"/>
          </p:cNvSpPr>
          <p:nvPr>
            <p:ph type="pic" sz="quarter" idx="39" hasCustomPrompt="1"/>
          </p:nvPr>
        </p:nvSpPr>
        <p:spPr>
          <a:xfrm>
            <a:off x="7011222" y="1271225"/>
            <a:ext cx="1237014" cy="1264128"/>
          </a:xfrm>
          <a:prstGeom prst="rect">
            <a:avLst/>
          </a:prstGeom>
        </p:spPr>
        <p:txBody>
          <a:bodyPr/>
          <a:lstStyle>
            <a:lvl1pPr marL="0" indent="0" algn="ctr">
              <a:buNone/>
              <a:defRPr/>
            </a:lvl1pPr>
          </a:lstStyle>
          <a:p>
            <a:r>
              <a:rPr lang="en-US" dirty="0"/>
              <a:t>Click to add photo</a:t>
            </a:r>
          </a:p>
        </p:txBody>
      </p:sp>
      <p:sp>
        <p:nvSpPr>
          <p:cNvPr id="14" name="Text Placeholder 17">
            <a:extLst>
              <a:ext uri="{FF2B5EF4-FFF2-40B4-BE49-F238E27FC236}">
                <a16:creationId xmlns:a16="http://schemas.microsoft.com/office/drawing/2014/main" id="{82B5CAB5-1932-4DC0-BBBD-8ABA7C5D5DED}"/>
              </a:ext>
            </a:extLst>
          </p:cNvPr>
          <p:cNvSpPr>
            <a:spLocks noGrp="1"/>
          </p:cNvSpPr>
          <p:nvPr>
            <p:ph type="body" sz="quarter" idx="27" hasCustomPrompt="1"/>
          </p:nvPr>
        </p:nvSpPr>
        <p:spPr>
          <a:xfrm>
            <a:off x="6723161" y="2534086"/>
            <a:ext cx="1813135" cy="523544"/>
          </a:xfrm>
          <a:prstGeom prst="rect">
            <a:avLst/>
          </a:prstGeom>
        </p:spPr>
        <p:txBody>
          <a:bodyPr anchor="b"/>
          <a:lstStyle>
            <a:lvl1pPr marL="0" indent="0" algn="ctr">
              <a:buNone/>
              <a:defRPr sz="1226" cap="all" spc="175" baseline="0">
                <a:solidFill>
                  <a:schemeClr val="accent4"/>
                </a:solidFill>
              </a:defRPr>
            </a:lvl1pPr>
          </a:lstStyle>
          <a:p>
            <a:pPr lvl="0"/>
            <a:r>
              <a:rPr lang="en-US" dirty="0"/>
              <a:t>Click to add name</a:t>
            </a:r>
          </a:p>
        </p:txBody>
      </p:sp>
      <p:sp>
        <p:nvSpPr>
          <p:cNvPr id="15" name="Text Placeholder 17">
            <a:extLst>
              <a:ext uri="{FF2B5EF4-FFF2-40B4-BE49-F238E27FC236}">
                <a16:creationId xmlns:a16="http://schemas.microsoft.com/office/drawing/2014/main" id="{E248F87C-2911-41CB-A4BD-6ECD4E13B8C6}"/>
              </a:ext>
            </a:extLst>
          </p:cNvPr>
          <p:cNvSpPr>
            <a:spLocks noGrp="1"/>
          </p:cNvSpPr>
          <p:nvPr>
            <p:ph type="body" sz="quarter" idx="28" hasCustomPrompt="1"/>
          </p:nvPr>
        </p:nvSpPr>
        <p:spPr>
          <a:xfrm>
            <a:off x="6723161" y="3057630"/>
            <a:ext cx="1813135" cy="740584"/>
          </a:xfrm>
          <a:prstGeom prst="rect">
            <a:avLst/>
          </a:prstGeom>
        </p:spPr>
        <p:txBody>
          <a:bodyPr/>
          <a:lstStyle>
            <a:lvl1pPr marL="0" indent="0" algn="ctr">
              <a:lnSpc>
                <a:spcPct val="100000"/>
              </a:lnSpc>
              <a:buNone/>
              <a:defRPr sz="964" b="0" i="0" cap="none" spc="175" baseline="0"/>
            </a:lvl1pPr>
          </a:lstStyle>
          <a:p>
            <a:pPr lvl="0"/>
            <a:r>
              <a:rPr lang="en-US" dirty="0"/>
              <a:t>Click to add title</a:t>
            </a:r>
          </a:p>
        </p:txBody>
      </p:sp>
      <p:sp>
        <p:nvSpPr>
          <p:cNvPr id="37" name="Picture Placeholder 9">
            <a:extLst>
              <a:ext uri="{FF2B5EF4-FFF2-40B4-BE49-F238E27FC236}">
                <a16:creationId xmlns:a16="http://schemas.microsoft.com/office/drawing/2014/main" id="{7B6B3681-1E21-44DA-AADA-F5E638A87423}"/>
              </a:ext>
            </a:extLst>
          </p:cNvPr>
          <p:cNvSpPr>
            <a:spLocks noGrp="1"/>
          </p:cNvSpPr>
          <p:nvPr>
            <p:ph type="pic" sz="quarter" idx="47" hasCustomPrompt="1"/>
          </p:nvPr>
        </p:nvSpPr>
        <p:spPr>
          <a:xfrm>
            <a:off x="8860870" y="1271225"/>
            <a:ext cx="1237014" cy="1264128"/>
          </a:xfrm>
          <a:prstGeom prst="rect">
            <a:avLst/>
          </a:prstGeom>
        </p:spPr>
        <p:txBody>
          <a:bodyPr/>
          <a:lstStyle>
            <a:lvl1pPr marL="0" indent="0" algn="ctr">
              <a:buNone/>
              <a:defRPr/>
            </a:lvl1pPr>
          </a:lstStyle>
          <a:p>
            <a:r>
              <a:rPr lang="en-US" dirty="0"/>
              <a:t>Click to add photo</a:t>
            </a:r>
          </a:p>
        </p:txBody>
      </p:sp>
      <p:sp>
        <p:nvSpPr>
          <p:cNvPr id="33" name="Text Placeholder 17">
            <a:extLst>
              <a:ext uri="{FF2B5EF4-FFF2-40B4-BE49-F238E27FC236}">
                <a16:creationId xmlns:a16="http://schemas.microsoft.com/office/drawing/2014/main" id="{2D88AD4B-15C6-42C2-B9A5-BD645DA67D7E}"/>
              </a:ext>
            </a:extLst>
          </p:cNvPr>
          <p:cNvSpPr>
            <a:spLocks noGrp="1"/>
          </p:cNvSpPr>
          <p:nvPr>
            <p:ph type="body" sz="quarter" idx="43" hasCustomPrompt="1"/>
          </p:nvPr>
        </p:nvSpPr>
        <p:spPr>
          <a:xfrm>
            <a:off x="8572809" y="2534086"/>
            <a:ext cx="1813135" cy="523544"/>
          </a:xfrm>
          <a:prstGeom prst="rect">
            <a:avLst/>
          </a:prstGeom>
        </p:spPr>
        <p:txBody>
          <a:bodyPr anchor="b"/>
          <a:lstStyle>
            <a:lvl1pPr marL="0" indent="0" algn="ctr">
              <a:buNone/>
              <a:defRPr sz="1226" cap="all" spc="175" baseline="0">
                <a:solidFill>
                  <a:schemeClr val="accent4"/>
                </a:solidFill>
              </a:defRPr>
            </a:lvl1pPr>
          </a:lstStyle>
          <a:p>
            <a:pPr lvl="0"/>
            <a:r>
              <a:rPr lang="en-US" dirty="0"/>
              <a:t>Click to add name</a:t>
            </a:r>
          </a:p>
        </p:txBody>
      </p:sp>
      <p:sp>
        <p:nvSpPr>
          <p:cNvPr id="34" name="Text Placeholder 17">
            <a:extLst>
              <a:ext uri="{FF2B5EF4-FFF2-40B4-BE49-F238E27FC236}">
                <a16:creationId xmlns:a16="http://schemas.microsoft.com/office/drawing/2014/main" id="{D79E337C-DD94-4BC6-9F28-69AC04CD2B3E}"/>
              </a:ext>
            </a:extLst>
          </p:cNvPr>
          <p:cNvSpPr>
            <a:spLocks noGrp="1"/>
          </p:cNvSpPr>
          <p:nvPr>
            <p:ph type="body" sz="quarter" idx="44" hasCustomPrompt="1"/>
          </p:nvPr>
        </p:nvSpPr>
        <p:spPr>
          <a:xfrm>
            <a:off x="8572809" y="3057630"/>
            <a:ext cx="1813135" cy="740584"/>
          </a:xfrm>
          <a:prstGeom prst="rect">
            <a:avLst/>
          </a:prstGeom>
        </p:spPr>
        <p:txBody>
          <a:bodyPr/>
          <a:lstStyle>
            <a:lvl1pPr marL="0" indent="0" algn="ctr">
              <a:lnSpc>
                <a:spcPct val="100000"/>
              </a:lnSpc>
              <a:buNone/>
              <a:defRPr sz="964" b="0" i="0" cap="none" spc="175" baseline="0"/>
            </a:lvl1pPr>
          </a:lstStyle>
          <a:p>
            <a:pPr lvl="0"/>
            <a:r>
              <a:rPr lang="en-US" dirty="0"/>
              <a:t>Click to add title</a:t>
            </a:r>
          </a:p>
        </p:txBody>
      </p:sp>
      <p:sp>
        <p:nvSpPr>
          <p:cNvPr id="30" name="Picture Placeholder 9">
            <a:extLst>
              <a:ext uri="{FF2B5EF4-FFF2-40B4-BE49-F238E27FC236}">
                <a16:creationId xmlns:a16="http://schemas.microsoft.com/office/drawing/2014/main" id="{B50A84FF-F66B-4AB8-837C-E3025F19E9C0}"/>
              </a:ext>
            </a:extLst>
          </p:cNvPr>
          <p:cNvSpPr>
            <a:spLocks noGrp="1"/>
          </p:cNvSpPr>
          <p:nvPr>
            <p:ph type="pic" sz="quarter" idx="40" hasCustomPrompt="1"/>
          </p:nvPr>
        </p:nvSpPr>
        <p:spPr>
          <a:xfrm>
            <a:off x="3311922" y="3983124"/>
            <a:ext cx="1237015" cy="1264128"/>
          </a:xfrm>
          <a:prstGeom prst="rect">
            <a:avLst/>
          </a:prstGeom>
        </p:spPr>
        <p:txBody>
          <a:bodyPr/>
          <a:lstStyle>
            <a:lvl1pPr marL="0" indent="0" algn="ctr">
              <a:buNone/>
              <a:defRPr/>
            </a:lvl1pPr>
          </a:lstStyle>
          <a:p>
            <a:r>
              <a:rPr lang="en-US" dirty="0"/>
              <a:t>Click to add photo</a:t>
            </a:r>
          </a:p>
        </p:txBody>
      </p:sp>
      <p:sp>
        <p:nvSpPr>
          <p:cNvPr id="17" name="Text Placeholder 17">
            <a:extLst>
              <a:ext uri="{FF2B5EF4-FFF2-40B4-BE49-F238E27FC236}">
                <a16:creationId xmlns:a16="http://schemas.microsoft.com/office/drawing/2014/main" id="{540D9937-87C5-40B3-86E6-F1CBFCA40CA0}"/>
              </a:ext>
            </a:extLst>
          </p:cNvPr>
          <p:cNvSpPr>
            <a:spLocks noGrp="1"/>
          </p:cNvSpPr>
          <p:nvPr>
            <p:ph type="body" sz="quarter" idx="30" hasCustomPrompt="1"/>
          </p:nvPr>
        </p:nvSpPr>
        <p:spPr>
          <a:xfrm>
            <a:off x="3023862" y="5252966"/>
            <a:ext cx="1813136" cy="524926"/>
          </a:xfrm>
          <a:prstGeom prst="rect">
            <a:avLst/>
          </a:prstGeom>
        </p:spPr>
        <p:txBody>
          <a:bodyPr anchor="b"/>
          <a:lstStyle>
            <a:lvl1pPr marL="0" indent="0" algn="ctr">
              <a:buNone/>
              <a:defRPr sz="1226" cap="all" spc="175" baseline="0">
                <a:solidFill>
                  <a:schemeClr val="accent4"/>
                </a:solidFill>
              </a:defRPr>
            </a:lvl1pPr>
          </a:lstStyle>
          <a:p>
            <a:pPr lvl="0"/>
            <a:r>
              <a:rPr lang="en-US" dirty="0"/>
              <a:t>Click to add name</a:t>
            </a:r>
          </a:p>
        </p:txBody>
      </p:sp>
      <p:sp>
        <p:nvSpPr>
          <p:cNvPr id="20" name="Text Placeholder 17">
            <a:extLst>
              <a:ext uri="{FF2B5EF4-FFF2-40B4-BE49-F238E27FC236}">
                <a16:creationId xmlns:a16="http://schemas.microsoft.com/office/drawing/2014/main" id="{C81570DE-3568-4F16-9DF8-269B29DDE60E}"/>
              </a:ext>
            </a:extLst>
          </p:cNvPr>
          <p:cNvSpPr>
            <a:spLocks noGrp="1"/>
          </p:cNvSpPr>
          <p:nvPr>
            <p:ph type="body" sz="quarter" idx="31" hasCustomPrompt="1"/>
          </p:nvPr>
        </p:nvSpPr>
        <p:spPr>
          <a:xfrm>
            <a:off x="3023862" y="5776833"/>
            <a:ext cx="1813136" cy="768207"/>
          </a:xfrm>
          <a:prstGeom prst="rect">
            <a:avLst/>
          </a:prstGeom>
        </p:spPr>
        <p:txBody>
          <a:bodyPr/>
          <a:lstStyle>
            <a:lvl1pPr marL="0" indent="0" algn="ctr">
              <a:lnSpc>
                <a:spcPct val="100000"/>
              </a:lnSpc>
              <a:buNone/>
              <a:defRPr sz="964" b="0" i="0" cap="none" spc="175" baseline="0"/>
            </a:lvl1pPr>
          </a:lstStyle>
          <a:p>
            <a:pPr lvl="0"/>
            <a:r>
              <a:rPr lang="en-US" dirty="0"/>
              <a:t>Click to add title</a:t>
            </a:r>
          </a:p>
        </p:txBody>
      </p:sp>
      <p:sp>
        <p:nvSpPr>
          <p:cNvPr id="31" name="Picture Placeholder 9">
            <a:extLst>
              <a:ext uri="{FF2B5EF4-FFF2-40B4-BE49-F238E27FC236}">
                <a16:creationId xmlns:a16="http://schemas.microsoft.com/office/drawing/2014/main" id="{41C26642-ECFF-4F11-B242-BBBA5D672DA0}"/>
              </a:ext>
            </a:extLst>
          </p:cNvPr>
          <p:cNvSpPr>
            <a:spLocks noGrp="1"/>
          </p:cNvSpPr>
          <p:nvPr>
            <p:ph type="pic" sz="quarter" idx="41" hasCustomPrompt="1"/>
          </p:nvPr>
        </p:nvSpPr>
        <p:spPr>
          <a:xfrm>
            <a:off x="5161572" y="3983124"/>
            <a:ext cx="1237015" cy="1264128"/>
          </a:xfrm>
          <a:prstGeom prst="rect">
            <a:avLst/>
          </a:prstGeom>
        </p:spPr>
        <p:txBody>
          <a:bodyPr/>
          <a:lstStyle>
            <a:lvl1pPr marL="0" indent="0" algn="ctr">
              <a:buNone/>
              <a:defRPr/>
            </a:lvl1pPr>
          </a:lstStyle>
          <a:p>
            <a:r>
              <a:rPr lang="en-US" dirty="0"/>
              <a:t>Click to add photo</a:t>
            </a:r>
          </a:p>
        </p:txBody>
      </p:sp>
      <p:sp>
        <p:nvSpPr>
          <p:cNvPr id="22" name="Text Placeholder 17">
            <a:extLst>
              <a:ext uri="{FF2B5EF4-FFF2-40B4-BE49-F238E27FC236}">
                <a16:creationId xmlns:a16="http://schemas.microsoft.com/office/drawing/2014/main" id="{5E4E35F3-EC7A-489D-985F-0CA9F0402B0D}"/>
              </a:ext>
            </a:extLst>
          </p:cNvPr>
          <p:cNvSpPr>
            <a:spLocks noGrp="1"/>
          </p:cNvSpPr>
          <p:nvPr>
            <p:ph type="body" sz="quarter" idx="33" hasCustomPrompt="1"/>
          </p:nvPr>
        </p:nvSpPr>
        <p:spPr>
          <a:xfrm>
            <a:off x="4873512" y="5254347"/>
            <a:ext cx="1813136" cy="523544"/>
          </a:xfrm>
          <a:prstGeom prst="rect">
            <a:avLst/>
          </a:prstGeom>
        </p:spPr>
        <p:txBody>
          <a:bodyPr anchor="b"/>
          <a:lstStyle>
            <a:lvl1pPr marL="0" indent="0" algn="ctr">
              <a:buNone/>
              <a:defRPr sz="1226" cap="all" spc="175" baseline="0">
                <a:solidFill>
                  <a:schemeClr val="accent4"/>
                </a:solidFill>
              </a:defRPr>
            </a:lvl1pPr>
          </a:lstStyle>
          <a:p>
            <a:pPr lvl="0"/>
            <a:r>
              <a:rPr lang="en-US" dirty="0"/>
              <a:t>Click to add name</a:t>
            </a:r>
          </a:p>
        </p:txBody>
      </p:sp>
      <p:sp>
        <p:nvSpPr>
          <p:cNvPr id="23" name="Text Placeholder 17">
            <a:extLst>
              <a:ext uri="{FF2B5EF4-FFF2-40B4-BE49-F238E27FC236}">
                <a16:creationId xmlns:a16="http://schemas.microsoft.com/office/drawing/2014/main" id="{55AFBE6C-8E28-48EC-8798-5E463B8E47ED}"/>
              </a:ext>
            </a:extLst>
          </p:cNvPr>
          <p:cNvSpPr>
            <a:spLocks noGrp="1"/>
          </p:cNvSpPr>
          <p:nvPr>
            <p:ph type="body" sz="quarter" idx="34" hasCustomPrompt="1"/>
          </p:nvPr>
        </p:nvSpPr>
        <p:spPr>
          <a:xfrm>
            <a:off x="4873512" y="5777891"/>
            <a:ext cx="1813136" cy="766185"/>
          </a:xfrm>
          <a:prstGeom prst="rect">
            <a:avLst/>
          </a:prstGeom>
        </p:spPr>
        <p:txBody>
          <a:bodyPr/>
          <a:lstStyle>
            <a:lvl1pPr marL="0" indent="0" algn="ctr">
              <a:lnSpc>
                <a:spcPct val="100000"/>
              </a:lnSpc>
              <a:buNone/>
              <a:defRPr sz="964" b="0" i="0" cap="none" spc="175" baseline="0"/>
            </a:lvl1pPr>
          </a:lstStyle>
          <a:p>
            <a:pPr lvl="0"/>
            <a:r>
              <a:rPr lang="en-US" dirty="0"/>
              <a:t>Click to add title</a:t>
            </a:r>
          </a:p>
        </p:txBody>
      </p:sp>
      <p:sp>
        <p:nvSpPr>
          <p:cNvPr id="32" name="Picture Placeholder 9">
            <a:extLst>
              <a:ext uri="{FF2B5EF4-FFF2-40B4-BE49-F238E27FC236}">
                <a16:creationId xmlns:a16="http://schemas.microsoft.com/office/drawing/2014/main" id="{BCC40003-8966-4A03-9C79-EB95966FFE0C}"/>
              </a:ext>
            </a:extLst>
          </p:cNvPr>
          <p:cNvSpPr>
            <a:spLocks noGrp="1"/>
          </p:cNvSpPr>
          <p:nvPr>
            <p:ph type="pic" sz="quarter" idx="42" hasCustomPrompt="1"/>
          </p:nvPr>
        </p:nvSpPr>
        <p:spPr>
          <a:xfrm>
            <a:off x="7011222" y="3983124"/>
            <a:ext cx="1237014" cy="1264128"/>
          </a:xfrm>
          <a:prstGeom prst="rect">
            <a:avLst/>
          </a:prstGeom>
        </p:spPr>
        <p:txBody>
          <a:bodyPr/>
          <a:lstStyle>
            <a:lvl1pPr marL="0" indent="0" algn="ctr">
              <a:buNone/>
              <a:defRPr/>
            </a:lvl1pPr>
          </a:lstStyle>
          <a:p>
            <a:r>
              <a:rPr lang="en-US" dirty="0"/>
              <a:t>Click to add photo</a:t>
            </a:r>
          </a:p>
        </p:txBody>
      </p:sp>
      <p:sp>
        <p:nvSpPr>
          <p:cNvPr id="25" name="Text Placeholder 17">
            <a:extLst>
              <a:ext uri="{FF2B5EF4-FFF2-40B4-BE49-F238E27FC236}">
                <a16:creationId xmlns:a16="http://schemas.microsoft.com/office/drawing/2014/main" id="{023FE51B-CC62-42E7-BCF7-123DB0B9244A}"/>
              </a:ext>
            </a:extLst>
          </p:cNvPr>
          <p:cNvSpPr>
            <a:spLocks noGrp="1"/>
          </p:cNvSpPr>
          <p:nvPr>
            <p:ph type="body" sz="quarter" idx="36" hasCustomPrompt="1"/>
          </p:nvPr>
        </p:nvSpPr>
        <p:spPr>
          <a:xfrm>
            <a:off x="6723161" y="5254347"/>
            <a:ext cx="1813135" cy="523544"/>
          </a:xfrm>
          <a:prstGeom prst="rect">
            <a:avLst/>
          </a:prstGeom>
        </p:spPr>
        <p:txBody>
          <a:bodyPr anchor="b"/>
          <a:lstStyle>
            <a:lvl1pPr marL="0" indent="0" algn="ctr">
              <a:buNone/>
              <a:defRPr sz="1226" cap="all" spc="175" baseline="0">
                <a:solidFill>
                  <a:schemeClr val="accent4"/>
                </a:solidFill>
              </a:defRPr>
            </a:lvl1pPr>
          </a:lstStyle>
          <a:p>
            <a:pPr lvl="0"/>
            <a:r>
              <a:rPr lang="en-US" dirty="0"/>
              <a:t>Click to add name</a:t>
            </a:r>
          </a:p>
        </p:txBody>
      </p:sp>
      <p:sp>
        <p:nvSpPr>
          <p:cNvPr id="26" name="Text Placeholder 17">
            <a:extLst>
              <a:ext uri="{FF2B5EF4-FFF2-40B4-BE49-F238E27FC236}">
                <a16:creationId xmlns:a16="http://schemas.microsoft.com/office/drawing/2014/main" id="{3CA6C07A-2E37-4897-AF99-5152B241E380}"/>
              </a:ext>
            </a:extLst>
          </p:cNvPr>
          <p:cNvSpPr>
            <a:spLocks noGrp="1"/>
          </p:cNvSpPr>
          <p:nvPr>
            <p:ph type="body" sz="quarter" idx="37" hasCustomPrompt="1"/>
          </p:nvPr>
        </p:nvSpPr>
        <p:spPr>
          <a:xfrm>
            <a:off x="6723161" y="5777891"/>
            <a:ext cx="1813135" cy="766185"/>
          </a:xfrm>
          <a:prstGeom prst="rect">
            <a:avLst/>
          </a:prstGeom>
        </p:spPr>
        <p:txBody>
          <a:bodyPr/>
          <a:lstStyle>
            <a:lvl1pPr marL="0" indent="0" algn="ctr">
              <a:lnSpc>
                <a:spcPct val="100000"/>
              </a:lnSpc>
              <a:buNone/>
              <a:defRPr sz="964" b="0" i="0" cap="none" spc="175" baseline="0"/>
            </a:lvl1pPr>
          </a:lstStyle>
          <a:p>
            <a:pPr lvl="0"/>
            <a:r>
              <a:rPr lang="en-US" dirty="0"/>
              <a:t>Click to add title</a:t>
            </a:r>
          </a:p>
        </p:txBody>
      </p:sp>
      <p:sp>
        <p:nvSpPr>
          <p:cNvPr id="38" name="Picture Placeholder 9">
            <a:extLst>
              <a:ext uri="{FF2B5EF4-FFF2-40B4-BE49-F238E27FC236}">
                <a16:creationId xmlns:a16="http://schemas.microsoft.com/office/drawing/2014/main" id="{026B0125-C5D1-4397-BA37-9D1FCB7DA71E}"/>
              </a:ext>
            </a:extLst>
          </p:cNvPr>
          <p:cNvSpPr>
            <a:spLocks noGrp="1"/>
          </p:cNvSpPr>
          <p:nvPr>
            <p:ph type="pic" sz="quarter" idx="48" hasCustomPrompt="1"/>
          </p:nvPr>
        </p:nvSpPr>
        <p:spPr>
          <a:xfrm>
            <a:off x="8860870" y="3983124"/>
            <a:ext cx="1237014" cy="1264128"/>
          </a:xfrm>
          <a:prstGeom prst="rect">
            <a:avLst/>
          </a:prstGeom>
        </p:spPr>
        <p:txBody>
          <a:bodyPr/>
          <a:lstStyle>
            <a:lvl1pPr marL="0" indent="0" algn="ctr">
              <a:buNone/>
              <a:defRPr/>
            </a:lvl1pPr>
          </a:lstStyle>
          <a:p>
            <a:r>
              <a:rPr lang="en-US" dirty="0"/>
              <a:t>Click to add photo</a:t>
            </a:r>
          </a:p>
        </p:txBody>
      </p:sp>
      <p:sp>
        <p:nvSpPr>
          <p:cNvPr id="35" name="Text Placeholder 17">
            <a:extLst>
              <a:ext uri="{FF2B5EF4-FFF2-40B4-BE49-F238E27FC236}">
                <a16:creationId xmlns:a16="http://schemas.microsoft.com/office/drawing/2014/main" id="{A57BE95A-45E1-4F78-9162-0D9005657D71}"/>
              </a:ext>
            </a:extLst>
          </p:cNvPr>
          <p:cNvSpPr>
            <a:spLocks noGrp="1"/>
          </p:cNvSpPr>
          <p:nvPr>
            <p:ph type="body" sz="quarter" idx="45" hasCustomPrompt="1"/>
          </p:nvPr>
        </p:nvSpPr>
        <p:spPr>
          <a:xfrm>
            <a:off x="8572809" y="5254347"/>
            <a:ext cx="1813135" cy="523544"/>
          </a:xfrm>
          <a:prstGeom prst="rect">
            <a:avLst/>
          </a:prstGeom>
        </p:spPr>
        <p:txBody>
          <a:bodyPr anchor="b"/>
          <a:lstStyle>
            <a:lvl1pPr marL="0" indent="0" algn="ctr">
              <a:buNone/>
              <a:defRPr sz="1226" cap="all" spc="175" baseline="0">
                <a:solidFill>
                  <a:schemeClr val="accent4"/>
                </a:solidFill>
              </a:defRPr>
            </a:lvl1pPr>
          </a:lstStyle>
          <a:p>
            <a:pPr lvl="0"/>
            <a:r>
              <a:rPr lang="en-US" dirty="0"/>
              <a:t>Click to add name</a:t>
            </a:r>
          </a:p>
        </p:txBody>
      </p:sp>
      <p:sp>
        <p:nvSpPr>
          <p:cNvPr id="36" name="Text Placeholder 17">
            <a:extLst>
              <a:ext uri="{FF2B5EF4-FFF2-40B4-BE49-F238E27FC236}">
                <a16:creationId xmlns:a16="http://schemas.microsoft.com/office/drawing/2014/main" id="{EF2F2B86-E2A2-406A-9EED-2FBD66017988}"/>
              </a:ext>
            </a:extLst>
          </p:cNvPr>
          <p:cNvSpPr>
            <a:spLocks noGrp="1"/>
          </p:cNvSpPr>
          <p:nvPr>
            <p:ph type="body" sz="quarter" idx="46" hasCustomPrompt="1"/>
          </p:nvPr>
        </p:nvSpPr>
        <p:spPr>
          <a:xfrm>
            <a:off x="8572809" y="5777891"/>
            <a:ext cx="1813135" cy="766185"/>
          </a:xfrm>
          <a:prstGeom prst="rect">
            <a:avLst/>
          </a:prstGeom>
        </p:spPr>
        <p:txBody>
          <a:bodyPr/>
          <a:lstStyle>
            <a:lvl1pPr marL="0" indent="0" algn="ctr">
              <a:lnSpc>
                <a:spcPct val="100000"/>
              </a:lnSpc>
              <a:buNone/>
              <a:defRPr sz="964" b="0" i="0" cap="none" spc="175" baseline="0"/>
            </a:lvl1pPr>
          </a:lstStyle>
          <a:p>
            <a:pPr lvl="0"/>
            <a:r>
              <a:rPr lang="en-US" dirty="0"/>
              <a:t>Click to add title</a:t>
            </a:r>
          </a:p>
        </p:txBody>
      </p:sp>
      <p:sp>
        <p:nvSpPr>
          <p:cNvPr id="5" name="Date Placeholder 4">
            <a:extLst>
              <a:ext uri="{FF2B5EF4-FFF2-40B4-BE49-F238E27FC236}">
                <a16:creationId xmlns:a16="http://schemas.microsoft.com/office/drawing/2014/main" id="{5B91FF20-37AD-4448-896C-C37172D16263}"/>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376AF771-F500-4564-96BB-2AC1F13F9D36}"/>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9254F218-0E34-408C-AB25-76184E9ACC54}"/>
              </a:ext>
            </a:extLst>
          </p:cNvPr>
          <p:cNvSpPr>
            <a:spLocks noGrp="1"/>
          </p:cNvSpPr>
          <p:nvPr>
            <p:ph type="sldNum" sz="quarter" idx="12"/>
          </p:nvPr>
        </p:nvSpPr>
        <p:spPr/>
        <p:txBody>
          <a:bodyPr/>
          <a:lstStyle/>
          <a:p>
            <a:fld id="{F91729D4-A164-47A3-830D-E792BCE699E4}" type="slidenum">
              <a:rPr lang="en-US" smtClean="0"/>
              <a:t>‹N°›</a:t>
            </a:fld>
            <a:endParaRPr lang="en-US" dirty="0"/>
          </a:p>
        </p:txBody>
      </p:sp>
    </p:spTree>
    <p:extLst>
      <p:ext uri="{BB962C8B-B14F-4D97-AF65-F5344CB8AC3E}">
        <p14:creationId xmlns:p14="http://schemas.microsoft.com/office/powerpoint/2010/main" val="12682591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roduct Launch">
    <p:bg>
      <p:bgPr>
        <a:solidFill>
          <a:schemeClr val="bg1">
            <a:alpha val="35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8101351-79F8-4AD7-A22B-E7AFB1C69970}"/>
              </a:ext>
              <a:ext uri="{C183D7F6-B498-43B3-948B-1728B52AA6E4}">
                <adec:decorative xmlns:adec="http://schemas.microsoft.com/office/drawing/2017/decorative" val="1"/>
              </a:ext>
            </a:extLst>
          </p:cNvPr>
          <p:cNvSpPr/>
          <p:nvPr userDrawn="1"/>
        </p:nvSpPr>
        <p:spPr>
          <a:xfrm>
            <a:off x="0" y="4709602"/>
            <a:ext cx="10680700" cy="2846898"/>
          </a:xfrm>
          <a:prstGeom prst="rect">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E09A49BC-8099-40DE-8210-5A1CBAA423D4}"/>
              </a:ext>
            </a:extLst>
          </p:cNvPr>
          <p:cNvSpPr>
            <a:spLocks noGrp="1"/>
          </p:cNvSpPr>
          <p:nvPr>
            <p:ph type="title" hasCustomPrompt="1"/>
          </p:nvPr>
        </p:nvSpPr>
        <p:spPr>
          <a:xfrm>
            <a:off x="734298" y="549745"/>
            <a:ext cx="9212104" cy="625711"/>
          </a:xfrm>
          <a:prstGeom prst="rect">
            <a:avLst/>
          </a:prstGeom>
        </p:spPr>
        <p:txBody>
          <a:bodyPr/>
          <a:lstStyle>
            <a:lvl1pPr algn="ctr">
              <a:defRPr sz="2803" cap="all" spc="175" baseline="0">
                <a:solidFill>
                  <a:schemeClr val="accent4"/>
                </a:solidFill>
              </a:defRPr>
            </a:lvl1pPr>
          </a:lstStyle>
          <a:p>
            <a:r>
              <a:rPr lang="en-US" dirty="0"/>
              <a:t>Click to add title</a:t>
            </a:r>
          </a:p>
        </p:txBody>
      </p:sp>
      <p:sp>
        <p:nvSpPr>
          <p:cNvPr id="13" name="Rectangle 12">
            <a:extLst>
              <a:ext uri="{FF2B5EF4-FFF2-40B4-BE49-F238E27FC236}">
                <a16:creationId xmlns:a16="http://schemas.microsoft.com/office/drawing/2014/main" id="{45B7BBE6-4278-4E33-9044-72A2E0C0E403}"/>
              </a:ext>
              <a:ext uri="{C183D7F6-B498-43B3-948B-1728B52AA6E4}">
                <adec:decorative xmlns:adec="http://schemas.microsoft.com/office/drawing/2017/decorative" val="1"/>
              </a:ext>
            </a:extLst>
          </p:cNvPr>
          <p:cNvSpPr/>
          <p:nvPr userDrawn="1"/>
        </p:nvSpPr>
        <p:spPr>
          <a:xfrm>
            <a:off x="533127" y="1747243"/>
            <a:ext cx="1809191" cy="4402910"/>
          </a:xfrm>
          <a:prstGeom prst="rect">
            <a:avLst/>
          </a:prstGeom>
          <a:solidFill>
            <a:srgbClr val="3E70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600E549E-0E7C-4599-B51C-97AA7E525CD2}"/>
              </a:ext>
              <a:ext uri="{C183D7F6-B498-43B3-948B-1728B52AA6E4}">
                <adec:decorative xmlns:adec="http://schemas.microsoft.com/office/drawing/2017/decorative" val="1"/>
              </a:ext>
            </a:extLst>
          </p:cNvPr>
          <p:cNvSpPr/>
          <p:nvPr userDrawn="1"/>
        </p:nvSpPr>
        <p:spPr>
          <a:xfrm>
            <a:off x="2481679" y="1747243"/>
            <a:ext cx="1809191" cy="4402910"/>
          </a:xfrm>
          <a:prstGeom prst="rect">
            <a:avLst/>
          </a:prstGeom>
          <a:solidFill>
            <a:srgbClr val="93A5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AF7C507F-AD4D-47B6-88C3-C1D0154FB7F2}"/>
              </a:ext>
              <a:ext uri="{C183D7F6-B498-43B3-948B-1728B52AA6E4}">
                <adec:decorative xmlns:adec="http://schemas.microsoft.com/office/drawing/2017/decorative" val="1"/>
              </a:ext>
            </a:extLst>
          </p:cNvPr>
          <p:cNvSpPr/>
          <p:nvPr userDrawn="1"/>
        </p:nvSpPr>
        <p:spPr>
          <a:xfrm>
            <a:off x="4435754" y="1747243"/>
            <a:ext cx="1809191" cy="4402910"/>
          </a:xfrm>
          <a:prstGeom prst="rect">
            <a:avLst/>
          </a:prstGeom>
          <a:solidFill>
            <a:srgbClr val="6272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EA0266B1-BBD1-44C0-8D4C-4E651D320B77}"/>
              </a:ext>
              <a:ext uri="{C183D7F6-B498-43B3-948B-1728B52AA6E4}">
                <adec:decorative xmlns:adec="http://schemas.microsoft.com/office/drawing/2017/decorative" val="1"/>
              </a:ext>
            </a:extLst>
          </p:cNvPr>
          <p:cNvSpPr/>
          <p:nvPr userDrawn="1"/>
        </p:nvSpPr>
        <p:spPr>
          <a:xfrm>
            <a:off x="6389830" y="1747243"/>
            <a:ext cx="1809191" cy="4402910"/>
          </a:xfrm>
          <a:prstGeom prst="rect">
            <a:avLst/>
          </a:prstGeom>
          <a:solidFill>
            <a:srgbClr val="BDA0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D71BB1CE-E3FA-4E7F-A54B-3FB675098A2A}"/>
              </a:ext>
              <a:ext uri="{C183D7F6-B498-43B3-948B-1728B52AA6E4}">
                <adec:decorative xmlns:adec="http://schemas.microsoft.com/office/drawing/2017/decorative" val="1"/>
              </a:ext>
            </a:extLst>
          </p:cNvPr>
          <p:cNvSpPr/>
          <p:nvPr userDrawn="1"/>
        </p:nvSpPr>
        <p:spPr>
          <a:xfrm>
            <a:off x="8332078" y="1747243"/>
            <a:ext cx="1809191" cy="4402910"/>
          </a:xfrm>
          <a:prstGeom prst="rect">
            <a:avLst/>
          </a:prstGeom>
          <a:solidFill>
            <a:srgbClr val="6851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15D11F63-A3DB-4EB1-9148-6E8C6678D14A}"/>
              </a:ext>
            </a:extLst>
          </p:cNvPr>
          <p:cNvSpPr>
            <a:spLocks noGrp="1"/>
          </p:cNvSpPr>
          <p:nvPr>
            <p:ph type="body" sz="quarter" idx="15" hasCustomPrompt="1"/>
          </p:nvPr>
        </p:nvSpPr>
        <p:spPr>
          <a:xfrm>
            <a:off x="637621" y="2682070"/>
            <a:ext cx="1600205" cy="855353"/>
          </a:xfrm>
          <a:prstGeom prst="rect">
            <a:avLst/>
          </a:prstGeom>
        </p:spPr>
        <p:txBody>
          <a:bodyPr anchor="b"/>
          <a:lstStyle>
            <a:lvl1pPr marL="0" indent="0">
              <a:buNone/>
              <a:defRPr sz="1752" cap="all" normalizeH="0" baseline="0">
                <a:solidFill>
                  <a:schemeClr val="bg1"/>
                </a:solidFill>
              </a:defRPr>
            </a:lvl1pPr>
          </a:lstStyle>
          <a:p>
            <a:pPr lvl="0"/>
            <a:r>
              <a:rPr lang="en-US" dirty="0"/>
              <a:t>Add text</a:t>
            </a:r>
          </a:p>
        </p:txBody>
      </p:sp>
      <p:sp>
        <p:nvSpPr>
          <p:cNvPr id="29" name="Text Placeholder 22">
            <a:extLst>
              <a:ext uri="{FF2B5EF4-FFF2-40B4-BE49-F238E27FC236}">
                <a16:creationId xmlns:a16="http://schemas.microsoft.com/office/drawing/2014/main" id="{96E63495-7407-4360-95F6-82D0C68813B0}"/>
              </a:ext>
            </a:extLst>
          </p:cNvPr>
          <p:cNvSpPr>
            <a:spLocks noGrp="1"/>
          </p:cNvSpPr>
          <p:nvPr>
            <p:ph type="body" sz="quarter" idx="20" hasCustomPrompt="1"/>
          </p:nvPr>
        </p:nvSpPr>
        <p:spPr>
          <a:xfrm>
            <a:off x="637621" y="3599805"/>
            <a:ext cx="1600205" cy="1683287"/>
          </a:xfrm>
          <a:prstGeom prst="rect">
            <a:avLst/>
          </a:prstGeom>
        </p:spPr>
        <p:txBody>
          <a:bodyPr/>
          <a:lstStyle>
            <a:lvl1pPr marL="0" indent="0">
              <a:lnSpc>
                <a:spcPct val="114000"/>
              </a:lnSpc>
              <a:spcBef>
                <a:spcPts val="0"/>
              </a:spcBef>
              <a:buNone/>
              <a:defRPr sz="1226" spc="44" baseline="0">
                <a:solidFill>
                  <a:schemeClr val="bg1"/>
                </a:solidFill>
              </a:defRPr>
            </a:lvl1pPr>
          </a:lstStyle>
          <a:p>
            <a:pPr lvl="0"/>
            <a:r>
              <a:rPr lang="en-US" dirty="0"/>
              <a:t>Add text</a:t>
            </a:r>
          </a:p>
        </p:txBody>
      </p:sp>
      <p:sp>
        <p:nvSpPr>
          <p:cNvPr id="32" name="Text Placeholder 22">
            <a:extLst>
              <a:ext uri="{FF2B5EF4-FFF2-40B4-BE49-F238E27FC236}">
                <a16:creationId xmlns:a16="http://schemas.microsoft.com/office/drawing/2014/main" id="{3A879552-0B9C-48EC-8D07-A24DB252D634}"/>
              </a:ext>
            </a:extLst>
          </p:cNvPr>
          <p:cNvSpPr>
            <a:spLocks noGrp="1"/>
          </p:cNvSpPr>
          <p:nvPr>
            <p:ph type="body" sz="quarter" idx="21" hasCustomPrompt="1"/>
          </p:nvPr>
        </p:nvSpPr>
        <p:spPr>
          <a:xfrm>
            <a:off x="2586173" y="2692783"/>
            <a:ext cx="1600205" cy="855353"/>
          </a:xfrm>
          <a:prstGeom prst="rect">
            <a:avLst/>
          </a:prstGeom>
        </p:spPr>
        <p:txBody>
          <a:bodyPr anchor="b"/>
          <a:lstStyle>
            <a:lvl1pPr marL="0" indent="0">
              <a:buNone/>
              <a:defRPr sz="1752" cap="all" baseline="0">
                <a:solidFill>
                  <a:schemeClr val="bg1"/>
                </a:solidFill>
              </a:defRPr>
            </a:lvl1pPr>
          </a:lstStyle>
          <a:p>
            <a:pPr lvl="0"/>
            <a:r>
              <a:rPr lang="en-US" dirty="0"/>
              <a:t>Add text</a:t>
            </a:r>
          </a:p>
        </p:txBody>
      </p:sp>
      <p:sp>
        <p:nvSpPr>
          <p:cNvPr id="33" name="Text Placeholder 22">
            <a:extLst>
              <a:ext uri="{FF2B5EF4-FFF2-40B4-BE49-F238E27FC236}">
                <a16:creationId xmlns:a16="http://schemas.microsoft.com/office/drawing/2014/main" id="{8337BD60-5C54-4FEC-A9D6-5C29EB94799F}"/>
              </a:ext>
            </a:extLst>
          </p:cNvPr>
          <p:cNvSpPr>
            <a:spLocks noGrp="1"/>
          </p:cNvSpPr>
          <p:nvPr>
            <p:ph type="body" sz="quarter" idx="22" hasCustomPrompt="1"/>
          </p:nvPr>
        </p:nvSpPr>
        <p:spPr>
          <a:xfrm>
            <a:off x="2586173" y="3610518"/>
            <a:ext cx="1600205" cy="1683287"/>
          </a:xfrm>
          <a:prstGeom prst="rect">
            <a:avLst/>
          </a:prstGeom>
        </p:spPr>
        <p:txBody>
          <a:bodyPr/>
          <a:lstStyle>
            <a:lvl1pPr marL="0" indent="0">
              <a:lnSpc>
                <a:spcPct val="114000"/>
              </a:lnSpc>
              <a:spcBef>
                <a:spcPts val="0"/>
              </a:spcBef>
              <a:buNone/>
              <a:defRPr sz="1226" spc="44" baseline="0">
                <a:solidFill>
                  <a:schemeClr val="bg1"/>
                </a:solidFill>
              </a:defRPr>
            </a:lvl1pPr>
          </a:lstStyle>
          <a:p>
            <a:pPr lvl="0"/>
            <a:r>
              <a:rPr lang="en-US" dirty="0"/>
              <a:t>Add text</a:t>
            </a:r>
          </a:p>
        </p:txBody>
      </p:sp>
      <p:sp>
        <p:nvSpPr>
          <p:cNvPr id="34" name="Text Placeholder 22">
            <a:extLst>
              <a:ext uri="{FF2B5EF4-FFF2-40B4-BE49-F238E27FC236}">
                <a16:creationId xmlns:a16="http://schemas.microsoft.com/office/drawing/2014/main" id="{25F7073D-87C3-473A-9A04-748C3F682652}"/>
              </a:ext>
            </a:extLst>
          </p:cNvPr>
          <p:cNvSpPr>
            <a:spLocks noGrp="1"/>
          </p:cNvSpPr>
          <p:nvPr>
            <p:ph type="body" sz="quarter" idx="23" hasCustomPrompt="1"/>
          </p:nvPr>
        </p:nvSpPr>
        <p:spPr>
          <a:xfrm>
            <a:off x="4540248" y="2682070"/>
            <a:ext cx="1600205" cy="855353"/>
          </a:xfrm>
          <a:prstGeom prst="rect">
            <a:avLst/>
          </a:prstGeom>
        </p:spPr>
        <p:txBody>
          <a:bodyPr anchor="b"/>
          <a:lstStyle>
            <a:lvl1pPr marL="0" indent="0">
              <a:buNone/>
              <a:defRPr sz="1752" cap="all" baseline="0">
                <a:solidFill>
                  <a:schemeClr val="bg1"/>
                </a:solidFill>
              </a:defRPr>
            </a:lvl1pPr>
          </a:lstStyle>
          <a:p>
            <a:pPr lvl="0"/>
            <a:r>
              <a:rPr lang="en-US" dirty="0"/>
              <a:t>Add text</a:t>
            </a:r>
          </a:p>
        </p:txBody>
      </p:sp>
      <p:sp>
        <p:nvSpPr>
          <p:cNvPr id="35" name="Text Placeholder 22">
            <a:extLst>
              <a:ext uri="{FF2B5EF4-FFF2-40B4-BE49-F238E27FC236}">
                <a16:creationId xmlns:a16="http://schemas.microsoft.com/office/drawing/2014/main" id="{5CB2BF3B-6E9D-4A28-A938-C9CC9E496484}"/>
              </a:ext>
            </a:extLst>
          </p:cNvPr>
          <p:cNvSpPr>
            <a:spLocks noGrp="1"/>
          </p:cNvSpPr>
          <p:nvPr>
            <p:ph type="body" sz="quarter" idx="24" hasCustomPrompt="1"/>
          </p:nvPr>
        </p:nvSpPr>
        <p:spPr>
          <a:xfrm>
            <a:off x="4540248" y="3599805"/>
            <a:ext cx="1600205" cy="1683287"/>
          </a:xfrm>
          <a:prstGeom prst="rect">
            <a:avLst/>
          </a:prstGeom>
        </p:spPr>
        <p:txBody>
          <a:bodyPr/>
          <a:lstStyle>
            <a:lvl1pPr marL="0" indent="0">
              <a:lnSpc>
                <a:spcPct val="114000"/>
              </a:lnSpc>
              <a:spcBef>
                <a:spcPts val="0"/>
              </a:spcBef>
              <a:buNone/>
              <a:defRPr sz="1226" spc="44" baseline="0">
                <a:solidFill>
                  <a:schemeClr val="bg1"/>
                </a:solidFill>
              </a:defRPr>
            </a:lvl1pPr>
          </a:lstStyle>
          <a:p>
            <a:pPr lvl="0"/>
            <a:r>
              <a:rPr lang="en-US" dirty="0"/>
              <a:t>Add text</a:t>
            </a:r>
          </a:p>
        </p:txBody>
      </p:sp>
      <p:sp>
        <p:nvSpPr>
          <p:cNvPr id="36" name="Text Placeholder 22">
            <a:extLst>
              <a:ext uri="{FF2B5EF4-FFF2-40B4-BE49-F238E27FC236}">
                <a16:creationId xmlns:a16="http://schemas.microsoft.com/office/drawing/2014/main" id="{94E179CD-2F9C-44FA-813E-253ACC4A978E}"/>
              </a:ext>
            </a:extLst>
          </p:cNvPr>
          <p:cNvSpPr>
            <a:spLocks noGrp="1"/>
          </p:cNvSpPr>
          <p:nvPr>
            <p:ph type="body" sz="quarter" idx="25" hasCustomPrompt="1"/>
          </p:nvPr>
        </p:nvSpPr>
        <p:spPr>
          <a:xfrm>
            <a:off x="6494324" y="2692783"/>
            <a:ext cx="1600205" cy="855353"/>
          </a:xfrm>
          <a:prstGeom prst="rect">
            <a:avLst/>
          </a:prstGeom>
        </p:spPr>
        <p:txBody>
          <a:bodyPr anchor="b"/>
          <a:lstStyle>
            <a:lvl1pPr marL="0" indent="0">
              <a:buNone/>
              <a:defRPr sz="1752" cap="all" baseline="0">
                <a:solidFill>
                  <a:schemeClr val="bg1"/>
                </a:solidFill>
              </a:defRPr>
            </a:lvl1pPr>
          </a:lstStyle>
          <a:p>
            <a:pPr lvl="0"/>
            <a:r>
              <a:rPr lang="en-US" dirty="0"/>
              <a:t>Add text</a:t>
            </a:r>
          </a:p>
        </p:txBody>
      </p:sp>
      <p:sp>
        <p:nvSpPr>
          <p:cNvPr id="37" name="Text Placeholder 22">
            <a:extLst>
              <a:ext uri="{FF2B5EF4-FFF2-40B4-BE49-F238E27FC236}">
                <a16:creationId xmlns:a16="http://schemas.microsoft.com/office/drawing/2014/main" id="{34D58360-D7DD-4F33-A29E-5F4835C2DC57}"/>
              </a:ext>
            </a:extLst>
          </p:cNvPr>
          <p:cNvSpPr>
            <a:spLocks noGrp="1"/>
          </p:cNvSpPr>
          <p:nvPr>
            <p:ph type="body" sz="quarter" idx="26" hasCustomPrompt="1"/>
          </p:nvPr>
        </p:nvSpPr>
        <p:spPr>
          <a:xfrm>
            <a:off x="6494324" y="3610518"/>
            <a:ext cx="1600205" cy="1683287"/>
          </a:xfrm>
          <a:prstGeom prst="rect">
            <a:avLst/>
          </a:prstGeom>
        </p:spPr>
        <p:txBody>
          <a:bodyPr/>
          <a:lstStyle>
            <a:lvl1pPr marL="0" indent="0">
              <a:lnSpc>
                <a:spcPct val="114000"/>
              </a:lnSpc>
              <a:spcBef>
                <a:spcPts val="0"/>
              </a:spcBef>
              <a:buNone/>
              <a:defRPr sz="1226" spc="44" baseline="0">
                <a:solidFill>
                  <a:schemeClr val="bg1"/>
                </a:solidFill>
              </a:defRPr>
            </a:lvl1pPr>
          </a:lstStyle>
          <a:p>
            <a:pPr lvl="0"/>
            <a:r>
              <a:rPr lang="en-US" dirty="0"/>
              <a:t>Add text</a:t>
            </a:r>
          </a:p>
        </p:txBody>
      </p:sp>
      <p:sp>
        <p:nvSpPr>
          <p:cNvPr id="38" name="Text Placeholder 22">
            <a:extLst>
              <a:ext uri="{FF2B5EF4-FFF2-40B4-BE49-F238E27FC236}">
                <a16:creationId xmlns:a16="http://schemas.microsoft.com/office/drawing/2014/main" id="{AA5A81E7-83B9-4A30-9A57-98FFF2716065}"/>
              </a:ext>
            </a:extLst>
          </p:cNvPr>
          <p:cNvSpPr>
            <a:spLocks noGrp="1"/>
          </p:cNvSpPr>
          <p:nvPr>
            <p:ph type="body" sz="quarter" idx="27" hasCustomPrompt="1"/>
          </p:nvPr>
        </p:nvSpPr>
        <p:spPr>
          <a:xfrm>
            <a:off x="8436572" y="2682070"/>
            <a:ext cx="1600205" cy="855353"/>
          </a:xfrm>
          <a:prstGeom prst="rect">
            <a:avLst/>
          </a:prstGeom>
        </p:spPr>
        <p:txBody>
          <a:bodyPr anchor="b"/>
          <a:lstStyle>
            <a:lvl1pPr marL="0" indent="0">
              <a:buNone/>
              <a:defRPr sz="1752" cap="all" baseline="0">
                <a:solidFill>
                  <a:schemeClr val="bg1"/>
                </a:solidFill>
              </a:defRPr>
            </a:lvl1pPr>
          </a:lstStyle>
          <a:p>
            <a:pPr lvl="0"/>
            <a:r>
              <a:rPr lang="en-US" dirty="0"/>
              <a:t>Add text</a:t>
            </a:r>
          </a:p>
        </p:txBody>
      </p:sp>
      <p:sp>
        <p:nvSpPr>
          <p:cNvPr id="39" name="Text Placeholder 22">
            <a:extLst>
              <a:ext uri="{FF2B5EF4-FFF2-40B4-BE49-F238E27FC236}">
                <a16:creationId xmlns:a16="http://schemas.microsoft.com/office/drawing/2014/main" id="{C45C6D3E-88B9-42D5-9A94-6D2B9CA3CDD0}"/>
              </a:ext>
            </a:extLst>
          </p:cNvPr>
          <p:cNvSpPr>
            <a:spLocks noGrp="1"/>
          </p:cNvSpPr>
          <p:nvPr>
            <p:ph type="body" sz="quarter" idx="28" hasCustomPrompt="1"/>
          </p:nvPr>
        </p:nvSpPr>
        <p:spPr>
          <a:xfrm>
            <a:off x="8436572" y="3599805"/>
            <a:ext cx="1600205" cy="1683287"/>
          </a:xfrm>
          <a:prstGeom prst="rect">
            <a:avLst/>
          </a:prstGeom>
        </p:spPr>
        <p:txBody>
          <a:bodyPr/>
          <a:lstStyle>
            <a:lvl1pPr marL="0" indent="0">
              <a:lnSpc>
                <a:spcPct val="114000"/>
              </a:lnSpc>
              <a:spcBef>
                <a:spcPts val="0"/>
              </a:spcBef>
              <a:buNone/>
              <a:defRPr sz="1226" spc="44" baseline="0">
                <a:solidFill>
                  <a:schemeClr val="bg1"/>
                </a:solidFill>
              </a:defRPr>
            </a:lvl1pPr>
          </a:lstStyle>
          <a:p>
            <a:pPr lvl="0"/>
            <a:r>
              <a:rPr lang="en-US" dirty="0"/>
              <a:t>Add text</a:t>
            </a:r>
          </a:p>
        </p:txBody>
      </p:sp>
      <p:sp>
        <p:nvSpPr>
          <p:cNvPr id="5" name="Date Placeholder 4">
            <a:extLst>
              <a:ext uri="{FF2B5EF4-FFF2-40B4-BE49-F238E27FC236}">
                <a16:creationId xmlns:a16="http://schemas.microsoft.com/office/drawing/2014/main" id="{9843D60E-3024-42AA-9CF9-A44192AE74E9}"/>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D182FBC6-68D1-4570-A549-C4A925FB8546}"/>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C4E1DC1F-6117-4AB4-9BF1-878D4F8200D2}"/>
              </a:ext>
            </a:extLst>
          </p:cNvPr>
          <p:cNvSpPr>
            <a:spLocks noGrp="1"/>
          </p:cNvSpPr>
          <p:nvPr>
            <p:ph type="sldNum" sz="quarter" idx="12"/>
          </p:nvPr>
        </p:nvSpPr>
        <p:spPr/>
        <p:txBody>
          <a:bodyPr/>
          <a:lstStyle/>
          <a:p>
            <a:fld id="{F91729D4-A164-47A3-830D-E792BCE699E4}" type="slidenum">
              <a:rPr lang="en-US" smtClean="0"/>
              <a:t>‹N°›</a:t>
            </a:fld>
            <a:endParaRPr lang="en-US" dirty="0"/>
          </a:p>
        </p:txBody>
      </p:sp>
    </p:spTree>
    <p:extLst>
      <p:ext uri="{BB962C8B-B14F-4D97-AF65-F5344CB8AC3E}">
        <p14:creationId xmlns:p14="http://schemas.microsoft.com/office/powerpoint/2010/main" val="21870826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cxnSp>
        <p:nvCxnSpPr>
          <p:cNvPr id="38" name="Straight Connector 37">
            <a:extLst>
              <a:ext uri="{FF2B5EF4-FFF2-40B4-BE49-F238E27FC236}">
                <a16:creationId xmlns:a16="http://schemas.microsoft.com/office/drawing/2014/main" id="{78B9A4D3-8D91-4865-B422-5F60885A730F}"/>
              </a:ext>
              <a:ext uri="{C183D7F6-B498-43B3-948B-1728B52AA6E4}">
                <adec:decorative xmlns:adec="http://schemas.microsoft.com/office/drawing/2017/decorative" val="1"/>
              </a:ext>
            </a:extLst>
          </p:cNvPr>
          <p:cNvCxnSpPr>
            <a:cxnSpLocks/>
          </p:cNvCxnSpPr>
          <p:nvPr userDrawn="1"/>
        </p:nvCxnSpPr>
        <p:spPr>
          <a:xfrm flipH="1">
            <a:off x="1395424" y="4060212"/>
            <a:ext cx="7889853" cy="0"/>
          </a:xfrm>
          <a:prstGeom prst="line">
            <a:avLst/>
          </a:prstGeom>
          <a:ln>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0ECDAF5-DEB9-4A0C-9165-6ED23184A320}"/>
              </a:ext>
            </a:extLst>
          </p:cNvPr>
          <p:cNvSpPr>
            <a:spLocks noGrp="1"/>
          </p:cNvSpPr>
          <p:nvPr>
            <p:ph type="title" hasCustomPrompt="1"/>
          </p:nvPr>
        </p:nvSpPr>
        <p:spPr>
          <a:xfrm>
            <a:off x="734298" y="549745"/>
            <a:ext cx="9212104" cy="623026"/>
          </a:xfrm>
          <a:prstGeom prst="rect">
            <a:avLst/>
          </a:prstGeom>
        </p:spPr>
        <p:txBody>
          <a:bodyPr/>
          <a:lstStyle>
            <a:lvl1pPr algn="ctr">
              <a:defRPr sz="2803" cap="all" spc="175" baseline="0">
                <a:solidFill>
                  <a:schemeClr val="accent4"/>
                </a:solidFill>
              </a:defRPr>
            </a:lvl1pPr>
          </a:lstStyle>
          <a:p>
            <a:r>
              <a:rPr lang="en-US" dirty="0"/>
              <a:t>Click to add title</a:t>
            </a:r>
          </a:p>
        </p:txBody>
      </p:sp>
      <p:sp>
        <p:nvSpPr>
          <p:cNvPr id="8" name="Rectangle 7">
            <a:extLst>
              <a:ext uri="{FF2B5EF4-FFF2-40B4-BE49-F238E27FC236}">
                <a16:creationId xmlns:a16="http://schemas.microsoft.com/office/drawing/2014/main" id="{65FEA1AD-EC70-422F-BADD-FCA14BF9D43F}"/>
              </a:ext>
              <a:ext uri="{C183D7F6-B498-43B3-948B-1728B52AA6E4}">
                <adec:decorative xmlns:adec="http://schemas.microsoft.com/office/drawing/2017/decorative" val="1"/>
              </a:ext>
            </a:extLst>
          </p:cNvPr>
          <p:cNvSpPr/>
          <p:nvPr userDrawn="1"/>
        </p:nvSpPr>
        <p:spPr>
          <a:xfrm>
            <a:off x="1251645" y="3879373"/>
            <a:ext cx="287557" cy="36167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1C84996E-63EA-4C88-816A-3AE158BB57E0}"/>
              </a:ext>
              <a:ext uri="{C183D7F6-B498-43B3-948B-1728B52AA6E4}">
                <adec:decorative xmlns:adec="http://schemas.microsoft.com/office/drawing/2017/decorative" val="1"/>
              </a:ext>
            </a:extLst>
          </p:cNvPr>
          <p:cNvSpPr/>
          <p:nvPr userDrawn="1"/>
        </p:nvSpPr>
        <p:spPr>
          <a:xfrm>
            <a:off x="3224108" y="3879373"/>
            <a:ext cx="287557" cy="36167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CA09893-F9A1-4FA2-A462-C1C443EC323F}"/>
              </a:ext>
              <a:ext uri="{C183D7F6-B498-43B3-948B-1728B52AA6E4}">
                <adec:decorative xmlns:adec="http://schemas.microsoft.com/office/drawing/2017/decorative" val="1"/>
              </a:ext>
            </a:extLst>
          </p:cNvPr>
          <p:cNvSpPr/>
          <p:nvPr userDrawn="1"/>
        </p:nvSpPr>
        <p:spPr>
          <a:xfrm>
            <a:off x="5196572" y="3879373"/>
            <a:ext cx="287557" cy="361678"/>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829FBC17-744B-4367-90B4-20C9CDBD18E4}"/>
              </a:ext>
              <a:ext uri="{C183D7F6-B498-43B3-948B-1728B52AA6E4}">
                <adec:decorative xmlns:adec="http://schemas.microsoft.com/office/drawing/2017/decorative" val="1"/>
              </a:ext>
            </a:extLst>
          </p:cNvPr>
          <p:cNvSpPr/>
          <p:nvPr userDrawn="1"/>
        </p:nvSpPr>
        <p:spPr>
          <a:xfrm>
            <a:off x="7169036" y="3879373"/>
            <a:ext cx="287557" cy="361678"/>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9FD6CCE-53EA-424C-A29B-35A77F78203D}"/>
              </a:ext>
              <a:ext uri="{C183D7F6-B498-43B3-948B-1728B52AA6E4}">
                <adec:decorative xmlns:adec="http://schemas.microsoft.com/office/drawing/2017/decorative" val="1"/>
              </a:ext>
            </a:extLst>
          </p:cNvPr>
          <p:cNvSpPr/>
          <p:nvPr userDrawn="1"/>
        </p:nvSpPr>
        <p:spPr>
          <a:xfrm>
            <a:off x="9141498" y="3879373"/>
            <a:ext cx="287557" cy="361678"/>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A1ADC218-9303-4431-8BD2-4D5F9C19A2D3}"/>
              </a:ext>
              <a:ext uri="{C183D7F6-B498-43B3-948B-1728B52AA6E4}">
                <adec:decorative xmlns:adec="http://schemas.microsoft.com/office/drawing/2017/decorative" val="1"/>
              </a:ext>
            </a:extLst>
          </p:cNvPr>
          <p:cNvCxnSpPr>
            <a:cxnSpLocks/>
          </p:cNvCxnSpPr>
          <p:nvPr userDrawn="1"/>
        </p:nvCxnSpPr>
        <p:spPr>
          <a:xfrm>
            <a:off x="1395423" y="3266311"/>
            <a:ext cx="0" cy="45805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F724929-97F8-4988-BD69-D86CAA6950D1}"/>
              </a:ext>
              <a:ext uri="{C183D7F6-B498-43B3-948B-1728B52AA6E4}">
                <adec:decorative xmlns:adec="http://schemas.microsoft.com/office/drawing/2017/decorative" val="1"/>
              </a:ext>
            </a:extLst>
          </p:cNvPr>
          <p:cNvCxnSpPr>
            <a:cxnSpLocks/>
          </p:cNvCxnSpPr>
          <p:nvPr userDrawn="1"/>
        </p:nvCxnSpPr>
        <p:spPr>
          <a:xfrm>
            <a:off x="5340351" y="3266311"/>
            <a:ext cx="0" cy="458057"/>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0FEF08-1FB7-46B4-AB6B-D672A96A71F8}"/>
              </a:ext>
              <a:ext uri="{C183D7F6-B498-43B3-948B-1728B52AA6E4}">
                <adec:decorative xmlns:adec="http://schemas.microsoft.com/office/drawing/2017/decorative" val="1"/>
              </a:ext>
            </a:extLst>
          </p:cNvPr>
          <p:cNvCxnSpPr>
            <a:cxnSpLocks/>
          </p:cNvCxnSpPr>
          <p:nvPr userDrawn="1"/>
        </p:nvCxnSpPr>
        <p:spPr>
          <a:xfrm>
            <a:off x="9285277" y="3266311"/>
            <a:ext cx="0" cy="458057"/>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7" name="Text Placeholder 22">
            <a:extLst>
              <a:ext uri="{FF2B5EF4-FFF2-40B4-BE49-F238E27FC236}">
                <a16:creationId xmlns:a16="http://schemas.microsoft.com/office/drawing/2014/main" id="{8BA510CE-108D-434A-9BE7-BE6712175231}"/>
              </a:ext>
            </a:extLst>
          </p:cNvPr>
          <p:cNvSpPr>
            <a:spLocks noGrp="1"/>
          </p:cNvSpPr>
          <p:nvPr>
            <p:ph type="body" sz="quarter" idx="15" hasCustomPrompt="1"/>
          </p:nvPr>
        </p:nvSpPr>
        <p:spPr>
          <a:xfrm>
            <a:off x="407510" y="1793660"/>
            <a:ext cx="1972464" cy="549269"/>
          </a:xfrm>
          <a:prstGeom prst="rect">
            <a:avLst/>
          </a:prstGeom>
        </p:spPr>
        <p:txBody>
          <a:bodyPr anchor="b"/>
          <a:lstStyle>
            <a:lvl1pPr marL="0" indent="0" algn="ctr">
              <a:buNone/>
              <a:defRPr sz="1577" cap="all" baseline="0">
                <a:solidFill>
                  <a:schemeClr val="tx2"/>
                </a:solidFill>
                <a:latin typeface="Segoe UI" panose="020B0502040204020203" pitchFamily="34" charset="0"/>
              </a:defRPr>
            </a:lvl1pPr>
          </a:lstStyle>
          <a:p>
            <a:pPr lvl="0"/>
            <a:r>
              <a:rPr lang="en-US" dirty="0"/>
              <a:t>Add text</a:t>
            </a:r>
          </a:p>
        </p:txBody>
      </p:sp>
      <p:sp>
        <p:nvSpPr>
          <p:cNvPr id="28" name="Text Placeholder 22">
            <a:extLst>
              <a:ext uri="{FF2B5EF4-FFF2-40B4-BE49-F238E27FC236}">
                <a16:creationId xmlns:a16="http://schemas.microsoft.com/office/drawing/2014/main" id="{00414708-82D0-44BF-8CBD-2D165A385617}"/>
              </a:ext>
            </a:extLst>
          </p:cNvPr>
          <p:cNvSpPr>
            <a:spLocks noGrp="1"/>
          </p:cNvSpPr>
          <p:nvPr>
            <p:ph type="body" sz="quarter" idx="20" hasCustomPrompt="1"/>
          </p:nvPr>
        </p:nvSpPr>
        <p:spPr>
          <a:xfrm>
            <a:off x="407510" y="2352836"/>
            <a:ext cx="1972464" cy="895152"/>
          </a:xfrm>
          <a:prstGeom prst="rect">
            <a:avLst/>
          </a:prstGeom>
        </p:spPr>
        <p:txBody>
          <a:bodyPr anchor="t"/>
          <a:lstStyle>
            <a:lvl1pPr marL="0" indent="0" algn="ctr">
              <a:lnSpc>
                <a:spcPct val="114000"/>
              </a:lnSpc>
              <a:spcBef>
                <a:spcPts val="0"/>
              </a:spcBef>
              <a:buNone/>
              <a:defRPr sz="1226" spc="44" baseline="0">
                <a:solidFill>
                  <a:schemeClr val="tx2"/>
                </a:solidFill>
              </a:defRPr>
            </a:lvl1pPr>
          </a:lstStyle>
          <a:p>
            <a:pPr lvl="0"/>
            <a:r>
              <a:rPr lang="en-US" dirty="0"/>
              <a:t>Add text</a:t>
            </a:r>
          </a:p>
        </p:txBody>
      </p:sp>
      <p:sp>
        <p:nvSpPr>
          <p:cNvPr id="29" name="Text Placeholder 22">
            <a:extLst>
              <a:ext uri="{FF2B5EF4-FFF2-40B4-BE49-F238E27FC236}">
                <a16:creationId xmlns:a16="http://schemas.microsoft.com/office/drawing/2014/main" id="{272F07D4-1C66-4FA2-8361-FC6267F17717}"/>
              </a:ext>
            </a:extLst>
          </p:cNvPr>
          <p:cNvSpPr>
            <a:spLocks noGrp="1"/>
          </p:cNvSpPr>
          <p:nvPr>
            <p:ph type="body" sz="quarter" idx="21" hasCustomPrompt="1"/>
          </p:nvPr>
        </p:nvSpPr>
        <p:spPr>
          <a:xfrm>
            <a:off x="4354116" y="1804156"/>
            <a:ext cx="1972464" cy="549269"/>
          </a:xfrm>
          <a:prstGeom prst="rect">
            <a:avLst/>
          </a:prstGeom>
        </p:spPr>
        <p:txBody>
          <a:bodyPr anchor="b"/>
          <a:lstStyle>
            <a:lvl1pPr marL="0" indent="0" algn="ctr">
              <a:buNone/>
              <a:defRPr sz="1577" cap="all" baseline="0">
                <a:solidFill>
                  <a:schemeClr val="accent5">
                    <a:lumMod val="75000"/>
                  </a:schemeClr>
                </a:solidFill>
                <a:latin typeface="Segoe UI" panose="020B0502040204020203" pitchFamily="34" charset="0"/>
              </a:defRPr>
            </a:lvl1pPr>
          </a:lstStyle>
          <a:p>
            <a:pPr lvl="0"/>
            <a:r>
              <a:rPr lang="en-US" dirty="0"/>
              <a:t>Add text</a:t>
            </a:r>
          </a:p>
        </p:txBody>
      </p:sp>
      <p:sp>
        <p:nvSpPr>
          <p:cNvPr id="30" name="Text Placeholder 22">
            <a:extLst>
              <a:ext uri="{FF2B5EF4-FFF2-40B4-BE49-F238E27FC236}">
                <a16:creationId xmlns:a16="http://schemas.microsoft.com/office/drawing/2014/main" id="{432C0CF3-19F3-4C10-9EEC-BA5E5F3FD22F}"/>
              </a:ext>
            </a:extLst>
          </p:cNvPr>
          <p:cNvSpPr>
            <a:spLocks noGrp="1"/>
          </p:cNvSpPr>
          <p:nvPr>
            <p:ph type="body" sz="quarter" idx="22" hasCustomPrompt="1"/>
          </p:nvPr>
        </p:nvSpPr>
        <p:spPr>
          <a:xfrm>
            <a:off x="4354116" y="2363331"/>
            <a:ext cx="1972464" cy="895152"/>
          </a:xfrm>
          <a:prstGeom prst="rect">
            <a:avLst/>
          </a:prstGeom>
        </p:spPr>
        <p:txBody>
          <a:bodyPr anchor="t"/>
          <a:lstStyle>
            <a:lvl1pPr marL="0" indent="0" algn="ctr">
              <a:lnSpc>
                <a:spcPct val="114000"/>
              </a:lnSpc>
              <a:spcBef>
                <a:spcPts val="0"/>
              </a:spcBef>
              <a:buNone/>
              <a:defRPr sz="1226" spc="44" baseline="0">
                <a:solidFill>
                  <a:schemeClr val="accent5">
                    <a:lumMod val="75000"/>
                  </a:schemeClr>
                </a:solidFill>
              </a:defRPr>
            </a:lvl1pPr>
          </a:lstStyle>
          <a:p>
            <a:pPr lvl="0"/>
            <a:r>
              <a:rPr lang="en-US" dirty="0"/>
              <a:t>Add text</a:t>
            </a:r>
          </a:p>
        </p:txBody>
      </p:sp>
      <p:sp>
        <p:nvSpPr>
          <p:cNvPr id="31" name="Text Placeholder 22">
            <a:extLst>
              <a:ext uri="{FF2B5EF4-FFF2-40B4-BE49-F238E27FC236}">
                <a16:creationId xmlns:a16="http://schemas.microsoft.com/office/drawing/2014/main" id="{4A3A0AFC-7EB9-4059-8C59-C42379BA923E}"/>
              </a:ext>
            </a:extLst>
          </p:cNvPr>
          <p:cNvSpPr>
            <a:spLocks noGrp="1"/>
          </p:cNvSpPr>
          <p:nvPr>
            <p:ph type="body" sz="quarter" idx="23" hasCustomPrompt="1"/>
          </p:nvPr>
        </p:nvSpPr>
        <p:spPr>
          <a:xfrm>
            <a:off x="8299041" y="1804156"/>
            <a:ext cx="1972464" cy="549269"/>
          </a:xfrm>
          <a:prstGeom prst="rect">
            <a:avLst/>
          </a:prstGeom>
        </p:spPr>
        <p:txBody>
          <a:bodyPr anchor="b"/>
          <a:lstStyle>
            <a:lvl1pPr marL="0" indent="0" algn="ctr">
              <a:buNone/>
              <a:defRPr sz="1577" cap="all" baseline="0">
                <a:solidFill>
                  <a:schemeClr val="accent6">
                    <a:lumMod val="50000"/>
                  </a:schemeClr>
                </a:solidFill>
                <a:latin typeface="Segoe UI" panose="020B0502040204020203" pitchFamily="34" charset="0"/>
              </a:defRPr>
            </a:lvl1pPr>
          </a:lstStyle>
          <a:p>
            <a:pPr lvl="0"/>
            <a:r>
              <a:rPr lang="en-US" dirty="0"/>
              <a:t>Add text</a:t>
            </a:r>
          </a:p>
        </p:txBody>
      </p:sp>
      <p:sp>
        <p:nvSpPr>
          <p:cNvPr id="32" name="Text Placeholder 22">
            <a:extLst>
              <a:ext uri="{FF2B5EF4-FFF2-40B4-BE49-F238E27FC236}">
                <a16:creationId xmlns:a16="http://schemas.microsoft.com/office/drawing/2014/main" id="{417F27A8-21AF-48E6-8A67-65C9920A3077}"/>
              </a:ext>
            </a:extLst>
          </p:cNvPr>
          <p:cNvSpPr>
            <a:spLocks noGrp="1"/>
          </p:cNvSpPr>
          <p:nvPr>
            <p:ph type="body" sz="quarter" idx="24" hasCustomPrompt="1"/>
          </p:nvPr>
        </p:nvSpPr>
        <p:spPr>
          <a:xfrm>
            <a:off x="8299041" y="2363331"/>
            <a:ext cx="1972464" cy="895152"/>
          </a:xfrm>
          <a:prstGeom prst="rect">
            <a:avLst/>
          </a:prstGeom>
        </p:spPr>
        <p:txBody>
          <a:bodyPr anchor="t"/>
          <a:lstStyle>
            <a:lvl1pPr marL="0" indent="0" algn="ctr">
              <a:lnSpc>
                <a:spcPct val="114000"/>
              </a:lnSpc>
              <a:spcBef>
                <a:spcPts val="0"/>
              </a:spcBef>
              <a:buNone/>
              <a:defRPr sz="1226" spc="44" baseline="0">
                <a:solidFill>
                  <a:schemeClr val="accent6">
                    <a:lumMod val="50000"/>
                  </a:schemeClr>
                </a:solidFill>
              </a:defRPr>
            </a:lvl1pPr>
          </a:lstStyle>
          <a:p>
            <a:pPr lvl="0"/>
            <a:r>
              <a:rPr lang="en-US" dirty="0"/>
              <a:t>Add text</a:t>
            </a:r>
          </a:p>
        </p:txBody>
      </p:sp>
      <p:sp>
        <p:nvSpPr>
          <p:cNvPr id="33" name="Text Placeholder 22">
            <a:extLst>
              <a:ext uri="{FF2B5EF4-FFF2-40B4-BE49-F238E27FC236}">
                <a16:creationId xmlns:a16="http://schemas.microsoft.com/office/drawing/2014/main" id="{F26C8D2A-15B8-4AB1-83F7-74DB0A35CC77}"/>
              </a:ext>
            </a:extLst>
          </p:cNvPr>
          <p:cNvSpPr>
            <a:spLocks noGrp="1"/>
          </p:cNvSpPr>
          <p:nvPr>
            <p:ph type="body" sz="quarter" idx="25" hasCustomPrompt="1"/>
          </p:nvPr>
        </p:nvSpPr>
        <p:spPr>
          <a:xfrm>
            <a:off x="2379974" y="4848426"/>
            <a:ext cx="1972462" cy="549269"/>
          </a:xfrm>
          <a:prstGeom prst="rect">
            <a:avLst/>
          </a:prstGeom>
        </p:spPr>
        <p:txBody>
          <a:bodyPr anchor="b"/>
          <a:lstStyle>
            <a:lvl1pPr marL="0" indent="0" algn="ctr">
              <a:buNone/>
              <a:defRPr sz="1577" cap="all" baseline="0">
                <a:solidFill>
                  <a:schemeClr val="accent2"/>
                </a:solidFill>
                <a:latin typeface="Segoe UI" panose="020B0502040204020203" pitchFamily="34" charset="0"/>
              </a:defRPr>
            </a:lvl1pPr>
          </a:lstStyle>
          <a:p>
            <a:pPr lvl="0"/>
            <a:r>
              <a:rPr lang="en-US" dirty="0"/>
              <a:t>Add text</a:t>
            </a:r>
          </a:p>
        </p:txBody>
      </p:sp>
      <p:sp>
        <p:nvSpPr>
          <p:cNvPr id="34" name="Text Placeholder 22">
            <a:extLst>
              <a:ext uri="{FF2B5EF4-FFF2-40B4-BE49-F238E27FC236}">
                <a16:creationId xmlns:a16="http://schemas.microsoft.com/office/drawing/2014/main" id="{07311D06-DEA1-4811-AC58-E3B935DC5A8F}"/>
              </a:ext>
            </a:extLst>
          </p:cNvPr>
          <p:cNvSpPr>
            <a:spLocks noGrp="1"/>
          </p:cNvSpPr>
          <p:nvPr>
            <p:ph type="body" sz="quarter" idx="26" hasCustomPrompt="1"/>
          </p:nvPr>
        </p:nvSpPr>
        <p:spPr>
          <a:xfrm>
            <a:off x="2379974" y="5418096"/>
            <a:ext cx="1972462" cy="876593"/>
          </a:xfrm>
          <a:prstGeom prst="rect">
            <a:avLst/>
          </a:prstGeom>
        </p:spPr>
        <p:txBody>
          <a:bodyPr anchor="t"/>
          <a:lstStyle>
            <a:lvl1pPr marL="0" indent="0" algn="ctr">
              <a:lnSpc>
                <a:spcPct val="114000"/>
              </a:lnSpc>
              <a:spcBef>
                <a:spcPts val="0"/>
              </a:spcBef>
              <a:buNone/>
              <a:defRPr sz="1226" spc="44" baseline="0">
                <a:solidFill>
                  <a:schemeClr val="accent2"/>
                </a:solidFill>
              </a:defRPr>
            </a:lvl1pPr>
          </a:lstStyle>
          <a:p>
            <a:pPr lvl="0"/>
            <a:r>
              <a:rPr lang="en-US" dirty="0"/>
              <a:t>Add text</a:t>
            </a:r>
          </a:p>
        </p:txBody>
      </p:sp>
      <p:sp>
        <p:nvSpPr>
          <p:cNvPr id="35" name="Text Placeholder 22">
            <a:extLst>
              <a:ext uri="{FF2B5EF4-FFF2-40B4-BE49-F238E27FC236}">
                <a16:creationId xmlns:a16="http://schemas.microsoft.com/office/drawing/2014/main" id="{23AC1CF6-E394-4A35-A634-F187E005A4F8}"/>
              </a:ext>
            </a:extLst>
          </p:cNvPr>
          <p:cNvSpPr>
            <a:spLocks noGrp="1"/>
          </p:cNvSpPr>
          <p:nvPr>
            <p:ph type="body" sz="quarter" idx="27" hasCustomPrompt="1"/>
          </p:nvPr>
        </p:nvSpPr>
        <p:spPr>
          <a:xfrm>
            <a:off x="6326584" y="4848426"/>
            <a:ext cx="1972462" cy="549269"/>
          </a:xfrm>
          <a:prstGeom prst="rect">
            <a:avLst/>
          </a:prstGeom>
        </p:spPr>
        <p:txBody>
          <a:bodyPr anchor="b"/>
          <a:lstStyle>
            <a:lvl1pPr marL="0" indent="0" algn="ctr">
              <a:buNone/>
              <a:defRPr sz="1577" cap="all" baseline="0">
                <a:solidFill>
                  <a:schemeClr val="accent4">
                    <a:lumMod val="75000"/>
                  </a:schemeClr>
                </a:solidFill>
                <a:latin typeface="Segoe UI" panose="020B0502040204020203" pitchFamily="34" charset="0"/>
              </a:defRPr>
            </a:lvl1pPr>
          </a:lstStyle>
          <a:p>
            <a:pPr lvl="0"/>
            <a:r>
              <a:rPr lang="en-US" dirty="0"/>
              <a:t>Add text</a:t>
            </a:r>
          </a:p>
        </p:txBody>
      </p:sp>
      <p:sp>
        <p:nvSpPr>
          <p:cNvPr id="36" name="Text Placeholder 22">
            <a:extLst>
              <a:ext uri="{FF2B5EF4-FFF2-40B4-BE49-F238E27FC236}">
                <a16:creationId xmlns:a16="http://schemas.microsoft.com/office/drawing/2014/main" id="{9F72BEB0-9B11-4205-B9FC-10E5201C8132}"/>
              </a:ext>
            </a:extLst>
          </p:cNvPr>
          <p:cNvSpPr>
            <a:spLocks noGrp="1"/>
          </p:cNvSpPr>
          <p:nvPr>
            <p:ph type="body" sz="quarter" idx="28" hasCustomPrompt="1"/>
          </p:nvPr>
        </p:nvSpPr>
        <p:spPr>
          <a:xfrm>
            <a:off x="6326584" y="5418096"/>
            <a:ext cx="1972462" cy="876593"/>
          </a:xfrm>
          <a:prstGeom prst="rect">
            <a:avLst/>
          </a:prstGeom>
        </p:spPr>
        <p:txBody>
          <a:bodyPr anchor="t"/>
          <a:lstStyle>
            <a:lvl1pPr marL="0" indent="0" algn="ctr">
              <a:lnSpc>
                <a:spcPct val="114000"/>
              </a:lnSpc>
              <a:spcBef>
                <a:spcPts val="0"/>
              </a:spcBef>
              <a:buNone/>
              <a:defRPr sz="1226" spc="44" baseline="0">
                <a:solidFill>
                  <a:schemeClr val="accent4">
                    <a:lumMod val="75000"/>
                  </a:schemeClr>
                </a:solidFill>
              </a:defRPr>
            </a:lvl1pPr>
          </a:lstStyle>
          <a:p>
            <a:pPr lvl="0"/>
            <a:r>
              <a:rPr lang="en-US" dirty="0"/>
              <a:t>Add text</a:t>
            </a:r>
          </a:p>
        </p:txBody>
      </p:sp>
      <p:cxnSp>
        <p:nvCxnSpPr>
          <p:cNvPr id="51" name="Straight Connector 50">
            <a:extLst>
              <a:ext uri="{FF2B5EF4-FFF2-40B4-BE49-F238E27FC236}">
                <a16:creationId xmlns:a16="http://schemas.microsoft.com/office/drawing/2014/main" id="{0E574CD7-C8A6-4F56-81B4-F72FB22E04DA}"/>
              </a:ext>
              <a:ext uri="{C183D7F6-B498-43B3-948B-1728B52AA6E4}">
                <adec:decorative xmlns:adec="http://schemas.microsoft.com/office/drawing/2017/decorative" val="1"/>
              </a:ext>
            </a:extLst>
          </p:cNvPr>
          <p:cNvCxnSpPr>
            <a:cxnSpLocks/>
          </p:cNvCxnSpPr>
          <p:nvPr userDrawn="1"/>
        </p:nvCxnSpPr>
        <p:spPr>
          <a:xfrm>
            <a:off x="3368131" y="4382540"/>
            <a:ext cx="0" cy="45805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0FC7994-2504-4FF9-81F5-24405FEF066C}"/>
              </a:ext>
              <a:ext uri="{C183D7F6-B498-43B3-948B-1728B52AA6E4}">
                <adec:decorative xmlns:adec="http://schemas.microsoft.com/office/drawing/2017/decorative" val="1"/>
              </a:ext>
            </a:extLst>
          </p:cNvPr>
          <p:cNvCxnSpPr>
            <a:cxnSpLocks/>
          </p:cNvCxnSpPr>
          <p:nvPr userDrawn="1"/>
        </p:nvCxnSpPr>
        <p:spPr>
          <a:xfrm>
            <a:off x="7312815" y="4382540"/>
            <a:ext cx="0" cy="45805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DC4F63B8-F105-4AC4-889E-C12790C8EBB9}"/>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8C3AAE30-8A46-485A-BD2B-6ADB1856324D}"/>
              </a:ext>
            </a:extLst>
          </p:cNvPr>
          <p:cNvSpPr>
            <a:spLocks noGrp="1"/>
          </p:cNvSpPr>
          <p:nvPr>
            <p:ph type="ftr" sz="quarter" idx="11"/>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39159F9D-CDA1-4B51-B521-C243219B8F36}"/>
              </a:ext>
            </a:extLst>
          </p:cNvPr>
          <p:cNvSpPr>
            <a:spLocks noGrp="1"/>
          </p:cNvSpPr>
          <p:nvPr>
            <p:ph type="sldNum" sz="quarter" idx="12"/>
          </p:nvPr>
        </p:nvSpPr>
        <p:spPr/>
        <p:txBody>
          <a:bodyPr/>
          <a:lstStyle/>
          <a:p>
            <a:fld id="{F91729D4-A164-47A3-830D-E792BCE699E4}" type="slidenum">
              <a:rPr lang="en-US" smtClean="0"/>
              <a:pPr/>
              <a:t>‹N°›</a:t>
            </a:fld>
            <a:endParaRPr lang="en-US" dirty="0"/>
          </a:p>
        </p:txBody>
      </p:sp>
    </p:spTree>
    <p:extLst>
      <p:ext uri="{BB962C8B-B14F-4D97-AF65-F5344CB8AC3E}">
        <p14:creationId xmlns:p14="http://schemas.microsoft.com/office/powerpoint/2010/main" val="22062443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lumn 2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48F598-64F2-429E-B3E0-FC31DC90A0D5}"/>
              </a:ext>
            </a:extLst>
          </p:cNvPr>
          <p:cNvSpPr>
            <a:spLocks noGrp="1"/>
          </p:cNvSpPr>
          <p:nvPr>
            <p:ph type="title" hasCustomPrompt="1"/>
          </p:nvPr>
        </p:nvSpPr>
        <p:spPr>
          <a:xfrm>
            <a:off x="734298" y="716156"/>
            <a:ext cx="9212104" cy="800095"/>
          </a:xfrm>
          <a:prstGeom prst="rect">
            <a:avLst/>
          </a:prstGeom>
        </p:spPr>
        <p:txBody>
          <a:bodyPr anchor="ctr"/>
          <a:lstStyle>
            <a:lvl1pPr algn="r">
              <a:defRPr sz="2803" cap="all" spc="175" baseline="0">
                <a:solidFill>
                  <a:schemeClr val="accent4"/>
                </a:solidFill>
              </a:defRPr>
            </a:lvl1pPr>
          </a:lstStyle>
          <a:p>
            <a:r>
              <a:rPr lang="en-US" dirty="0"/>
              <a:t>Click to add title</a:t>
            </a:r>
          </a:p>
        </p:txBody>
      </p:sp>
      <p:sp>
        <p:nvSpPr>
          <p:cNvPr id="2" name="Rectangle 1">
            <a:extLst>
              <a:ext uri="{FF2B5EF4-FFF2-40B4-BE49-F238E27FC236}">
                <a16:creationId xmlns:a16="http://schemas.microsoft.com/office/drawing/2014/main" id="{B7B9DAAC-E781-43E6-913C-893B8D6754F5}"/>
              </a:ext>
              <a:ext uri="{C183D7F6-B498-43B3-948B-1728B52AA6E4}">
                <adec:decorative xmlns:adec="http://schemas.microsoft.com/office/drawing/2017/decorative" val="1"/>
              </a:ext>
            </a:extLst>
          </p:cNvPr>
          <p:cNvSpPr/>
          <p:nvPr userDrawn="1"/>
        </p:nvSpPr>
        <p:spPr>
          <a:xfrm>
            <a:off x="-1" y="584246"/>
            <a:ext cx="10680701" cy="979953"/>
          </a:xfrm>
          <a:prstGeom prst="rect">
            <a:avLst/>
          </a:prstGeom>
          <a:solidFill>
            <a:schemeClr val="accent6">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14">
            <a:extLst>
              <a:ext uri="{FF2B5EF4-FFF2-40B4-BE49-F238E27FC236}">
                <a16:creationId xmlns:a16="http://schemas.microsoft.com/office/drawing/2014/main" id="{1C78864A-44CD-4C12-B023-C16330014BEB}"/>
              </a:ext>
            </a:extLst>
          </p:cNvPr>
          <p:cNvSpPr>
            <a:spLocks noGrp="1"/>
          </p:cNvSpPr>
          <p:nvPr>
            <p:ph type="body" sz="quarter" idx="13" hasCustomPrompt="1"/>
          </p:nvPr>
        </p:nvSpPr>
        <p:spPr>
          <a:xfrm>
            <a:off x="1119370" y="2274044"/>
            <a:ext cx="4053238" cy="465384"/>
          </a:xfrm>
          <a:prstGeom prst="rect">
            <a:avLst/>
          </a:prstGeom>
        </p:spPr>
        <p:txBody>
          <a:bodyPr>
            <a:normAutofit/>
          </a:bodyPr>
          <a:lstStyle>
            <a:lvl1pPr marL="0" indent="0" algn="l">
              <a:buNone/>
              <a:defRPr sz="1752" b="0" i="0" spc="175" baseline="0">
                <a:solidFill>
                  <a:schemeClr val="accent5"/>
                </a:solidFill>
              </a:defRPr>
            </a:lvl1pPr>
          </a:lstStyle>
          <a:p>
            <a:pPr lvl="0"/>
            <a:r>
              <a:rPr lang="en-US" dirty="0"/>
              <a:t>Click to add subtitle here </a:t>
            </a:r>
          </a:p>
        </p:txBody>
      </p:sp>
      <p:sp>
        <p:nvSpPr>
          <p:cNvPr id="11" name="Text Placeholder 17">
            <a:extLst>
              <a:ext uri="{FF2B5EF4-FFF2-40B4-BE49-F238E27FC236}">
                <a16:creationId xmlns:a16="http://schemas.microsoft.com/office/drawing/2014/main" id="{6D9CE0F4-78C6-4BD6-9C58-FDFC16FF09AB}"/>
              </a:ext>
            </a:extLst>
          </p:cNvPr>
          <p:cNvSpPr>
            <a:spLocks noGrp="1"/>
          </p:cNvSpPr>
          <p:nvPr>
            <p:ph type="body" sz="quarter" idx="16" hasCustomPrompt="1"/>
          </p:nvPr>
        </p:nvSpPr>
        <p:spPr>
          <a:xfrm>
            <a:off x="1119189" y="2739428"/>
            <a:ext cx="4052825" cy="3664454"/>
          </a:xfrm>
          <a:prstGeom prst="rect">
            <a:avLst/>
          </a:prstGeom>
        </p:spPr>
        <p:txBody>
          <a:bodyPr/>
          <a:lstStyle>
            <a:lvl1pPr marL="0" indent="0">
              <a:lnSpc>
                <a:spcPct val="150000"/>
              </a:lnSpc>
              <a:spcBef>
                <a:spcPts val="0"/>
              </a:spcBef>
              <a:spcAft>
                <a:spcPts val="1051"/>
              </a:spcAft>
              <a:buFont typeface="Segoe UI Light" panose="020B0502040204020203" pitchFamily="34" charset="0"/>
              <a:buNone/>
              <a:defRPr sz="1226" spc="44" baseline="0"/>
            </a:lvl1pPr>
          </a:lstStyle>
          <a:p>
            <a:pPr lvl="0"/>
            <a:r>
              <a:rPr lang="en-US" dirty="0"/>
              <a:t>Click to add text</a:t>
            </a:r>
          </a:p>
        </p:txBody>
      </p:sp>
      <p:sp>
        <p:nvSpPr>
          <p:cNvPr id="10" name="Text Placeholder 14">
            <a:extLst>
              <a:ext uri="{FF2B5EF4-FFF2-40B4-BE49-F238E27FC236}">
                <a16:creationId xmlns:a16="http://schemas.microsoft.com/office/drawing/2014/main" id="{B499BD94-B24B-4B23-9B87-81DF413EA416}"/>
              </a:ext>
            </a:extLst>
          </p:cNvPr>
          <p:cNvSpPr>
            <a:spLocks noGrp="1"/>
          </p:cNvSpPr>
          <p:nvPr>
            <p:ph type="body" sz="quarter" idx="15" hasCustomPrompt="1"/>
          </p:nvPr>
        </p:nvSpPr>
        <p:spPr>
          <a:xfrm>
            <a:off x="5564361" y="2274043"/>
            <a:ext cx="4053237" cy="465384"/>
          </a:xfrm>
          <a:prstGeom prst="rect">
            <a:avLst/>
          </a:prstGeom>
        </p:spPr>
        <p:txBody>
          <a:bodyPr>
            <a:normAutofit/>
          </a:bodyPr>
          <a:lstStyle>
            <a:lvl1pPr marL="0" indent="0" algn="l">
              <a:buNone/>
              <a:defRPr sz="1752" b="0" i="0" spc="175" baseline="0">
                <a:solidFill>
                  <a:schemeClr val="accent5"/>
                </a:solidFill>
              </a:defRPr>
            </a:lvl1pPr>
          </a:lstStyle>
          <a:p>
            <a:pPr lvl="0"/>
            <a:r>
              <a:rPr lang="en-US" dirty="0"/>
              <a:t>Click to add subtitle here </a:t>
            </a:r>
          </a:p>
        </p:txBody>
      </p:sp>
      <p:sp>
        <p:nvSpPr>
          <p:cNvPr id="12" name="Text Placeholder 17">
            <a:extLst>
              <a:ext uri="{FF2B5EF4-FFF2-40B4-BE49-F238E27FC236}">
                <a16:creationId xmlns:a16="http://schemas.microsoft.com/office/drawing/2014/main" id="{6BC5A941-8EB4-4D4B-9671-6B8FA6447ABE}"/>
              </a:ext>
            </a:extLst>
          </p:cNvPr>
          <p:cNvSpPr>
            <a:spLocks noGrp="1"/>
          </p:cNvSpPr>
          <p:nvPr>
            <p:ph type="body" sz="quarter" idx="17" hasCustomPrompt="1"/>
          </p:nvPr>
        </p:nvSpPr>
        <p:spPr>
          <a:xfrm>
            <a:off x="5564782" y="2739427"/>
            <a:ext cx="4052825" cy="3664454"/>
          </a:xfrm>
          <a:prstGeom prst="rect">
            <a:avLst/>
          </a:prstGeom>
        </p:spPr>
        <p:txBody>
          <a:bodyPr/>
          <a:lstStyle>
            <a:lvl1pPr marL="0" indent="0">
              <a:lnSpc>
                <a:spcPct val="150000"/>
              </a:lnSpc>
              <a:spcBef>
                <a:spcPts val="0"/>
              </a:spcBef>
              <a:spcAft>
                <a:spcPts val="1051"/>
              </a:spcAft>
              <a:buFont typeface="Segoe UI Light" panose="020B0502040204020203" pitchFamily="34" charset="0"/>
              <a:buNone/>
              <a:defRPr sz="1226" spc="44" baseline="0"/>
            </a:lvl1pPr>
          </a:lstStyle>
          <a:p>
            <a:pPr lvl="0"/>
            <a:r>
              <a:rPr lang="en-US" dirty="0"/>
              <a:t>Click to add text</a:t>
            </a:r>
          </a:p>
        </p:txBody>
      </p:sp>
      <p:sp>
        <p:nvSpPr>
          <p:cNvPr id="4" name="Date Placeholder 3">
            <a:extLst>
              <a:ext uri="{FF2B5EF4-FFF2-40B4-BE49-F238E27FC236}">
                <a16:creationId xmlns:a16="http://schemas.microsoft.com/office/drawing/2014/main" id="{AE4E3392-5868-4F6C-BFCC-ECCB66A3B2CC}"/>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DED975EE-261C-47D3-A9E5-7401C706A46E}"/>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C727BB3A-38A2-4A8E-88C2-55FAE758D5AC}"/>
              </a:ext>
            </a:extLst>
          </p:cNvPr>
          <p:cNvSpPr>
            <a:spLocks noGrp="1"/>
          </p:cNvSpPr>
          <p:nvPr>
            <p:ph type="sldNum" sz="quarter" idx="12"/>
          </p:nvPr>
        </p:nvSpPr>
        <p:spPr/>
        <p:txBody>
          <a:bodyPr/>
          <a:lstStyle/>
          <a:p>
            <a:fld id="{F91729D4-A164-47A3-830D-E792BCE699E4}" type="slidenum">
              <a:rPr lang="en-US" smtClean="0"/>
              <a:t>‹N°›</a:t>
            </a:fld>
            <a:endParaRPr lang="en-US" dirty="0"/>
          </a:p>
        </p:txBody>
      </p:sp>
    </p:spTree>
    <p:extLst>
      <p:ext uri="{BB962C8B-B14F-4D97-AF65-F5344CB8AC3E}">
        <p14:creationId xmlns:p14="http://schemas.microsoft.com/office/powerpoint/2010/main" val="16279127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lumn 3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B3E9C-104B-4460-A48D-0C2C5329B84B}"/>
              </a:ext>
            </a:extLst>
          </p:cNvPr>
          <p:cNvSpPr>
            <a:spLocks noGrp="1"/>
          </p:cNvSpPr>
          <p:nvPr>
            <p:ph type="title" hasCustomPrompt="1"/>
          </p:nvPr>
        </p:nvSpPr>
        <p:spPr>
          <a:xfrm>
            <a:off x="734298" y="705661"/>
            <a:ext cx="9212104" cy="800095"/>
          </a:xfrm>
          <a:prstGeom prst="rect">
            <a:avLst/>
          </a:prstGeom>
        </p:spPr>
        <p:txBody>
          <a:bodyPr anchor="ctr"/>
          <a:lstStyle>
            <a:lvl1pPr algn="r">
              <a:defRPr sz="2803" cap="all" spc="175" baseline="0">
                <a:solidFill>
                  <a:schemeClr val="accent4"/>
                </a:solidFill>
              </a:defRPr>
            </a:lvl1pPr>
          </a:lstStyle>
          <a:p>
            <a:r>
              <a:rPr lang="en-US" dirty="0"/>
              <a:t>Click to add title</a:t>
            </a:r>
          </a:p>
        </p:txBody>
      </p:sp>
      <p:sp>
        <p:nvSpPr>
          <p:cNvPr id="11" name="Rectangle 10">
            <a:extLst>
              <a:ext uri="{FF2B5EF4-FFF2-40B4-BE49-F238E27FC236}">
                <a16:creationId xmlns:a16="http://schemas.microsoft.com/office/drawing/2014/main" id="{716DDC2F-7D33-44CF-9D9F-B342720BBC65}"/>
              </a:ext>
              <a:ext uri="{C183D7F6-B498-43B3-948B-1728B52AA6E4}">
                <adec:decorative xmlns:adec="http://schemas.microsoft.com/office/drawing/2017/decorative" val="1"/>
              </a:ext>
            </a:extLst>
          </p:cNvPr>
          <p:cNvSpPr/>
          <p:nvPr userDrawn="1"/>
        </p:nvSpPr>
        <p:spPr>
          <a:xfrm>
            <a:off x="-1" y="584246"/>
            <a:ext cx="10680700" cy="979953"/>
          </a:xfrm>
          <a:prstGeom prst="rect">
            <a:avLst/>
          </a:prstGeom>
          <a:solidFill>
            <a:schemeClr val="accent6">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 Placeholder 14">
            <a:extLst>
              <a:ext uri="{FF2B5EF4-FFF2-40B4-BE49-F238E27FC236}">
                <a16:creationId xmlns:a16="http://schemas.microsoft.com/office/drawing/2014/main" id="{9A8189FC-92D4-447F-BE75-86F13BA33B6C}"/>
              </a:ext>
            </a:extLst>
          </p:cNvPr>
          <p:cNvSpPr>
            <a:spLocks noGrp="1"/>
          </p:cNvSpPr>
          <p:nvPr>
            <p:ph type="body" sz="quarter" idx="13" hasCustomPrompt="1"/>
          </p:nvPr>
        </p:nvSpPr>
        <p:spPr>
          <a:xfrm>
            <a:off x="423251" y="2274044"/>
            <a:ext cx="3079903" cy="465384"/>
          </a:xfrm>
          <a:prstGeom prst="rect">
            <a:avLst/>
          </a:prstGeom>
        </p:spPr>
        <p:txBody>
          <a:bodyPr>
            <a:noAutofit/>
          </a:bodyPr>
          <a:lstStyle>
            <a:lvl1pPr marL="0" indent="0" algn="l">
              <a:buNone/>
              <a:defRPr sz="1752" b="0" i="0" spc="175" baseline="0">
                <a:solidFill>
                  <a:schemeClr val="accent5"/>
                </a:solidFill>
              </a:defRPr>
            </a:lvl1pPr>
          </a:lstStyle>
          <a:p>
            <a:pPr lvl="0"/>
            <a:r>
              <a:rPr lang="en-US" dirty="0"/>
              <a:t>Click to add subtitle here </a:t>
            </a:r>
          </a:p>
        </p:txBody>
      </p:sp>
      <p:sp>
        <p:nvSpPr>
          <p:cNvPr id="14" name="Text Placeholder 17">
            <a:extLst>
              <a:ext uri="{FF2B5EF4-FFF2-40B4-BE49-F238E27FC236}">
                <a16:creationId xmlns:a16="http://schemas.microsoft.com/office/drawing/2014/main" id="{4FDAEC9F-05AF-4D5D-AD2C-537FF767ED6A}"/>
              </a:ext>
            </a:extLst>
          </p:cNvPr>
          <p:cNvSpPr>
            <a:spLocks noGrp="1"/>
          </p:cNvSpPr>
          <p:nvPr>
            <p:ph type="body" sz="quarter" idx="16" hasCustomPrompt="1"/>
          </p:nvPr>
        </p:nvSpPr>
        <p:spPr>
          <a:xfrm>
            <a:off x="423068" y="2781001"/>
            <a:ext cx="3079590" cy="3664454"/>
          </a:xfrm>
          <a:prstGeom prst="rect">
            <a:avLst/>
          </a:prstGeom>
        </p:spPr>
        <p:txBody>
          <a:bodyPr/>
          <a:lstStyle>
            <a:lvl1pPr marL="0" indent="0">
              <a:lnSpc>
                <a:spcPct val="150000"/>
              </a:lnSpc>
              <a:spcBef>
                <a:spcPts val="0"/>
              </a:spcBef>
              <a:spcAft>
                <a:spcPts val="1051"/>
              </a:spcAft>
              <a:buFont typeface="Segoe UI Light" panose="020B0502040204020203" pitchFamily="34" charset="0"/>
              <a:buNone/>
              <a:defRPr sz="1226" spc="44" baseline="0"/>
            </a:lvl1pPr>
          </a:lstStyle>
          <a:p>
            <a:pPr lvl="0"/>
            <a:r>
              <a:rPr lang="en-US" dirty="0"/>
              <a:t>Click to add text</a:t>
            </a:r>
          </a:p>
        </p:txBody>
      </p:sp>
      <p:sp>
        <p:nvSpPr>
          <p:cNvPr id="22" name="Text Placeholder 14">
            <a:extLst>
              <a:ext uri="{FF2B5EF4-FFF2-40B4-BE49-F238E27FC236}">
                <a16:creationId xmlns:a16="http://schemas.microsoft.com/office/drawing/2014/main" id="{2492CECA-D20C-47AF-A75A-44DFDE74D82D}"/>
              </a:ext>
            </a:extLst>
          </p:cNvPr>
          <p:cNvSpPr>
            <a:spLocks noGrp="1"/>
          </p:cNvSpPr>
          <p:nvPr>
            <p:ph type="body" sz="quarter" idx="17" hasCustomPrompt="1"/>
          </p:nvPr>
        </p:nvSpPr>
        <p:spPr>
          <a:xfrm>
            <a:off x="3793077" y="2274044"/>
            <a:ext cx="3079903" cy="465384"/>
          </a:xfrm>
          <a:prstGeom prst="rect">
            <a:avLst/>
          </a:prstGeom>
        </p:spPr>
        <p:txBody>
          <a:bodyPr>
            <a:noAutofit/>
          </a:bodyPr>
          <a:lstStyle>
            <a:lvl1pPr marL="0" indent="0" algn="l">
              <a:buNone/>
              <a:defRPr sz="1752" b="0" i="0" spc="175" baseline="0">
                <a:solidFill>
                  <a:schemeClr val="accent5"/>
                </a:solidFill>
              </a:defRPr>
            </a:lvl1pPr>
          </a:lstStyle>
          <a:p>
            <a:pPr lvl="0"/>
            <a:r>
              <a:rPr lang="en-US" dirty="0"/>
              <a:t>Click to add subtitle here </a:t>
            </a:r>
          </a:p>
        </p:txBody>
      </p:sp>
      <p:sp>
        <p:nvSpPr>
          <p:cNvPr id="23" name="Text Placeholder 17">
            <a:extLst>
              <a:ext uri="{FF2B5EF4-FFF2-40B4-BE49-F238E27FC236}">
                <a16:creationId xmlns:a16="http://schemas.microsoft.com/office/drawing/2014/main" id="{EEF915A4-555A-4718-876D-625A85FAB0C9}"/>
              </a:ext>
            </a:extLst>
          </p:cNvPr>
          <p:cNvSpPr>
            <a:spLocks noGrp="1"/>
          </p:cNvSpPr>
          <p:nvPr>
            <p:ph type="body" sz="quarter" idx="18" hasCustomPrompt="1"/>
          </p:nvPr>
        </p:nvSpPr>
        <p:spPr>
          <a:xfrm>
            <a:off x="3792894" y="2781001"/>
            <a:ext cx="3079590" cy="3664454"/>
          </a:xfrm>
          <a:prstGeom prst="rect">
            <a:avLst/>
          </a:prstGeom>
        </p:spPr>
        <p:txBody>
          <a:bodyPr/>
          <a:lstStyle>
            <a:lvl1pPr marL="0" indent="0">
              <a:lnSpc>
                <a:spcPct val="150000"/>
              </a:lnSpc>
              <a:spcBef>
                <a:spcPts val="0"/>
              </a:spcBef>
              <a:spcAft>
                <a:spcPts val="1051"/>
              </a:spcAft>
              <a:buFont typeface="Segoe UI Light" panose="020B0502040204020203" pitchFamily="34" charset="0"/>
              <a:buNone/>
              <a:defRPr sz="1226" spc="44" baseline="0"/>
            </a:lvl1pPr>
          </a:lstStyle>
          <a:p>
            <a:pPr lvl="0"/>
            <a:r>
              <a:rPr lang="en-US" dirty="0"/>
              <a:t>Click to add text</a:t>
            </a:r>
          </a:p>
        </p:txBody>
      </p:sp>
      <p:sp>
        <p:nvSpPr>
          <p:cNvPr id="26" name="Text Placeholder 14">
            <a:extLst>
              <a:ext uri="{FF2B5EF4-FFF2-40B4-BE49-F238E27FC236}">
                <a16:creationId xmlns:a16="http://schemas.microsoft.com/office/drawing/2014/main" id="{7458D237-AB82-4392-B182-AAF3694FDB1D}"/>
              </a:ext>
            </a:extLst>
          </p:cNvPr>
          <p:cNvSpPr>
            <a:spLocks noGrp="1"/>
          </p:cNvSpPr>
          <p:nvPr>
            <p:ph type="body" sz="quarter" idx="19" hasCustomPrompt="1"/>
          </p:nvPr>
        </p:nvSpPr>
        <p:spPr>
          <a:xfrm>
            <a:off x="7162406" y="2274044"/>
            <a:ext cx="3079903" cy="465384"/>
          </a:xfrm>
          <a:prstGeom prst="rect">
            <a:avLst/>
          </a:prstGeom>
        </p:spPr>
        <p:txBody>
          <a:bodyPr>
            <a:noAutofit/>
          </a:bodyPr>
          <a:lstStyle>
            <a:lvl1pPr marL="0" indent="0" algn="l">
              <a:buNone/>
              <a:defRPr sz="1752" b="0" i="0" spc="175" baseline="0">
                <a:solidFill>
                  <a:schemeClr val="accent5"/>
                </a:solidFill>
              </a:defRPr>
            </a:lvl1pPr>
          </a:lstStyle>
          <a:p>
            <a:pPr lvl="0"/>
            <a:r>
              <a:rPr lang="en-US" dirty="0"/>
              <a:t>Click to add subtitle here </a:t>
            </a:r>
          </a:p>
        </p:txBody>
      </p:sp>
      <p:sp>
        <p:nvSpPr>
          <p:cNvPr id="27" name="Text Placeholder 17">
            <a:extLst>
              <a:ext uri="{FF2B5EF4-FFF2-40B4-BE49-F238E27FC236}">
                <a16:creationId xmlns:a16="http://schemas.microsoft.com/office/drawing/2014/main" id="{AAA9CCE2-427A-46C0-A79B-0D01E8888EEB}"/>
              </a:ext>
            </a:extLst>
          </p:cNvPr>
          <p:cNvSpPr>
            <a:spLocks noGrp="1"/>
          </p:cNvSpPr>
          <p:nvPr>
            <p:ph type="body" sz="quarter" idx="20" hasCustomPrompt="1"/>
          </p:nvPr>
        </p:nvSpPr>
        <p:spPr>
          <a:xfrm>
            <a:off x="7162224" y="2781001"/>
            <a:ext cx="3079590" cy="3664454"/>
          </a:xfrm>
          <a:prstGeom prst="rect">
            <a:avLst/>
          </a:prstGeom>
        </p:spPr>
        <p:txBody>
          <a:bodyPr/>
          <a:lstStyle>
            <a:lvl1pPr marL="0" indent="0">
              <a:lnSpc>
                <a:spcPct val="150000"/>
              </a:lnSpc>
              <a:spcBef>
                <a:spcPts val="0"/>
              </a:spcBef>
              <a:spcAft>
                <a:spcPts val="1051"/>
              </a:spcAft>
              <a:buFont typeface="Segoe UI Light" panose="020B0502040204020203" pitchFamily="34" charset="0"/>
              <a:buNone/>
              <a:defRPr sz="1226" spc="44" baseline="0"/>
            </a:lvl1pPr>
          </a:lstStyle>
          <a:p>
            <a:pPr lvl="0"/>
            <a:r>
              <a:rPr lang="en-US" dirty="0"/>
              <a:t>Click to add text</a:t>
            </a:r>
          </a:p>
        </p:txBody>
      </p:sp>
      <p:sp>
        <p:nvSpPr>
          <p:cNvPr id="4" name="Date Placeholder 3">
            <a:extLst>
              <a:ext uri="{FF2B5EF4-FFF2-40B4-BE49-F238E27FC236}">
                <a16:creationId xmlns:a16="http://schemas.microsoft.com/office/drawing/2014/main" id="{235A30FE-146C-418D-B68F-9EBB829D029E}"/>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B6BCBBE8-05C6-4946-80F5-DE319A6FCE8D}"/>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722839E0-080F-4A5D-99FB-FD1917E7F5BF}"/>
              </a:ext>
            </a:extLst>
          </p:cNvPr>
          <p:cNvSpPr>
            <a:spLocks noGrp="1"/>
          </p:cNvSpPr>
          <p:nvPr>
            <p:ph type="sldNum" sz="quarter" idx="12"/>
          </p:nvPr>
        </p:nvSpPr>
        <p:spPr/>
        <p:txBody>
          <a:bodyPr/>
          <a:lstStyle/>
          <a:p>
            <a:fld id="{F91729D4-A164-47A3-830D-E792BCE699E4}" type="slidenum">
              <a:rPr lang="en-US" smtClean="0"/>
              <a:t>‹N°›</a:t>
            </a:fld>
            <a:endParaRPr lang="en-US" dirty="0"/>
          </a:p>
        </p:txBody>
      </p:sp>
    </p:spTree>
    <p:extLst>
      <p:ext uri="{BB962C8B-B14F-4D97-AF65-F5344CB8AC3E}">
        <p14:creationId xmlns:p14="http://schemas.microsoft.com/office/powerpoint/2010/main" val="27230497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C65D0-3E91-45C0-BC6C-CC7BFE58B0B9}"/>
              </a:ext>
            </a:extLst>
          </p:cNvPr>
          <p:cNvSpPr>
            <a:spLocks noGrp="1"/>
          </p:cNvSpPr>
          <p:nvPr>
            <p:ph type="title" hasCustomPrompt="1"/>
          </p:nvPr>
        </p:nvSpPr>
        <p:spPr>
          <a:xfrm>
            <a:off x="1379591" y="3778250"/>
            <a:ext cx="2713381" cy="1078061"/>
          </a:xfrm>
          <a:prstGeom prst="rect">
            <a:avLst/>
          </a:prstGeom>
        </p:spPr>
        <p:txBody>
          <a:bodyPr anchor="ctr"/>
          <a:lstStyle>
            <a:lvl1pPr algn="l">
              <a:defRPr sz="2803" cap="all" spc="175" baseline="0">
                <a:solidFill>
                  <a:schemeClr val="accent4"/>
                </a:solidFill>
              </a:defRPr>
            </a:lvl1pPr>
          </a:lstStyle>
          <a:p>
            <a:r>
              <a:rPr lang="en-US" dirty="0"/>
              <a:t>Click to add title</a:t>
            </a:r>
          </a:p>
        </p:txBody>
      </p:sp>
      <p:sp>
        <p:nvSpPr>
          <p:cNvPr id="6" name="Picture Placeholder 5">
            <a:extLst>
              <a:ext uri="{FF2B5EF4-FFF2-40B4-BE49-F238E27FC236}">
                <a16:creationId xmlns:a16="http://schemas.microsoft.com/office/drawing/2014/main" id="{09651A5D-2C86-4900-A248-8559E39BDAC9}"/>
              </a:ext>
            </a:extLst>
          </p:cNvPr>
          <p:cNvSpPr>
            <a:spLocks noGrp="1"/>
          </p:cNvSpPr>
          <p:nvPr>
            <p:ph type="pic" sz="quarter" idx="13" hasCustomPrompt="1"/>
          </p:nvPr>
        </p:nvSpPr>
        <p:spPr>
          <a:xfrm>
            <a:off x="0" y="0"/>
            <a:ext cx="10680700" cy="2259953"/>
          </a:xfrm>
          <a:prstGeom prst="rect">
            <a:avLst/>
          </a:prstGeom>
        </p:spPr>
        <p:txBody>
          <a:bodyPr/>
          <a:lstStyle>
            <a:lvl1pPr marL="0" indent="0" algn="ctr">
              <a:buNone/>
              <a:defRPr spc="350" baseline="0"/>
            </a:lvl1pPr>
          </a:lstStyle>
          <a:p>
            <a:r>
              <a:rPr lang="en-US" dirty="0"/>
              <a:t>Click to add photo</a:t>
            </a:r>
          </a:p>
        </p:txBody>
      </p:sp>
      <p:sp>
        <p:nvSpPr>
          <p:cNvPr id="9" name="Text Placeholder 11">
            <a:extLst>
              <a:ext uri="{FF2B5EF4-FFF2-40B4-BE49-F238E27FC236}">
                <a16:creationId xmlns:a16="http://schemas.microsoft.com/office/drawing/2014/main" id="{D5F84479-AB5A-4587-BAAF-A05E52224B46}"/>
              </a:ext>
            </a:extLst>
          </p:cNvPr>
          <p:cNvSpPr>
            <a:spLocks noGrp="1"/>
          </p:cNvSpPr>
          <p:nvPr>
            <p:ph type="body" sz="quarter" idx="16" hasCustomPrompt="1"/>
          </p:nvPr>
        </p:nvSpPr>
        <p:spPr>
          <a:xfrm>
            <a:off x="5462733" y="3145413"/>
            <a:ext cx="4161023" cy="2346912"/>
          </a:xfrm>
          <a:prstGeom prst="rect">
            <a:avLst/>
          </a:prstGeom>
        </p:spPr>
        <p:txBody>
          <a:bodyPr/>
          <a:lstStyle>
            <a:lvl1pPr marL="0" indent="0" algn="l">
              <a:lnSpc>
                <a:spcPct val="150000"/>
              </a:lnSpc>
              <a:spcBef>
                <a:spcPts val="0"/>
              </a:spcBef>
              <a:buNone/>
              <a:defRPr sz="1226" cap="none" spc="44" baseline="0">
                <a:latin typeface="+mn-lt"/>
              </a:defRPr>
            </a:lvl1pPr>
          </a:lstStyle>
          <a:p>
            <a:pPr lvl="0"/>
            <a:r>
              <a:rPr lang="en-US" dirty="0"/>
              <a:t>Click to add text</a:t>
            </a:r>
          </a:p>
        </p:txBody>
      </p:sp>
      <p:sp>
        <p:nvSpPr>
          <p:cNvPr id="7" name="Picture Placeholder 5">
            <a:extLst>
              <a:ext uri="{FF2B5EF4-FFF2-40B4-BE49-F238E27FC236}">
                <a16:creationId xmlns:a16="http://schemas.microsoft.com/office/drawing/2014/main" id="{3D8D3253-3A08-4F2F-B6B3-607BBC6B33D7}"/>
              </a:ext>
            </a:extLst>
          </p:cNvPr>
          <p:cNvSpPr>
            <a:spLocks noGrp="1"/>
          </p:cNvSpPr>
          <p:nvPr>
            <p:ph type="pic" sz="quarter" idx="14" hasCustomPrompt="1"/>
          </p:nvPr>
        </p:nvSpPr>
        <p:spPr>
          <a:xfrm>
            <a:off x="0" y="6377784"/>
            <a:ext cx="10680700" cy="1178717"/>
          </a:xfrm>
          <a:prstGeom prst="rect">
            <a:avLst/>
          </a:prstGeom>
        </p:spPr>
        <p:txBody>
          <a:bodyPr/>
          <a:lstStyle>
            <a:lvl1pPr marL="0" indent="0" algn="ctr">
              <a:buNone/>
              <a:defRPr spc="350" baseline="0"/>
            </a:lvl1pPr>
          </a:lstStyle>
          <a:p>
            <a:r>
              <a:rPr lang="en-US" dirty="0"/>
              <a:t>Click to add photo</a:t>
            </a:r>
          </a:p>
        </p:txBody>
      </p:sp>
      <p:sp>
        <p:nvSpPr>
          <p:cNvPr id="3" name="Date Placeholder 2">
            <a:extLst>
              <a:ext uri="{FF2B5EF4-FFF2-40B4-BE49-F238E27FC236}">
                <a16:creationId xmlns:a16="http://schemas.microsoft.com/office/drawing/2014/main" id="{92B75CEA-DDFB-4C62-B83F-6A0B86FA74F7}"/>
              </a:ext>
            </a:extLst>
          </p:cNvPr>
          <p:cNvSpPr>
            <a:spLocks noGrp="1"/>
          </p:cNvSpPr>
          <p:nvPr>
            <p:ph type="dt" sz="half" idx="10"/>
          </p:nvPr>
        </p:nvSpPr>
        <p:spPr/>
        <p:txBody>
          <a:bodyPr/>
          <a:lstStyle>
            <a:lvl1pPr>
              <a:defRPr>
                <a:solidFill>
                  <a:schemeClr val="bg1"/>
                </a:solidFill>
                <a:effectLst>
                  <a:outerShdw blurRad="38100" dist="38100" dir="2700000" algn="tl">
                    <a:srgbClr val="000000">
                      <a:alpha val="43137"/>
                    </a:srgbClr>
                  </a:outerShdw>
                </a:effectLst>
              </a:defRPr>
            </a:lvl1pPr>
          </a:lstStyle>
          <a:p>
            <a:r>
              <a:rPr lang="en-US"/>
              <a:t>20XX</a:t>
            </a:r>
            <a:endParaRPr lang="en-US" dirty="0"/>
          </a:p>
        </p:txBody>
      </p:sp>
      <p:sp>
        <p:nvSpPr>
          <p:cNvPr id="4" name="Footer Placeholder 3">
            <a:extLst>
              <a:ext uri="{FF2B5EF4-FFF2-40B4-BE49-F238E27FC236}">
                <a16:creationId xmlns:a16="http://schemas.microsoft.com/office/drawing/2014/main" id="{5D425E30-50C5-42DD-911D-36C0E732E337}"/>
              </a:ext>
            </a:extLst>
          </p:cNvPr>
          <p:cNvSpPr>
            <a:spLocks noGrp="1"/>
          </p:cNvSpPr>
          <p:nvPr>
            <p:ph type="ftr" sz="quarter" idx="11"/>
          </p:nvPr>
        </p:nvSpPr>
        <p:spPr/>
        <p:txBody>
          <a:bodyPr/>
          <a:lstStyle>
            <a:lvl1pPr>
              <a:defRPr>
                <a:solidFill>
                  <a:schemeClr val="bg1"/>
                </a:solidFill>
                <a:effectLst>
                  <a:outerShdw blurRad="38100" dist="38100" dir="2700000" algn="tl">
                    <a:srgbClr val="000000">
                      <a:alpha val="43137"/>
                    </a:srgbClr>
                  </a:outerShdw>
                </a:effectLst>
              </a:defRPr>
            </a:lvl1pPr>
          </a:lstStyle>
          <a:p>
            <a:r>
              <a:rPr lang="en-US" dirty="0"/>
              <a:t>PRESENTATION TITLE</a:t>
            </a:r>
          </a:p>
        </p:txBody>
      </p:sp>
      <p:sp>
        <p:nvSpPr>
          <p:cNvPr id="5" name="Slide Number Placeholder 4">
            <a:extLst>
              <a:ext uri="{FF2B5EF4-FFF2-40B4-BE49-F238E27FC236}">
                <a16:creationId xmlns:a16="http://schemas.microsoft.com/office/drawing/2014/main" id="{6E88C855-986C-4539-81CE-5421C8EB71F7}"/>
              </a:ext>
            </a:extLst>
          </p:cNvPr>
          <p:cNvSpPr>
            <a:spLocks noGrp="1"/>
          </p:cNvSpPr>
          <p:nvPr>
            <p:ph type="sldNum" sz="quarter" idx="12"/>
          </p:nvPr>
        </p:nvSpPr>
        <p:spPr/>
        <p:txBody>
          <a:bodyPr/>
          <a:lstStyle>
            <a:lvl1pPr>
              <a:defRPr>
                <a:solidFill>
                  <a:schemeClr val="bg1"/>
                </a:solidFill>
                <a:effectLst>
                  <a:outerShdw blurRad="38100" dist="38100" dir="2700000" algn="tl">
                    <a:srgbClr val="000000">
                      <a:alpha val="43137"/>
                    </a:srgbClr>
                  </a:outerShdw>
                </a:effectLst>
              </a:defRPr>
            </a:lvl1pPr>
          </a:lstStyle>
          <a:p>
            <a:fld id="{F91729D4-A164-47A3-830D-E792BCE699E4}" type="slidenum">
              <a:rPr lang="en-US" smtClean="0"/>
              <a:pPr/>
              <a:t>‹N°›</a:t>
            </a:fld>
            <a:endParaRPr lang="en-US" dirty="0"/>
          </a:p>
        </p:txBody>
      </p:sp>
    </p:spTree>
    <p:extLst>
      <p:ext uri="{BB962C8B-B14F-4D97-AF65-F5344CB8AC3E}">
        <p14:creationId xmlns:p14="http://schemas.microsoft.com/office/powerpoint/2010/main" val="23129818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8F63EB3-EB79-4150-A7A5-F675662724D7}"/>
              </a:ext>
            </a:extLst>
          </p:cNvPr>
          <p:cNvSpPr>
            <a:spLocks noGrp="1"/>
          </p:cNvSpPr>
          <p:nvPr>
            <p:ph type="title" hasCustomPrompt="1"/>
          </p:nvPr>
        </p:nvSpPr>
        <p:spPr>
          <a:xfrm>
            <a:off x="3568326" y="1208043"/>
            <a:ext cx="3544050" cy="1752815"/>
          </a:xfrm>
          <a:prstGeom prst="rect">
            <a:avLst/>
          </a:prstGeom>
        </p:spPr>
        <p:txBody>
          <a:bodyPr anchor="b"/>
          <a:lstStyle>
            <a:lvl1pPr>
              <a:defRPr sz="2803" cap="all" spc="175" baseline="0">
                <a:solidFill>
                  <a:schemeClr val="accent4"/>
                </a:solidFill>
              </a:defRPr>
            </a:lvl1pPr>
          </a:lstStyle>
          <a:p>
            <a:r>
              <a:rPr lang="en-US" dirty="0"/>
              <a:t>Click to add title</a:t>
            </a:r>
          </a:p>
        </p:txBody>
      </p:sp>
      <p:sp>
        <p:nvSpPr>
          <p:cNvPr id="6" name="Picture Placeholder 5">
            <a:extLst>
              <a:ext uri="{FF2B5EF4-FFF2-40B4-BE49-F238E27FC236}">
                <a16:creationId xmlns:a16="http://schemas.microsoft.com/office/drawing/2014/main" id="{289D0B50-E879-41B9-9B1B-EBB40605D1B7}"/>
              </a:ext>
            </a:extLst>
          </p:cNvPr>
          <p:cNvSpPr>
            <a:spLocks noGrp="1"/>
          </p:cNvSpPr>
          <p:nvPr>
            <p:ph type="pic" sz="quarter" idx="13" hasCustomPrompt="1"/>
          </p:nvPr>
        </p:nvSpPr>
        <p:spPr>
          <a:xfrm>
            <a:off x="1" y="1048163"/>
            <a:ext cx="2403158" cy="5231112"/>
          </a:xfrm>
          <a:prstGeom prst="rect">
            <a:avLst/>
          </a:prstGeom>
        </p:spPr>
        <p:txBody>
          <a:bodyPr/>
          <a:lstStyle>
            <a:lvl1pPr marL="0" indent="0" algn="ctr">
              <a:buNone/>
              <a:defRPr spc="350" baseline="0"/>
            </a:lvl1pPr>
          </a:lstStyle>
          <a:p>
            <a:r>
              <a:rPr lang="en-US" dirty="0"/>
              <a:t>Click to add photo</a:t>
            </a:r>
          </a:p>
        </p:txBody>
      </p:sp>
      <p:sp>
        <p:nvSpPr>
          <p:cNvPr id="8" name="Text Placeholder 8">
            <a:extLst>
              <a:ext uri="{FF2B5EF4-FFF2-40B4-BE49-F238E27FC236}">
                <a16:creationId xmlns:a16="http://schemas.microsoft.com/office/drawing/2014/main" id="{EB4D3EE7-1F3B-4AAB-A04D-3162C35A1A90}"/>
              </a:ext>
            </a:extLst>
          </p:cNvPr>
          <p:cNvSpPr>
            <a:spLocks noGrp="1"/>
          </p:cNvSpPr>
          <p:nvPr>
            <p:ph type="body" sz="quarter" idx="16" hasCustomPrompt="1"/>
          </p:nvPr>
        </p:nvSpPr>
        <p:spPr>
          <a:xfrm>
            <a:off x="3598213" y="3207183"/>
            <a:ext cx="3514162" cy="2271204"/>
          </a:xfrm>
          <a:prstGeom prst="rect">
            <a:avLst/>
          </a:prstGeom>
        </p:spPr>
        <p:txBody>
          <a:bodyPr anchor="t"/>
          <a:lstStyle>
            <a:lvl1pPr marL="0" indent="0">
              <a:lnSpc>
                <a:spcPct val="200000"/>
              </a:lnSpc>
              <a:spcBef>
                <a:spcPts val="0"/>
              </a:spcBef>
              <a:buFont typeface="Segoe UI Light" panose="020B0502040204020203" pitchFamily="34" charset="0"/>
              <a:buNone/>
              <a:defRPr sz="1752" b="0" i="0" spc="175" baseline="0">
                <a:solidFill>
                  <a:schemeClr val="accent4"/>
                </a:solidFill>
              </a:defRPr>
            </a:lvl1pPr>
          </a:lstStyle>
          <a:p>
            <a:pPr lvl="0"/>
            <a:r>
              <a:rPr lang="en-US" dirty="0"/>
              <a:t>Click to add name</a:t>
            </a:r>
          </a:p>
        </p:txBody>
      </p:sp>
      <p:sp>
        <p:nvSpPr>
          <p:cNvPr id="9" name="Picture Placeholder 5">
            <a:extLst>
              <a:ext uri="{FF2B5EF4-FFF2-40B4-BE49-F238E27FC236}">
                <a16:creationId xmlns:a16="http://schemas.microsoft.com/office/drawing/2014/main" id="{2A57A12F-74B8-4CBC-816C-F2AC890D1B90}"/>
              </a:ext>
            </a:extLst>
          </p:cNvPr>
          <p:cNvSpPr>
            <a:spLocks noGrp="1"/>
          </p:cNvSpPr>
          <p:nvPr>
            <p:ph type="pic" sz="quarter" idx="17" hasCustomPrompt="1"/>
          </p:nvPr>
        </p:nvSpPr>
        <p:spPr>
          <a:xfrm>
            <a:off x="8277542" y="1048163"/>
            <a:ext cx="2403158" cy="5231112"/>
          </a:xfrm>
          <a:prstGeom prst="rect">
            <a:avLst/>
          </a:prstGeom>
        </p:spPr>
        <p:txBody>
          <a:bodyPr/>
          <a:lstStyle>
            <a:lvl1pPr marL="0" indent="0" algn="ctr">
              <a:buNone/>
              <a:defRPr spc="350" baseline="0"/>
            </a:lvl1pPr>
          </a:lstStyle>
          <a:p>
            <a:r>
              <a:rPr lang="en-US" dirty="0"/>
              <a:t>Click to add photo</a:t>
            </a:r>
          </a:p>
        </p:txBody>
      </p:sp>
      <p:sp>
        <p:nvSpPr>
          <p:cNvPr id="3" name="Date Placeholder 2">
            <a:extLst>
              <a:ext uri="{FF2B5EF4-FFF2-40B4-BE49-F238E27FC236}">
                <a16:creationId xmlns:a16="http://schemas.microsoft.com/office/drawing/2014/main" id="{2A19A048-F803-428B-9A66-6DE56F4DE58E}"/>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DB42CDA7-93A6-45DB-9062-E70E51ACB72C}"/>
              </a:ext>
            </a:extLst>
          </p:cNvPr>
          <p:cNvSpPr>
            <a:spLocks noGrp="1"/>
          </p:cNvSpPr>
          <p:nvPr>
            <p:ph type="ftr" sz="quarter" idx="11"/>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B1F08F63-561A-455E-8ED8-20CCE58E722A}"/>
              </a:ext>
            </a:extLst>
          </p:cNvPr>
          <p:cNvSpPr>
            <a:spLocks noGrp="1"/>
          </p:cNvSpPr>
          <p:nvPr>
            <p:ph type="sldNum" sz="quarter" idx="12"/>
          </p:nvPr>
        </p:nvSpPr>
        <p:spPr/>
        <p:txBody>
          <a:bodyPr/>
          <a:lstStyle/>
          <a:p>
            <a:fld id="{F91729D4-A164-47A3-830D-E792BCE699E4}" type="slidenum">
              <a:rPr lang="en-US" smtClean="0"/>
              <a:t>‹N°›</a:t>
            </a:fld>
            <a:endParaRPr lang="en-US" dirty="0"/>
          </a:p>
        </p:txBody>
      </p:sp>
    </p:spTree>
    <p:extLst>
      <p:ext uri="{BB962C8B-B14F-4D97-AF65-F5344CB8AC3E}">
        <p14:creationId xmlns:p14="http://schemas.microsoft.com/office/powerpoint/2010/main" val="40802685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6" Type="http://schemas.openxmlformats.org/officeDocument/2006/relationships/theme" Target="../theme/theme2.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slideLayout" Target="../slideLayouts/slideLayout2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771025" y="7084240"/>
            <a:ext cx="236854" cy="432434"/>
          </a:xfrm>
          <a:custGeom>
            <a:avLst/>
            <a:gdLst/>
            <a:ahLst/>
            <a:cxnLst/>
            <a:rect l="l" t="t" r="r" b="b"/>
            <a:pathLst>
              <a:path w="236854" h="432434">
                <a:moveTo>
                  <a:pt x="236764" y="0"/>
                </a:moveTo>
                <a:lnTo>
                  <a:pt x="0" y="431999"/>
                </a:lnTo>
              </a:path>
            </a:pathLst>
          </a:custGeom>
          <a:ln w="9524">
            <a:solidFill>
              <a:srgbClr val="828385"/>
            </a:solidFill>
          </a:ln>
        </p:spPr>
        <p:txBody>
          <a:bodyPr wrap="square" lIns="0" tIns="0" rIns="0" bIns="0" rtlCol="0"/>
          <a:lstStyle/>
          <a:p>
            <a:endParaRPr/>
          </a:p>
        </p:txBody>
      </p:sp>
      <p:sp>
        <p:nvSpPr>
          <p:cNvPr id="17" name="bg object 17"/>
          <p:cNvSpPr/>
          <p:nvPr/>
        </p:nvSpPr>
        <p:spPr>
          <a:xfrm>
            <a:off x="9893410" y="7155475"/>
            <a:ext cx="727710" cy="260350"/>
          </a:xfrm>
          <a:custGeom>
            <a:avLst/>
            <a:gdLst/>
            <a:ahLst/>
            <a:cxnLst/>
            <a:rect l="l" t="t" r="r" b="b"/>
            <a:pathLst>
              <a:path w="727709" h="260350">
                <a:moveTo>
                  <a:pt x="587925" y="260335"/>
                </a:moveTo>
                <a:lnTo>
                  <a:pt x="0" y="260335"/>
                </a:lnTo>
                <a:lnTo>
                  <a:pt x="140364" y="0"/>
                </a:lnTo>
                <a:lnTo>
                  <a:pt x="727488" y="0"/>
                </a:lnTo>
                <a:lnTo>
                  <a:pt x="587925" y="260335"/>
                </a:lnTo>
                <a:close/>
              </a:path>
            </a:pathLst>
          </a:custGeom>
          <a:solidFill>
            <a:srgbClr val="164052"/>
          </a:solidFill>
        </p:spPr>
        <p:txBody>
          <a:bodyPr wrap="square" lIns="0" tIns="0" rIns="0" bIns="0" rtlCol="0"/>
          <a:lstStyle/>
          <a:p>
            <a:endParaRPr/>
          </a:p>
        </p:txBody>
      </p:sp>
      <p:sp>
        <p:nvSpPr>
          <p:cNvPr id="18" name="bg object 18"/>
          <p:cNvSpPr/>
          <p:nvPr/>
        </p:nvSpPr>
        <p:spPr>
          <a:xfrm>
            <a:off x="259030" y="91198"/>
            <a:ext cx="609600" cy="609600"/>
          </a:xfrm>
          <a:custGeom>
            <a:avLst/>
            <a:gdLst/>
            <a:ahLst/>
            <a:cxnLst/>
            <a:rect l="l" t="t" r="r" b="b"/>
            <a:pathLst>
              <a:path w="609600" h="609600">
                <a:moveTo>
                  <a:pt x="0" y="304799"/>
                </a:moveTo>
                <a:lnTo>
                  <a:pt x="3989" y="255359"/>
                </a:lnTo>
                <a:lnTo>
                  <a:pt x="15538" y="208459"/>
                </a:lnTo>
                <a:lnTo>
                  <a:pt x="34021" y="164726"/>
                </a:lnTo>
                <a:lnTo>
                  <a:pt x="58808" y="124789"/>
                </a:lnTo>
                <a:lnTo>
                  <a:pt x="89273" y="89273"/>
                </a:lnTo>
                <a:lnTo>
                  <a:pt x="124789" y="58808"/>
                </a:lnTo>
                <a:lnTo>
                  <a:pt x="164726" y="34021"/>
                </a:lnTo>
                <a:lnTo>
                  <a:pt x="208459" y="15538"/>
                </a:lnTo>
                <a:lnTo>
                  <a:pt x="255359" y="3989"/>
                </a:lnTo>
                <a:lnTo>
                  <a:pt x="304799" y="0"/>
                </a:lnTo>
                <a:lnTo>
                  <a:pt x="352769" y="3797"/>
                </a:lnTo>
                <a:lnTo>
                  <a:pt x="399124" y="14962"/>
                </a:lnTo>
                <a:lnTo>
                  <a:pt x="443048" y="33155"/>
                </a:lnTo>
                <a:lnTo>
                  <a:pt x="483722" y="58039"/>
                </a:lnTo>
                <a:lnTo>
                  <a:pt x="520326" y="89273"/>
                </a:lnTo>
                <a:lnTo>
                  <a:pt x="551560" y="125877"/>
                </a:lnTo>
                <a:lnTo>
                  <a:pt x="576444" y="166551"/>
                </a:lnTo>
                <a:lnTo>
                  <a:pt x="594637" y="210475"/>
                </a:lnTo>
                <a:lnTo>
                  <a:pt x="605802" y="256830"/>
                </a:lnTo>
                <a:lnTo>
                  <a:pt x="609599" y="304799"/>
                </a:lnTo>
                <a:lnTo>
                  <a:pt x="605610" y="354240"/>
                </a:lnTo>
                <a:lnTo>
                  <a:pt x="594061" y="401140"/>
                </a:lnTo>
                <a:lnTo>
                  <a:pt x="575578" y="444873"/>
                </a:lnTo>
                <a:lnTo>
                  <a:pt x="550791" y="484810"/>
                </a:lnTo>
                <a:lnTo>
                  <a:pt x="520326" y="520326"/>
                </a:lnTo>
                <a:lnTo>
                  <a:pt x="484810" y="550791"/>
                </a:lnTo>
                <a:lnTo>
                  <a:pt x="444873" y="575578"/>
                </a:lnTo>
                <a:lnTo>
                  <a:pt x="401140" y="594061"/>
                </a:lnTo>
                <a:lnTo>
                  <a:pt x="354240" y="605610"/>
                </a:lnTo>
                <a:lnTo>
                  <a:pt x="304799" y="609599"/>
                </a:lnTo>
                <a:lnTo>
                  <a:pt x="255359" y="605610"/>
                </a:lnTo>
                <a:lnTo>
                  <a:pt x="208459" y="594061"/>
                </a:lnTo>
                <a:lnTo>
                  <a:pt x="164726" y="575578"/>
                </a:lnTo>
                <a:lnTo>
                  <a:pt x="124789" y="550791"/>
                </a:lnTo>
                <a:lnTo>
                  <a:pt x="89273" y="520326"/>
                </a:lnTo>
                <a:lnTo>
                  <a:pt x="58808" y="484810"/>
                </a:lnTo>
                <a:lnTo>
                  <a:pt x="34021" y="444873"/>
                </a:lnTo>
                <a:lnTo>
                  <a:pt x="15538" y="401140"/>
                </a:lnTo>
                <a:lnTo>
                  <a:pt x="3989" y="354240"/>
                </a:lnTo>
                <a:lnTo>
                  <a:pt x="0" y="304799"/>
                </a:lnTo>
                <a:close/>
              </a:path>
            </a:pathLst>
          </a:custGeom>
          <a:ln w="28574">
            <a:solidFill>
              <a:srgbClr val="164052"/>
            </a:solidFill>
          </a:ln>
        </p:spPr>
        <p:txBody>
          <a:bodyPr wrap="square" lIns="0" tIns="0" rIns="0" bIns="0" rtlCol="0"/>
          <a:lstStyle/>
          <a:p>
            <a:endParaRPr/>
          </a:p>
        </p:txBody>
      </p:sp>
      <p:sp>
        <p:nvSpPr>
          <p:cNvPr id="2" name="Holder 2"/>
          <p:cNvSpPr>
            <a:spLocks noGrp="1"/>
          </p:cNvSpPr>
          <p:nvPr>
            <p:ph type="title"/>
          </p:nvPr>
        </p:nvSpPr>
        <p:spPr>
          <a:xfrm>
            <a:off x="1054048" y="98310"/>
            <a:ext cx="8572603" cy="574040"/>
          </a:xfrm>
          <a:prstGeom prst="rect">
            <a:avLst/>
          </a:prstGeom>
        </p:spPr>
        <p:txBody>
          <a:bodyPr wrap="square" lIns="0" tIns="0" rIns="0" bIns="0">
            <a:spAutoFit/>
          </a:bodyPr>
          <a:lstStyle>
            <a:lvl1pPr>
              <a:defRPr sz="3600" b="0" i="0">
                <a:solidFill>
                  <a:srgbClr val="164052"/>
                </a:solidFill>
                <a:latin typeface="Calibri"/>
                <a:cs typeface="Calibri"/>
              </a:defRPr>
            </a:lvl1pPr>
          </a:lstStyle>
          <a:p>
            <a:endParaRPr/>
          </a:p>
        </p:txBody>
      </p:sp>
      <p:sp>
        <p:nvSpPr>
          <p:cNvPr id="3" name="Holder 3"/>
          <p:cNvSpPr>
            <a:spLocks noGrp="1"/>
          </p:cNvSpPr>
          <p:nvPr>
            <p:ph type="body" idx="1"/>
          </p:nvPr>
        </p:nvSpPr>
        <p:spPr>
          <a:xfrm>
            <a:off x="577672" y="1588692"/>
            <a:ext cx="9131300" cy="4600575"/>
          </a:xfrm>
          <a:prstGeom prst="rect">
            <a:avLst/>
          </a:prstGeom>
        </p:spPr>
        <p:txBody>
          <a:bodyPr wrap="square" lIns="0" tIns="0" rIns="0" bIns="0">
            <a:spAutoFit/>
          </a:bodyPr>
          <a:lstStyle>
            <a:lvl1pPr>
              <a:defRPr sz="2300" b="0" i="0">
                <a:solidFill>
                  <a:srgbClr val="262E37"/>
                </a:solidFill>
                <a:latin typeface="Calibri"/>
                <a:cs typeface="Calibri"/>
              </a:defRPr>
            </a:lvl1pPr>
          </a:lstStyle>
          <a:p>
            <a:endParaRPr/>
          </a:p>
        </p:txBody>
      </p:sp>
      <p:sp>
        <p:nvSpPr>
          <p:cNvPr id="4" name="Holder 4"/>
          <p:cNvSpPr>
            <a:spLocks noGrp="1"/>
          </p:cNvSpPr>
          <p:nvPr>
            <p:ph type="ftr" sz="quarter" idx="5"/>
          </p:nvPr>
        </p:nvSpPr>
        <p:spPr>
          <a:xfrm>
            <a:off x="3631438" y="7027545"/>
            <a:ext cx="3417824" cy="37782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34035" y="7027545"/>
            <a:ext cx="2456561" cy="37782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11/13/2025</a:t>
            </a:fld>
            <a:endParaRPr lang="en-US"/>
          </a:p>
        </p:txBody>
      </p:sp>
      <p:sp>
        <p:nvSpPr>
          <p:cNvPr id="6" name="Holder 6"/>
          <p:cNvSpPr>
            <a:spLocks noGrp="1"/>
          </p:cNvSpPr>
          <p:nvPr>
            <p:ph type="sldNum" sz="quarter" idx="7"/>
          </p:nvPr>
        </p:nvSpPr>
        <p:spPr>
          <a:xfrm>
            <a:off x="10128292" y="7180453"/>
            <a:ext cx="343534" cy="217804"/>
          </a:xfrm>
          <a:prstGeom prst="rect">
            <a:avLst/>
          </a:prstGeom>
        </p:spPr>
        <p:txBody>
          <a:bodyPr wrap="square" lIns="0" tIns="0" rIns="0" bIns="0">
            <a:spAutoFit/>
          </a:bodyPr>
          <a:lstStyle>
            <a:lvl1pPr>
              <a:defRPr sz="1200" b="0" i="0">
                <a:solidFill>
                  <a:schemeClr val="bg1"/>
                </a:solidFill>
                <a:latin typeface="Calibri"/>
                <a:cs typeface="Calibri"/>
              </a:defRPr>
            </a:lvl1pPr>
          </a:lstStyle>
          <a:p>
            <a:pPr marL="80010">
              <a:lnSpc>
                <a:spcPct val="100000"/>
              </a:lnSpc>
              <a:spcBef>
                <a:spcPts val="65"/>
              </a:spcBef>
            </a:pPr>
            <a:fld id="{81D60167-4931-47E6-BA6A-407CBD079E47}" type="slidenum">
              <a:rPr spc="-25" dirty="0"/>
              <a:t>‹N°›</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3FB4E19-B10C-43FA-AB4B-5D0396BD64D8}"/>
              </a:ext>
            </a:extLst>
          </p:cNvPr>
          <p:cNvSpPr>
            <a:spLocks noGrp="1"/>
          </p:cNvSpPr>
          <p:nvPr>
            <p:ph type="dt" sz="half" idx="2"/>
          </p:nvPr>
        </p:nvSpPr>
        <p:spPr>
          <a:xfrm>
            <a:off x="734298" y="7003756"/>
            <a:ext cx="2403158" cy="402314"/>
          </a:xfrm>
          <a:prstGeom prst="rect">
            <a:avLst/>
          </a:prstGeom>
        </p:spPr>
        <p:txBody>
          <a:bodyPr vert="horz" lIns="91440" tIns="45720" rIns="91440" bIns="45720" rtlCol="0" anchor="ctr"/>
          <a:lstStyle>
            <a:lvl1pPr algn="l">
              <a:defRPr sz="876" cap="all" spc="131" baseline="0">
                <a:solidFill>
                  <a:schemeClr val="tx1">
                    <a:tint val="75000"/>
                  </a:schemeClr>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3E5C552B-0CAD-4920-B258-233A9F86DF91}"/>
              </a:ext>
            </a:extLst>
          </p:cNvPr>
          <p:cNvSpPr>
            <a:spLocks noGrp="1"/>
          </p:cNvSpPr>
          <p:nvPr>
            <p:ph type="ftr" sz="quarter" idx="3"/>
          </p:nvPr>
        </p:nvSpPr>
        <p:spPr>
          <a:xfrm>
            <a:off x="3537982" y="7003756"/>
            <a:ext cx="3604736" cy="402314"/>
          </a:xfrm>
          <a:prstGeom prst="rect">
            <a:avLst/>
          </a:prstGeom>
        </p:spPr>
        <p:txBody>
          <a:bodyPr vert="horz" lIns="91440" tIns="45720" rIns="91440" bIns="45720" rtlCol="0" anchor="ctr"/>
          <a:lstStyle>
            <a:lvl1pPr algn="ctr">
              <a:defRPr sz="876" cap="all" spc="131" baseline="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CE983FFB-15A3-4B11-A130-4565577A3F7F}"/>
              </a:ext>
            </a:extLst>
          </p:cNvPr>
          <p:cNvSpPr>
            <a:spLocks noGrp="1"/>
          </p:cNvSpPr>
          <p:nvPr>
            <p:ph type="sldNum" sz="quarter" idx="4"/>
          </p:nvPr>
        </p:nvSpPr>
        <p:spPr>
          <a:xfrm>
            <a:off x="7543244" y="7003756"/>
            <a:ext cx="2403158" cy="402314"/>
          </a:xfrm>
          <a:prstGeom prst="rect">
            <a:avLst/>
          </a:prstGeom>
        </p:spPr>
        <p:txBody>
          <a:bodyPr vert="horz" lIns="91440" tIns="45720" rIns="91440" bIns="45720" rtlCol="0" anchor="ctr"/>
          <a:lstStyle>
            <a:lvl1pPr algn="r">
              <a:defRPr sz="876" cap="all" spc="131" baseline="0">
                <a:solidFill>
                  <a:schemeClr val="tx1">
                    <a:tint val="75000"/>
                  </a:schemeClr>
                </a:solidFill>
              </a:defRPr>
            </a:lvl1pPr>
          </a:lstStyle>
          <a:p>
            <a:fld id="{F91729D4-A164-47A3-830D-E792BCE699E4}" type="slidenum">
              <a:rPr lang="en-US" smtClean="0"/>
              <a:pPr/>
              <a:t>‹N°›</a:t>
            </a:fld>
            <a:endParaRPr lang="en-US" dirty="0"/>
          </a:p>
        </p:txBody>
      </p:sp>
    </p:spTree>
    <p:extLst>
      <p:ext uri="{BB962C8B-B14F-4D97-AF65-F5344CB8AC3E}">
        <p14:creationId xmlns:p14="http://schemas.microsoft.com/office/powerpoint/2010/main" val="2086943173"/>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Lst>
  <p:hf hdr="0" dt="0"/>
  <p:txStyles>
    <p:titleStyle>
      <a:lvl1pPr algn="l" defTabSz="801014" rtl="0" eaLnBrk="1" latinLnBrk="0" hangingPunct="1">
        <a:lnSpc>
          <a:spcPct val="90000"/>
        </a:lnSpc>
        <a:spcBef>
          <a:spcPct val="0"/>
        </a:spcBef>
        <a:buNone/>
        <a:defRPr sz="3854" kern="1200">
          <a:solidFill>
            <a:schemeClr val="tx1"/>
          </a:solidFill>
          <a:latin typeface="+mj-lt"/>
          <a:ea typeface="+mj-ea"/>
          <a:cs typeface="+mj-cs"/>
        </a:defRPr>
      </a:lvl1pPr>
    </p:titleStyle>
    <p:bodyStyle>
      <a:lvl1pPr marL="200254" indent="-200254" algn="l" defTabSz="801014" rtl="0" eaLnBrk="1" latinLnBrk="0" hangingPunct="1">
        <a:lnSpc>
          <a:spcPct val="90000"/>
        </a:lnSpc>
        <a:spcBef>
          <a:spcPts val="876"/>
        </a:spcBef>
        <a:buFont typeface="Arial" panose="020B0604020202020204" pitchFamily="34" charset="0"/>
        <a:buChar char="•"/>
        <a:defRPr sz="2453" kern="1200">
          <a:solidFill>
            <a:schemeClr val="tx1"/>
          </a:solidFill>
          <a:latin typeface="+mn-lt"/>
          <a:ea typeface="+mn-ea"/>
          <a:cs typeface="+mn-cs"/>
        </a:defRPr>
      </a:lvl1pPr>
      <a:lvl2pPr marL="600761" indent="-200254" algn="l" defTabSz="801014" rtl="0" eaLnBrk="1" latinLnBrk="0" hangingPunct="1">
        <a:lnSpc>
          <a:spcPct val="90000"/>
        </a:lnSpc>
        <a:spcBef>
          <a:spcPts val="438"/>
        </a:spcBef>
        <a:buFont typeface="Arial" panose="020B0604020202020204" pitchFamily="34" charset="0"/>
        <a:buChar char="•"/>
        <a:defRPr sz="2102" kern="1200">
          <a:solidFill>
            <a:schemeClr val="tx1"/>
          </a:solidFill>
          <a:latin typeface="+mn-lt"/>
          <a:ea typeface="+mn-ea"/>
          <a:cs typeface="+mn-cs"/>
        </a:defRPr>
      </a:lvl2pPr>
      <a:lvl3pPr marL="1001268" indent="-200254" algn="l" defTabSz="801014" rtl="0" eaLnBrk="1" latinLnBrk="0" hangingPunct="1">
        <a:lnSpc>
          <a:spcPct val="90000"/>
        </a:lnSpc>
        <a:spcBef>
          <a:spcPts val="438"/>
        </a:spcBef>
        <a:buFont typeface="Arial" panose="020B0604020202020204" pitchFamily="34" charset="0"/>
        <a:buChar char="•"/>
        <a:defRPr sz="1752" kern="1200">
          <a:solidFill>
            <a:schemeClr val="tx1"/>
          </a:solidFill>
          <a:latin typeface="+mn-lt"/>
          <a:ea typeface="+mn-ea"/>
          <a:cs typeface="+mn-cs"/>
        </a:defRPr>
      </a:lvl3pPr>
      <a:lvl4pPr marL="1401775" indent="-200254" algn="l" defTabSz="801014" rtl="0" eaLnBrk="1" latinLnBrk="0" hangingPunct="1">
        <a:lnSpc>
          <a:spcPct val="90000"/>
        </a:lnSpc>
        <a:spcBef>
          <a:spcPts val="438"/>
        </a:spcBef>
        <a:buFont typeface="Arial" panose="020B0604020202020204" pitchFamily="34" charset="0"/>
        <a:buChar char="•"/>
        <a:defRPr sz="1577" kern="1200">
          <a:solidFill>
            <a:schemeClr val="tx1"/>
          </a:solidFill>
          <a:latin typeface="+mn-lt"/>
          <a:ea typeface="+mn-ea"/>
          <a:cs typeface="+mn-cs"/>
        </a:defRPr>
      </a:lvl4pPr>
      <a:lvl5pPr marL="1802282" indent="-200254" algn="l" defTabSz="801014" rtl="0" eaLnBrk="1" latinLnBrk="0" hangingPunct="1">
        <a:lnSpc>
          <a:spcPct val="90000"/>
        </a:lnSpc>
        <a:spcBef>
          <a:spcPts val="438"/>
        </a:spcBef>
        <a:buFont typeface="Arial" panose="020B0604020202020204" pitchFamily="34" charset="0"/>
        <a:buChar char="•"/>
        <a:defRPr sz="1577" kern="1200">
          <a:solidFill>
            <a:schemeClr val="tx1"/>
          </a:solidFill>
          <a:latin typeface="+mn-lt"/>
          <a:ea typeface="+mn-ea"/>
          <a:cs typeface="+mn-cs"/>
        </a:defRPr>
      </a:lvl5pPr>
      <a:lvl6pPr marL="2202790" indent="-200254" algn="l" defTabSz="801014" rtl="0" eaLnBrk="1" latinLnBrk="0" hangingPunct="1">
        <a:lnSpc>
          <a:spcPct val="90000"/>
        </a:lnSpc>
        <a:spcBef>
          <a:spcPts val="438"/>
        </a:spcBef>
        <a:buFont typeface="Arial" panose="020B0604020202020204" pitchFamily="34" charset="0"/>
        <a:buChar char="•"/>
        <a:defRPr sz="1577" kern="1200">
          <a:solidFill>
            <a:schemeClr val="tx1"/>
          </a:solidFill>
          <a:latin typeface="+mn-lt"/>
          <a:ea typeface="+mn-ea"/>
          <a:cs typeface="+mn-cs"/>
        </a:defRPr>
      </a:lvl6pPr>
      <a:lvl7pPr marL="2603297" indent="-200254" algn="l" defTabSz="801014" rtl="0" eaLnBrk="1" latinLnBrk="0" hangingPunct="1">
        <a:lnSpc>
          <a:spcPct val="90000"/>
        </a:lnSpc>
        <a:spcBef>
          <a:spcPts val="438"/>
        </a:spcBef>
        <a:buFont typeface="Arial" panose="020B0604020202020204" pitchFamily="34" charset="0"/>
        <a:buChar char="•"/>
        <a:defRPr sz="1577" kern="1200">
          <a:solidFill>
            <a:schemeClr val="tx1"/>
          </a:solidFill>
          <a:latin typeface="+mn-lt"/>
          <a:ea typeface="+mn-ea"/>
          <a:cs typeface="+mn-cs"/>
        </a:defRPr>
      </a:lvl7pPr>
      <a:lvl8pPr marL="3003804" indent="-200254" algn="l" defTabSz="801014" rtl="0" eaLnBrk="1" latinLnBrk="0" hangingPunct="1">
        <a:lnSpc>
          <a:spcPct val="90000"/>
        </a:lnSpc>
        <a:spcBef>
          <a:spcPts val="438"/>
        </a:spcBef>
        <a:buFont typeface="Arial" panose="020B0604020202020204" pitchFamily="34" charset="0"/>
        <a:buChar char="•"/>
        <a:defRPr sz="1577" kern="1200">
          <a:solidFill>
            <a:schemeClr val="tx1"/>
          </a:solidFill>
          <a:latin typeface="+mn-lt"/>
          <a:ea typeface="+mn-ea"/>
          <a:cs typeface="+mn-cs"/>
        </a:defRPr>
      </a:lvl8pPr>
      <a:lvl9pPr marL="3404311" indent="-200254" algn="l" defTabSz="801014" rtl="0" eaLnBrk="1" latinLnBrk="0" hangingPunct="1">
        <a:lnSpc>
          <a:spcPct val="90000"/>
        </a:lnSpc>
        <a:spcBef>
          <a:spcPts val="438"/>
        </a:spcBef>
        <a:buFont typeface="Arial" panose="020B0604020202020204" pitchFamily="34" charset="0"/>
        <a:buChar char="•"/>
        <a:defRPr sz="1577" kern="1200">
          <a:solidFill>
            <a:schemeClr val="tx1"/>
          </a:solidFill>
          <a:latin typeface="+mn-lt"/>
          <a:ea typeface="+mn-ea"/>
          <a:cs typeface="+mn-cs"/>
        </a:defRPr>
      </a:lvl9pPr>
    </p:bodyStyle>
    <p:otherStyle>
      <a:defPPr>
        <a:defRPr lang="en-US"/>
      </a:defPPr>
      <a:lvl1pPr marL="0" algn="l" defTabSz="801014" rtl="0" eaLnBrk="1" latinLnBrk="0" hangingPunct="1">
        <a:defRPr sz="1577" kern="1200">
          <a:solidFill>
            <a:schemeClr val="tx1"/>
          </a:solidFill>
          <a:latin typeface="+mn-lt"/>
          <a:ea typeface="+mn-ea"/>
          <a:cs typeface="+mn-cs"/>
        </a:defRPr>
      </a:lvl1pPr>
      <a:lvl2pPr marL="400507" algn="l" defTabSz="801014" rtl="0" eaLnBrk="1" latinLnBrk="0" hangingPunct="1">
        <a:defRPr sz="1577" kern="1200">
          <a:solidFill>
            <a:schemeClr val="tx1"/>
          </a:solidFill>
          <a:latin typeface="+mn-lt"/>
          <a:ea typeface="+mn-ea"/>
          <a:cs typeface="+mn-cs"/>
        </a:defRPr>
      </a:lvl2pPr>
      <a:lvl3pPr marL="801014" algn="l" defTabSz="801014" rtl="0" eaLnBrk="1" latinLnBrk="0" hangingPunct="1">
        <a:defRPr sz="1577" kern="1200">
          <a:solidFill>
            <a:schemeClr val="tx1"/>
          </a:solidFill>
          <a:latin typeface="+mn-lt"/>
          <a:ea typeface="+mn-ea"/>
          <a:cs typeface="+mn-cs"/>
        </a:defRPr>
      </a:lvl3pPr>
      <a:lvl4pPr marL="1201522" algn="l" defTabSz="801014" rtl="0" eaLnBrk="1" latinLnBrk="0" hangingPunct="1">
        <a:defRPr sz="1577" kern="1200">
          <a:solidFill>
            <a:schemeClr val="tx1"/>
          </a:solidFill>
          <a:latin typeface="+mn-lt"/>
          <a:ea typeface="+mn-ea"/>
          <a:cs typeface="+mn-cs"/>
        </a:defRPr>
      </a:lvl4pPr>
      <a:lvl5pPr marL="1602029" algn="l" defTabSz="801014" rtl="0" eaLnBrk="1" latinLnBrk="0" hangingPunct="1">
        <a:defRPr sz="1577" kern="1200">
          <a:solidFill>
            <a:schemeClr val="tx1"/>
          </a:solidFill>
          <a:latin typeface="+mn-lt"/>
          <a:ea typeface="+mn-ea"/>
          <a:cs typeface="+mn-cs"/>
        </a:defRPr>
      </a:lvl5pPr>
      <a:lvl6pPr marL="2002536" algn="l" defTabSz="801014" rtl="0" eaLnBrk="1" latinLnBrk="0" hangingPunct="1">
        <a:defRPr sz="1577" kern="1200">
          <a:solidFill>
            <a:schemeClr val="tx1"/>
          </a:solidFill>
          <a:latin typeface="+mn-lt"/>
          <a:ea typeface="+mn-ea"/>
          <a:cs typeface="+mn-cs"/>
        </a:defRPr>
      </a:lvl6pPr>
      <a:lvl7pPr marL="2403043" algn="l" defTabSz="801014" rtl="0" eaLnBrk="1" latinLnBrk="0" hangingPunct="1">
        <a:defRPr sz="1577" kern="1200">
          <a:solidFill>
            <a:schemeClr val="tx1"/>
          </a:solidFill>
          <a:latin typeface="+mn-lt"/>
          <a:ea typeface="+mn-ea"/>
          <a:cs typeface="+mn-cs"/>
        </a:defRPr>
      </a:lvl7pPr>
      <a:lvl8pPr marL="2803550" algn="l" defTabSz="801014" rtl="0" eaLnBrk="1" latinLnBrk="0" hangingPunct="1">
        <a:defRPr sz="1577" kern="1200">
          <a:solidFill>
            <a:schemeClr val="tx1"/>
          </a:solidFill>
          <a:latin typeface="+mn-lt"/>
          <a:ea typeface="+mn-ea"/>
          <a:cs typeface="+mn-cs"/>
        </a:defRPr>
      </a:lvl8pPr>
      <a:lvl9pPr marL="3204058" algn="l" defTabSz="801014" rtl="0" eaLnBrk="1" latinLnBrk="0" hangingPunct="1">
        <a:defRPr sz="157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devops.com/2016/03/17/what-devops-is-not/" TargetMode="Externa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jpg"/><Relationship Id="rId4" Type="http://schemas.openxmlformats.org/officeDocument/2006/relationships/image" Target="../media/image11.jp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2.xml"/><Relationship Id="rId4" Type="http://schemas.openxmlformats.org/officeDocument/2006/relationships/image" Target="../media/image21.jp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2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18" Type="http://schemas.openxmlformats.org/officeDocument/2006/relationships/image" Target="../media/image53.png"/><Relationship Id="rId3" Type="http://schemas.openxmlformats.org/officeDocument/2006/relationships/image" Target="../media/image38.png"/><Relationship Id="rId21" Type="http://schemas.openxmlformats.org/officeDocument/2006/relationships/image" Target="../media/image56.png"/><Relationship Id="rId7" Type="http://schemas.openxmlformats.org/officeDocument/2006/relationships/image" Target="../media/image42.png"/><Relationship Id="rId12" Type="http://schemas.openxmlformats.org/officeDocument/2006/relationships/image" Target="../media/image47.png"/><Relationship Id="rId17" Type="http://schemas.openxmlformats.org/officeDocument/2006/relationships/image" Target="../media/image52.png"/><Relationship Id="rId25" Type="http://schemas.openxmlformats.org/officeDocument/2006/relationships/image" Target="../media/image59.png"/><Relationship Id="rId2" Type="http://schemas.openxmlformats.org/officeDocument/2006/relationships/image" Target="../media/image37.png"/><Relationship Id="rId16" Type="http://schemas.openxmlformats.org/officeDocument/2006/relationships/image" Target="../media/image51.jpeg"/><Relationship Id="rId20"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46.png"/><Relationship Id="rId24" Type="http://schemas.openxmlformats.org/officeDocument/2006/relationships/image" Target="../media/image58.emf"/><Relationship Id="rId5" Type="http://schemas.openxmlformats.org/officeDocument/2006/relationships/image" Target="../media/image40.png"/><Relationship Id="rId15" Type="http://schemas.openxmlformats.org/officeDocument/2006/relationships/image" Target="../media/image50.png"/><Relationship Id="rId23" Type="http://schemas.openxmlformats.org/officeDocument/2006/relationships/oleObject" Target="../embeddings/oleObject1.bin"/><Relationship Id="rId10" Type="http://schemas.openxmlformats.org/officeDocument/2006/relationships/image" Target="../media/image45.png"/><Relationship Id="rId19" Type="http://schemas.openxmlformats.org/officeDocument/2006/relationships/image" Target="../media/image54.png"/><Relationship Id="rId4" Type="http://schemas.openxmlformats.org/officeDocument/2006/relationships/image" Target="../media/image39.png"/><Relationship Id="rId9" Type="http://schemas.openxmlformats.org/officeDocument/2006/relationships/image" Target="../media/image44.png"/><Relationship Id="rId14" Type="http://schemas.openxmlformats.org/officeDocument/2006/relationships/image" Target="../media/image49.png"/><Relationship Id="rId22" Type="http://schemas.openxmlformats.org/officeDocument/2006/relationships/image" Target="../media/image57.png"/></Relationships>
</file>

<file path=ppt/slides/_rels/slide2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pkg.jenkins.io/debian-stable%20binary/"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localhost:8080/"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image" Target="../media/image83.png"/></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85.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D64C50-A740-468A-8AB6-F949358D80A6}"/>
              </a:ext>
            </a:extLst>
          </p:cNvPr>
          <p:cNvSpPr>
            <a:spLocks noGrp="1"/>
          </p:cNvSpPr>
          <p:nvPr>
            <p:ph type="title"/>
          </p:nvPr>
        </p:nvSpPr>
        <p:spPr>
          <a:xfrm>
            <a:off x="351482" y="1891232"/>
            <a:ext cx="4531667" cy="2507428"/>
          </a:xfrm>
        </p:spPr>
        <p:txBody>
          <a:bodyPr/>
          <a:lstStyle/>
          <a:p>
            <a:pPr>
              <a:lnSpc>
                <a:spcPct val="150000"/>
              </a:lnSpc>
            </a:pPr>
            <a:r>
              <a:rPr lang="en-US" sz="4730" dirty="0">
                <a:solidFill>
                  <a:schemeClr val="accent2">
                    <a:lumMod val="75000"/>
                  </a:schemeClr>
                </a:solidFill>
                <a:latin typeface="Bahnschrift" panose="020B0502040204020203" pitchFamily="34" charset="0"/>
              </a:rPr>
              <a:t>Jenkins</a:t>
            </a:r>
            <a:br>
              <a:rPr lang="en-US" sz="4730" dirty="0">
                <a:solidFill>
                  <a:schemeClr val="accent2">
                    <a:lumMod val="75000"/>
                  </a:schemeClr>
                </a:solidFill>
                <a:latin typeface="Bahnschrift" panose="020B0502040204020203" pitchFamily="34" charset="0"/>
              </a:rPr>
            </a:br>
            <a:r>
              <a:rPr lang="fr-FR" sz="3154" dirty="0">
                <a:solidFill>
                  <a:schemeClr val="accent2">
                    <a:lumMod val="75000"/>
                  </a:schemeClr>
                </a:solidFill>
                <a:latin typeface="Bahnschrift" panose="020B0502040204020203" pitchFamily="34" charset="0"/>
              </a:rPr>
              <a:t>créer et gérer des pipelines CI/CD</a:t>
            </a:r>
            <a:endParaRPr lang="en-US" sz="3154" dirty="0">
              <a:solidFill>
                <a:schemeClr val="accent2">
                  <a:lumMod val="75000"/>
                </a:schemeClr>
              </a:solidFill>
              <a:latin typeface="Bahnschrift" panose="020B0502040204020203" pitchFamily="34" charset="0"/>
            </a:endParaRPr>
          </a:p>
        </p:txBody>
      </p:sp>
      <p:sp>
        <p:nvSpPr>
          <p:cNvPr id="5" name="Text Placeholder 4">
            <a:extLst>
              <a:ext uri="{FF2B5EF4-FFF2-40B4-BE49-F238E27FC236}">
                <a16:creationId xmlns:a16="http://schemas.microsoft.com/office/drawing/2014/main" id="{28F94A06-38B8-4C8F-ABF0-FB763704D01F}"/>
              </a:ext>
            </a:extLst>
          </p:cNvPr>
          <p:cNvSpPr>
            <a:spLocks noGrp="1"/>
          </p:cNvSpPr>
          <p:nvPr>
            <p:ph type="body" sz="quarter" idx="10"/>
          </p:nvPr>
        </p:nvSpPr>
        <p:spPr>
          <a:xfrm>
            <a:off x="600646" y="5652715"/>
            <a:ext cx="4624198" cy="541518"/>
          </a:xfrm>
        </p:spPr>
        <p:txBody>
          <a:bodyPr/>
          <a:lstStyle/>
          <a:p>
            <a:r>
              <a:rPr lang="en-US"/>
              <a:t>BETTAIEB Mohamed Ali</a:t>
            </a:r>
            <a:endParaRPr lang="en-US" dirty="0"/>
          </a:p>
        </p:txBody>
      </p:sp>
      <p:sp>
        <p:nvSpPr>
          <p:cNvPr id="34" name="Rectangle 33">
            <a:extLst>
              <a:ext uri="{FF2B5EF4-FFF2-40B4-BE49-F238E27FC236}">
                <a16:creationId xmlns:a16="http://schemas.microsoft.com/office/drawing/2014/main" id="{106CDEB7-77E8-4351-9B76-07896E7317C0}"/>
              </a:ext>
              <a:ext uri="{C183D7F6-B498-43B3-948B-1728B52AA6E4}">
                <adec:decorative xmlns:adec="http://schemas.microsoft.com/office/drawing/2017/decorative" val="1"/>
              </a:ext>
            </a:extLst>
          </p:cNvPr>
          <p:cNvSpPr/>
          <p:nvPr/>
        </p:nvSpPr>
        <p:spPr>
          <a:xfrm>
            <a:off x="4883150" y="0"/>
            <a:ext cx="4267199" cy="75565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01014" rtl="0"/>
            <a:endParaRPr lang="en-US" sz="1577" kern="1200" dirty="0">
              <a:solidFill>
                <a:prstClr val="white"/>
              </a:solidFill>
              <a:latin typeface="Segoe UI Light"/>
            </a:endParaRPr>
          </a:p>
        </p:txBody>
      </p:sp>
      <p:pic>
        <p:nvPicPr>
          <p:cNvPr id="6" name="Picture 5">
            <a:extLst>
              <a:ext uri="{FF2B5EF4-FFF2-40B4-BE49-F238E27FC236}">
                <a16:creationId xmlns:a16="http://schemas.microsoft.com/office/drawing/2014/main" id="{38B8DCA1-F07F-3292-17C8-D607EEA2D548}"/>
              </a:ext>
            </a:extLst>
          </p:cNvPr>
          <p:cNvPicPr>
            <a:picLocks noChangeAspect="1"/>
          </p:cNvPicPr>
          <p:nvPr/>
        </p:nvPicPr>
        <p:blipFill>
          <a:blip r:embed="rId2"/>
          <a:stretch>
            <a:fillRect/>
          </a:stretch>
        </p:blipFill>
        <p:spPr>
          <a:xfrm>
            <a:off x="4883150" y="1988996"/>
            <a:ext cx="5790051" cy="3237054"/>
          </a:xfrm>
          <a:prstGeom prst="rect">
            <a:avLst/>
          </a:prstGeom>
        </p:spPr>
      </p:pic>
    </p:spTree>
    <p:extLst>
      <p:ext uri="{BB962C8B-B14F-4D97-AF65-F5344CB8AC3E}">
        <p14:creationId xmlns:p14="http://schemas.microsoft.com/office/powerpoint/2010/main" val="5640044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761" y="-4762"/>
            <a:ext cx="3516312" cy="7566025"/>
            <a:chOff x="-4762" y="-4762"/>
            <a:chExt cx="5066665" cy="7566025"/>
          </a:xfrm>
          <a:solidFill>
            <a:schemeClr val="tx2">
              <a:lumMod val="75000"/>
            </a:schemeClr>
          </a:solidFill>
        </p:grpSpPr>
        <p:sp>
          <p:nvSpPr>
            <p:cNvPr id="3" name="object 3"/>
            <p:cNvSpPr/>
            <p:nvPr/>
          </p:nvSpPr>
          <p:spPr>
            <a:xfrm>
              <a:off x="0" y="0"/>
              <a:ext cx="4829175" cy="7556500"/>
            </a:xfrm>
            <a:custGeom>
              <a:avLst/>
              <a:gdLst/>
              <a:ahLst/>
              <a:cxnLst/>
              <a:rect l="l" t="t" r="r" b="b"/>
              <a:pathLst>
                <a:path w="4829175" h="7556500">
                  <a:moveTo>
                    <a:pt x="0" y="7556499"/>
                  </a:moveTo>
                  <a:lnTo>
                    <a:pt x="4828930" y="7556499"/>
                  </a:lnTo>
                  <a:lnTo>
                    <a:pt x="4828930" y="0"/>
                  </a:lnTo>
                  <a:lnTo>
                    <a:pt x="0" y="0"/>
                  </a:lnTo>
                  <a:lnTo>
                    <a:pt x="0" y="7556499"/>
                  </a:lnTo>
                  <a:close/>
                </a:path>
              </a:pathLst>
            </a:custGeom>
            <a:grpFill/>
          </p:spPr>
          <p:txBody>
            <a:bodyPr wrap="square" lIns="0" tIns="0" rIns="0" bIns="0" rtlCol="0"/>
            <a:lstStyle/>
            <a:p>
              <a:endParaRPr/>
            </a:p>
          </p:txBody>
        </p:sp>
        <p:sp>
          <p:nvSpPr>
            <p:cNvPr id="4" name="object 4"/>
            <p:cNvSpPr/>
            <p:nvPr/>
          </p:nvSpPr>
          <p:spPr>
            <a:xfrm>
              <a:off x="0" y="0"/>
              <a:ext cx="4885055" cy="7556500"/>
            </a:xfrm>
            <a:custGeom>
              <a:avLst/>
              <a:gdLst/>
              <a:ahLst/>
              <a:cxnLst/>
              <a:rect l="l" t="t" r="r" b="b"/>
              <a:pathLst>
                <a:path w="4885055" h="7556500">
                  <a:moveTo>
                    <a:pt x="0" y="0"/>
                  </a:moveTo>
                  <a:lnTo>
                    <a:pt x="4885024" y="0"/>
                  </a:lnTo>
                  <a:lnTo>
                    <a:pt x="4885024" y="7556499"/>
                  </a:lnTo>
                </a:path>
                <a:path w="4885055" h="7556500">
                  <a:moveTo>
                    <a:pt x="0" y="7556499"/>
                  </a:moveTo>
                  <a:lnTo>
                    <a:pt x="0" y="0"/>
                  </a:lnTo>
                </a:path>
              </a:pathLst>
            </a:custGeom>
            <a:grpFill/>
            <a:ln w="9524">
              <a:solidFill>
                <a:srgbClr val="164052"/>
              </a:solidFill>
            </a:ln>
          </p:spPr>
          <p:txBody>
            <a:bodyPr wrap="square" lIns="0" tIns="0" rIns="0" bIns="0" rtlCol="0"/>
            <a:lstStyle/>
            <a:p>
              <a:endParaRPr/>
            </a:p>
          </p:txBody>
        </p:sp>
        <p:sp>
          <p:nvSpPr>
            <p:cNvPr id="5" name="object 5"/>
            <p:cNvSpPr/>
            <p:nvPr/>
          </p:nvSpPr>
          <p:spPr>
            <a:xfrm>
              <a:off x="4828930" y="0"/>
              <a:ext cx="233045" cy="7556500"/>
            </a:xfrm>
            <a:custGeom>
              <a:avLst/>
              <a:gdLst/>
              <a:ahLst/>
              <a:cxnLst/>
              <a:rect l="l" t="t" r="r" b="b"/>
              <a:pathLst>
                <a:path w="233045" h="7556500">
                  <a:moveTo>
                    <a:pt x="0" y="0"/>
                  </a:moveTo>
                  <a:lnTo>
                    <a:pt x="232712" y="0"/>
                  </a:lnTo>
                  <a:lnTo>
                    <a:pt x="232712" y="7556499"/>
                  </a:lnTo>
                  <a:lnTo>
                    <a:pt x="0" y="7556499"/>
                  </a:lnTo>
                  <a:lnTo>
                    <a:pt x="0" y="0"/>
                  </a:lnTo>
                  <a:close/>
                </a:path>
              </a:pathLst>
            </a:custGeom>
            <a:solidFill>
              <a:schemeClr val="accent3">
                <a:lumMod val="75000"/>
              </a:schemeClr>
            </a:solidFill>
          </p:spPr>
          <p:txBody>
            <a:bodyPr wrap="square" lIns="0" tIns="0" rIns="0" bIns="0" rtlCol="0"/>
            <a:lstStyle/>
            <a:p>
              <a:endParaRPr/>
            </a:p>
          </p:txBody>
        </p:sp>
      </p:grpSp>
      <p:sp>
        <p:nvSpPr>
          <p:cNvPr id="6" name="object 6"/>
          <p:cNvSpPr txBox="1"/>
          <p:nvPr/>
        </p:nvSpPr>
        <p:spPr>
          <a:xfrm>
            <a:off x="614045" y="2642525"/>
            <a:ext cx="2287905" cy="574040"/>
          </a:xfrm>
          <a:prstGeom prst="rect">
            <a:avLst/>
          </a:prstGeom>
        </p:spPr>
        <p:txBody>
          <a:bodyPr vert="horz" wrap="square" lIns="0" tIns="12700" rIns="0" bIns="0" rtlCol="0">
            <a:spAutoFit/>
          </a:bodyPr>
          <a:lstStyle/>
          <a:p>
            <a:pPr marL="12700">
              <a:lnSpc>
                <a:spcPct val="100000"/>
              </a:lnSpc>
              <a:spcBef>
                <a:spcPts val="100"/>
              </a:spcBef>
            </a:pPr>
            <a:r>
              <a:rPr sz="3600" b="1" spc="204" dirty="0">
                <a:solidFill>
                  <a:srgbClr val="FFFFFF"/>
                </a:solidFill>
                <a:latin typeface="Calibri"/>
                <a:cs typeface="Calibri"/>
              </a:rPr>
              <a:t>Calendrier</a:t>
            </a:r>
            <a:endParaRPr sz="3600" dirty="0">
              <a:latin typeface="Calibri"/>
              <a:cs typeface="Calibri"/>
            </a:endParaRPr>
          </a:p>
        </p:txBody>
      </p:sp>
      <p:sp>
        <p:nvSpPr>
          <p:cNvPr id="7" name="object 7"/>
          <p:cNvSpPr txBox="1"/>
          <p:nvPr/>
        </p:nvSpPr>
        <p:spPr>
          <a:xfrm>
            <a:off x="4071435" y="358348"/>
            <a:ext cx="4236720" cy="351378"/>
          </a:xfrm>
          <a:prstGeom prst="rect">
            <a:avLst/>
          </a:prstGeom>
        </p:spPr>
        <p:txBody>
          <a:bodyPr vert="horz" wrap="square" lIns="0" tIns="12700" rIns="0" bIns="0" rtlCol="0">
            <a:spAutoFit/>
          </a:bodyPr>
          <a:lstStyle/>
          <a:p>
            <a:pPr marL="12700">
              <a:lnSpc>
                <a:spcPct val="100000"/>
              </a:lnSpc>
              <a:spcBef>
                <a:spcPts val="100"/>
              </a:spcBef>
            </a:pPr>
            <a:r>
              <a:rPr sz="2200" b="1" spc="114" dirty="0">
                <a:solidFill>
                  <a:srgbClr val="164052"/>
                </a:solidFill>
                <a:latin typeface="Calibri"/>
                <a:cs typeface="Calibri"/>
              </a:rPr>
              <a:t>Module</a:t>
            </a:r>
            <a:r>
              <a:rPr sz="2200" b="1" spc="130" dirty="0">
                <a:solidFill>
                  <a:srgbClr val="164052"/>
                </a:solidFill>
                <a:latin typeface="Calibri"/>
                <a:cs typeface="Calibri"/>
              </a:rPr>
              <a:t> </a:t>
            </a:r>
            <a:r>
              <a:rPr sz="2200" b="1" spc="125" dirty="0">
                <a:solidFill>
                  <a:srgbClr val="164052"/>
                </a:solidFill>
                <a:latin typeface="Calibri"/>
                <a:cs typeface="Calibri"/>
              </a:rPr>
              <a:t>1</a:t>
            </a:r>
            <a:r>
              <a:rPr sz="2200" b="1" spc="135" dirty="0">
                <a:solidFill>
                  <a:srgbClr val="164052"/>
                </a:solidFill>
                <a:latin typeface="Calibri"/>
                <a:cs typeface="Calibri"/>
              </a:rPr>
              <a:t> </a:t>
            </a:r>
            <a:r>
              <a:rPr sz="2200" b="1" dirty="0">
                <a:solidFill>
                  <a:srgbClr val="164052"/>
                </a:solidFill>
                <a:latin typeface="Calibri"/>
                <a:cs typeface="Calibri"/>
              </a:rPr>
              <a:t>:</a:t>
            </a:r>
            <a:r>
              <a:rPr sz="2200" b="1" spc="135" dirty="0">
                <a:solidFill>
                  <a:srgbClr val="164052"/>
                </a:solidFill>
                <a:latin typeface="Calibri"/>
                <a:cs typeface="Calibri"/>
              </a:rPr>
              <a:t> </a:t>
            </a:r>
            <a:r>
              <a:rPr lang="fr-FR" sz="2200" b="1" spc="155" dirty="0">
                <a:solidFill>
                  <a:srgbClr val="164052"/>
                </a:solidFill>
                <a:latin typeface="Calibri"/>
                <a:cs typeface="Calibri"/>
              </a:rPr>
              <a:t>Introduction</a:t>
            </a:r>
            <a:endParaRPr sz="2200" dirty="0">
              <a:latin typeface="Calibri"/>
              <a:cs typeface="Calibri"/>
            </a:endParaRPr>
          </a:p>
        </p:txBody>
      </p:sp>
      <p:sp>
        <p:nvSpPr>
          <p:cNvPr id="10" name="object 10"/>
          <p:cNvSpPr/>
          <p:nvPr/>
        </p:nvSpPr>
        <p:spPr>
          <a:xfrm>
            <a:off x="1377950" y="501650"/>
            <a:ext cx="1989455" cy="375285"/>
          </a:xfrm>
          <a:custGeom>
            <a:avLst/>
            <a:gdLst/>
            <a:ahLst/>
            <a:cxnLst/>
            <a:rect l="l" t="t" r="r" b="b"/>
            <a:pathLst>
              <a:path w="1989454" h="375284">
                <a:moveTo>
                  <a:pt x="1286294" y="187363"/>
                </a:moveTo>
                <a:lnTo>
                  <a:pt x="1272032" y="115658"/>
                </a:lnTo>
                <a:lnTo>
                  <a:pt x="1231404" y="54876"/>
                </a:lnTo>
                <a:lnTo>
                  <a:pt x="1170622" y="14262"/>
                </a:lnTo>
                <a:lnTo>
                  <a:pt x="1098918" y="0"/>
                </a:lnTo>
                <a:lnTo>
                  <a:pt x="187363" y="0"/>
                </a:lnTo>
                <a:lnTo>
                  <a:pt x="137553" y="6692"/>
                </a:lnTo>
                <a:lnTo>
                  <a:pt x="92798" y="25577"/>
                </a:lnTo>
                <a:lnTo>
                  <a:pt x="54876" y="54876"/>
                </a:lnTo>
                <a:lnTo>
                  <a:pt x="25590" y="92798"/>
                </a:lnTo>
                <a:lnTo>
                  <a:pt x="6692" y="137553"/>
                </a:lnTo>
                <a:lnTo>
                  <a:pt x="0" y="187363"/>
                </a:lnTo>
                <a:lnTo>
                  <a:pt x="6692" y="237172"/>
                </a:lnTo>
                <a:lnTo>
                  <a:pt x="25590" y="281927"/>
                </a:lnTo>
                <a:lnTo>
                  <a:pt x="54876" y="319849"/>
                </a:lnTo>
                <a:lnTo>
                  <a:pt x="92798" y="349148"/>
                </a:lnTo>
                <a:lnTo>
                  <a:pt x="137553" y="368033"/>
                </a:lnTo>
                <a:lnTo>
                  <a:pt x="187363" y="374726"/>
                </a:lnTo>
                <a:lnTo>
                  <a:pt x="1098918" y="374726"/>
                </a:lnTo>
                <a:lnTo>
                  <a:pt x="1148727" y="368033"/>
                </a:lnTo>
                <a:lnTo>
                  <a:pt x="1193495" y="349148"/>
                </a:lnTo>
                <a:lnTo>
                  <a:pt x="1231404" y="319849"/>
                </a:lnTo>
                <a:lnTo>
                  <a:pt x="1260703" y="281927"/>
                </a:lnTo>
                <a:lnTo>
                  <a:pt x="1279601" y="237172"/>
                </a:lnTo>
                <a:lnTo>
                  <a:pt x="1286294" y="187363"/>
                </a:lnTo>
                <a:close/>
              </a:path>
              <a:path w="1989454" h="375284">
                <a:moveTo>
                  <a:pt x="1989162" y="56946"/>
                </a:moveTo>
                <a:lnTo>
                  <a:pt x="1293596" y="191554"/>
                </a:lnTo>
                <a:lnTo>
                  <a:pt x="1989162" y="326161"/>
                </a:lnTo>
                <a:lnTo>
                  <a:pt x="1989162" y="56946"/>
                </a:lnTo>
                <a:close/>
              </a:path>
            </a:pathLst>
          </a:custGeom>
          <a:solidFill>
            <a:schemeClr val="accent3">
              <a:lumMod val="75000"/>
            </a:schemeClr>
          </a:solidFill>
        </p:spPr>
        <p:txBody>
          <a:bodyPr wrap="square" lIns="0" tIns="0" rIns="0" bIns="0" rtlCol="0"/>
          <a:lstStyle/>
          <a:p>
            <a:endParaRPr/>
          </a:p>
        </p:txBody>
      </p:sp>
      <p:sp>
        <p:nvSpPr>
          <p:cNvPr id="11" name="object 11"/>
          <p:cNvSpPr txBox="1"/>
          <p:nvPr/>
        </p:nvSpPr>
        <p:spPr>
          <a:xfrm>
            <a:off x="1586881" y="501650"/>
            <a:ext cx="868680" cy="365125"/>
          </a:xfrm>
          <a:prstGeom prst="rect">
            <a:avLst/>
          </a:prstGeom>
        </p:spPr>
        <p:txBody>
          <a:bodyPr vert="horz" wrap="square" lIns="0" tIns="15875" rIns="0" bIns="0" rtlCol="0">
            <a:spAutoFit/>
          </a:bodyPr>
          <a:lstStyle/>
          <a:p>
            <a:pPr marL="12700">
              <a:lnSpc>
                <a:spcPct val="100000"/>
              </a:lnSpc>
              <a:spcBef>
                <a:spcPts val="125"/>
              </a:spcBef>
            </a:pPr>
            <a:r>
              <a:rPr sz="2200" b="1" spc="215" dirty="0">
                <a:solidFill>
                  <a:srgbClr val="FFFFFF"/>
                </a:solidFill>
                <a:latin typeface="Calibri"/>
                <a:cs typeface="Calibri"/>
              </a:rPr>
              <a:t>Jour</a:t>
            </a:r>
            <a:r>
              <a:rPr sz="2200" b="1" spc="130" dirty="0">
                <a:solidFill>
                  <a:srgbClr val="FFFFFF"/>
                </a:solidFill>
                <a:latin typeface="Calibri"/>
                <a:cs typeface="Calibri"/>
              </a:rPr>
              <a:t> </a:t>
            </a:r>
            <a:r>
              <a:rPr sz="2200" b="1" spc="70" dirty="0">
                <a:solidFill>
                  <a:srgbClr val="FFFFFF"/>
                </a:solidFill>
                <a:latin typeface="Calibri"/>
                <a:cs typeface="Calibri"/>
              </a:rPr>
              <a:t>1</a:t>
            </a:r>
            <a:endParaRPr sz="2200" dirty="0">
              <a:latin typeface="Calibri"/>
              <a:cs typeface="Calibri"/>
            </a:endParaRPr>
          </a:p>
        </p:txBody>
      </p:sp>
      <p:grpSp>
        <p:nvGrpSpPr>
          <p:cNvPr id="20" name="object 20"/>
          <p:cNvGrpSpPr/>
          <p:nvPr/>
        </p:nvGrpSpPr>
        <p:grpSpPr>
          <a:xfrm>
            <a:off x="3192948" y="307548"/>
            <a:ext cx="462915" cy="462915"/>
            <a:chOff x="4699434" y="2054596"/>
            <a:chExt cx="462915" cy="462915"/>
          </a:xfrm>
        </p:grpSpPr>
        <p:sp>
          <p:nvSpPr>
            <p:cNvPr id="21" name="object 21"/>
            <p:cNvSpPr/>
            <p:nvPr/>
          </p:nvSpPr>
          <p:spPr>
            <a:xfrm>
              <a:off x="4713721" y="2068883"/>
              <a:ext cx="434340" cy="434340"/>
            </a:xfrm>
            <a:custGeom>
              <a:avLst/>
              <a:gdLst/>
              <a:ahLst/>
              <a:cxnLst/>
              <a:rect l="l" t="t" r="r" b="b"/>
              <a:pathLst>
                <a:path w="434339" h="434339">
                  <a:moveTo>
                    <a:pt x="217067" y="434134"/>
                  </a:moveTo>
                  <a:lnTo>
                    <a:pt x="167295" y="428402"/>
                  </a:lnTo>
                  <a:lnTo>
                    <a:pt x="121606" y="412071"/>
                  </a:lnTo>
                  <a:lnTo>
                    <a:pt x="81302" y="386447"/>
                  </a:lnTo>
                  <a:lnTo>
                    <a:pt x="47687" y="352832"/>
                  </a:lnTo>
                  <a:lnTo>
                    <a:pt x="22062" y="312528"/>
                  </a:lnTo>
                  <a:lnTo>
                    <a:pt x="5732" y="266839"/>
                  </a:lnTo>
                  <a:lnTo>
                    <a:pt x="0" y="217067"/>
                  </a:lnTo>
                  <a:lnTo>
                    <a:pt x="5732" y="167295"/>
                  </a:lnTo>
                  <a:lnTo>
                    <a:pt x="22062" y="121606"/>
                  </a:lnTo>
                  <a:lnTo>
                    <a:pt x="47687" y="81302"/>
                  </a:lnTo>
                  <a:lnTo>
                    <a:pt x="81302" y="47687"/>
                  </a:lnTo>
                  <a:lnTo>
                    <a:pt x="121606" y="22062"/>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1"/>
                  </a:lnTo>
                  <a:lnTo>
                    <a:pt x="266838" y="428402"/>
                  </a:lnTo>
                  <a:lnTo>
                    <a:pt x="217067" y="434134"/>
                  </a:lnTo>
                  <a:close/>
                </a:path>
              </a:pathLst>
            </a:custGeom>
            <a:solidFill>
              <a:srgbClr val="FFFFFF"/>
            </a:solidFill>
          </p:spPr>
          <p:txBody>
            <a:bodyPr wrap="square" lIns="0" tIns="0" rIns="0" bIns="0" rtlCol="0"/>
            <a:lstStyle/>
            <a:p>
              <a:endParaRPr/>
            </a:p>
          </p:txBody>
        </p:sp>
        <p:sp>
          <p:nvSpPr>
            <p:cNvPr id="22" name="object 22"/>
            <p:cNvSpPr/>
            <p:nvPr/>
          </p:nvSpPr>
          <p:spPr>
            <a:xfrm>
              <a:off x="4713721" y="2068883"/>
              <a:ext cx="434340" cy="434340"/>
            </a:xfrm>
            <a:custGeom>
              <a:avLst/>
              <a:gdLst/>
              <a:ahLst/>
              <a:cxnLst/>
              <a:rect l="l" t="t" r="r" b="b"/>
              <a:pathLst>
                <a:path w="434339" h="434339">
                  <a:moveTo>
                    <a:pt x="0" y="217067"/>
                  </a:moveTo>
                  <a:lnTo>
                    <a:pt x="5732" y="167295"/>
                  </a:lnTo>
                  <a:lnTo>
                    <a:pt x="22062" y="121606"/>
                  </a:lnTo>
                  <a:lnTo>
                    <a:pt x="47687" y="81302"/>
                  </a:lnTo>
                  <a:lnTo>
                    <a:pt x="81302" y="47687"/>
                  </a:lnTo>
                  <a:lnTo>
                    <a:pt x="121606" y="22062"/>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1"/>
                  </a:lnTo>
                  <a:lnTo>
                    <a:pt x="266838" y="428402"/>
                  </a:lnTo>
                  <a:lnTo>
                    <a:pt x="217067" y="434134"/>
                  </a:lnTo>
                  <a:lnTo>
                    <a:pt x="167295" y="428402"/>
                  </a:lnTo>
                  <a:lnTo>
                    <a:pt x="121606" y="412071"/>
                  </a:lnTo>
                  <a:lnTo>
                    <a:pt x="81302" y="386447"/>
                  </a:lnTo>
                  <a:lnTo>
                    <a:pt x="47687" y="352832"/>
                  </a:lnTo>
                  <a:lnTo>
                    <a:pt x="22062" y="312528"/>
                  </a:lnTo>
                  <a:lnTo>
                    <a:pt x="5732" y="266839"/>
                  </a:lnTo>
                  <a:lnTo>
                    <a:pt x="0" y="217067"/>
                  </a:lnTo>
                  <a:close/>
                </a:path>
              </a:pathLst>
            </a:custGeom>
            <a:ln w="28574">
              <a:solidFill>
                <a:srgbClr val="8CB939"/>
              </a:solidFill>
            </a:ln>
          </p:spPr>
          <p:txBody>
            <a:bodyPr wrap="square" lIns="0" tIns="0" rIns="0" bIns="0" rtlCol="0"/>
            <a:lstStyle/>
            <a:p>
              <a:endParaRPr/>
            </a:p>
          </p:txBody>
        </p:sp>
      </p:grpSp>
      <p:sp>
        <p:nvSpPr>
          <p:cNvPr id="23" name="object 23"/>
          <p:cNvSpPr txBox="1"/>
          <p:nvPr/>
        </p:nvSpPr>
        <p:spPr>
          <a:xfrm>
            <a:off x="3325195" y="363709"/>
            <a:ext cx="198755" cy="328295"/>
          </a:xfrm>
          <a:prstGeom prst="rect">
            <a:avLst/>
          </a:prstGeom>
        </p:spPr>
        <p:txBody>
          <a:bodyPr vert="horz" wrap="square" lIns="0" tIns="17145" rIns="0" bIns="0" rtlCol="0">
            <a:spAutoFit/>
          </a:bodyPr>
          <a:lstStyle/>
          <a:p>
            <a:pPr marL="12700">
              <a:lnSpc>
                <a:spcPct val="100000"/>
              </a:lnSpc>
              <a:spcBef>
                <a:spcPts val="135"/>
              </a:spcBef>
            </a:pPr>
            <a:r>
              <a:rPr sz="1950" b="1" spc="114" dirty="0">
                <a:solidFill>
                  <a:srgbClr val="8CB939"/>
                </a:solidFill>
                <a:latin typeface="Calibri"/>
                <a:cs typeface="Calibri"/>
              </a:rPr>
              <a:t>A</a:t>
            </a:r>
            <a:endParaRPr sz="1950" dirty="0">
              <a:latin typeface="Calibri"/>
              <a:cs typeface="Calibri"/>
            </a:endParaRPr>
          </a:p>
        </p:txBody>
      </p:sp>
      <p:sp>
        <p:nvSpPr>
          <p:cNvPr id="26" name="ZoneTexte 25"/>
          <p:cNvSpPr txBox="1"/>
          <p:nvPr/>
        </p:nvSpPr>
        <p:spPr>
          <a:xfrm>
            <a:off x="4121150" y="764748"/>
            <a:ext cx="6559550" cy="171136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Présentation de la formation</a:t>
            </a:r>
          </a:p>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Agilité, DevOps et la philosophie « continue » (CI/CD, feedbacks)</a:t>
            </a:r>
          </a:p>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Test logiciel et automatisation (TDD, BDD)</a:t>
            </a:r>
          </a:p>
        </p:txBody>
      </p:sp>
      <p:grpSp>
        <p:nvGrpSpPr>
          <p:cNvPr id="9" name="object 12">
            <a:extLst>
              <a:ext uri="{FF2B5EF4-FFF2-40B4-BE49-F238E27FC236}">
                <a16:creationId xmlns:a16="http://schemas.microsoft.com/office/drawing/2014/main" id="{FAAE9116-21C5-4AB7-969E-538726849641}"/>
              </a:ext>
            </a:extLst>
          </p:cNvPr>
          <p:cNvGrpSpPr/>
          <p:nvPr/>
        </p:nvGrpSpPr>
        <p:grpSpPr>
          <a:xfrm>
            <a:off x="3201035" y="2559050"/>
            <a:ext cx="462915" cy="462915"/>
            <a:chOff x="4708937" y="3286726"/>
            <a:chExt cx="462915" cy="462915"/>
          </a:xfrm>
        </p:grpSpPr>
        <p:sp>
          <p:nvSpPr>
            <p:cNvPr id="16" name="object 13">
              <a:extLst>
                <a:ext uri="{FF2B5EF4-FFF2-40B4-BE49-F238E27FC236}">
                  <a16:creationId xmlns:a16="http://schemas.microsoft.com/office/drawing/2014/main" id="{0E024E38-B1C5-7870-D2E7-505B1585E55A}"/>
                </a:ext>
              </a:extLst>
            </p:cNvPr>
            <p:cNvSpPr/>
            <p:nvPr/>
          </p:nvSpPr>
          <p:spPr>
            <a:xfrm>
              <a:off x="4723224" y="3301014"/>
              <a:ext cx="434340" cy="434340"/>
            </a:xfrm>
            <a:custGeom>
              <a:avLst/>
              <a:gdLst/>
              <a:ahLst/>
              <a:cxnLst/>
              <a:rect l="l" t="t" r="r" b="b"/>
              <a:pathLst>
                <a:path w="434339" h="434339">
                  <a:moveTo>
                    <a:pt x="217067" y="434135"/>
                  </a:moveTo>
                  <a:lnTo>
                    <a:pt x="167295" y="428402"/>
                  </a:lnTo>
                  <a:lnTo>
                    <a:pt x="121606" y="412072"/>
                  </a:lnTo>
                  <a:lnTo>
                    <a:pt x="81302" y="386447"/>
                  </a:lnTo>
                  <a:lnTo>
                    <a:pt x="47687" y="352832"/>
                  </a:lnTo>
                  <a:lnTo>
                    <a:pt x="22063" y="312528"/>
                  </a:lnTo>
                  <a:lnTo>
                    <a:pt x="5732" y="266839"/>
                  </a:lnTo>
                  <a:lnTo>
                    <a:pt x="0" y="217067"/>
                  </a:lnTo>
                  <a:lnTo>
                    <a:pt x="5732" y="167296"/>
                  </a:lnTo>
                  <a:lnTo>
                    <a:pt x="22063"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9" y="428402"/>
                  </a:lnTo>
                  <a:lnTo>
                    <a:pt x="217067" y="434135"/>
                  </a:lnTo>
                  <a:close/>
                </a:path>
              </a:pathLst>
            </a:custGeom>
            <a:solidFill>
              <a:srgbClr val="FFFFFF"/>
            </a:solidFill>
          </p:spPr>
          <p:txBody>
            <a:bodyPr wrap="square" lIns="0" tIns="0" rIns="0" bIns="0" rtlCol="0"/>
            <a:lstStyle/>
            <a:p>
              <a:endParaRPr/>
            </a:p>
          </p:txBody>
        </p:sp>
        <p:sp>
          <p:nvSpPr>
            <p:cNvPr id="17" name="object 14">
              <a:extLst>
                <a:ext uri="{FF2B5EF4-FFF2-40B4-BE49-F238E27FC236}">
                  <a16:creationId xmlns:a16="http://schemas.microsoft.com/office/drawing/2014/main" id="{60FA1565-879E-74D6-974C-D727D1A22103}"/>
                </a:ext>
              </a:extLst>
            </p:cNvPr>
            <p:cNvSpPr/>
            <p:nvPr/>
          </p:nvSpPr>
          <p:spPr>
            <a:xfrm>
              <a:off x="4723224" y="3301014"/>
              <a:ext cx="434340" cy="434340"/>
            </a:xfrm>
            <a:custGeom>
              <a:avLst/>
              <a:gdLst/>
              <a:ahLst/>
              <a:cxnLst/>
              <a:rect l="l" t="t" r="r" b="b"/>
              <a:pathLst>
                <a:path w="434339" h="434339">
                  <a:moveTo>
                    <a:pt x="0" y="217067"/>
                  </a:moveTo>
                  <a:lnTo>
                    <a:pt x="5732" y="167296"/>
                  </a:lnTo>
                  <a:lnTo>
                    <a:pt x="22063"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9" y="428402"/>
                  </a:lnTo>
                  <a:lnTo>
                    <a:pt x="217067" y="434135"/>
                  </a:lnTo>
                  <a:lnTo>
                    <a:pt x="167295" y="428402"/>
                  </a:lnTo>
                  <a:lnTo>
                    <a:pt x="121606" y="412072"/>
                  </a:lnTo>
                  <a:lnTo>
                    <a:pt x="81302" y="386447"/>
                  </a:lnTo>
                  <a:lnTo>
                    <a:pt x="47687" y="352832"/>
                  </a:lnTo>
                  <a:lnTo>
                    <a:pt x="22063" y="312528"/>
                  </a:lnTo>
                  <a:lnTo>
                    <a:pt x="5732" y="266839"/>
                  </a:lnTo>
                  <a:lnTo>
                    <a:pt x="0" y="217067"/>
                  </a:lnTo>
                  <a:close/>
                </a:path>
              </a:pathLst>
            </a:custGeom>
            <a:ln w="28574">
              <a:solidFill>
                <a:srgbClr val="8CB939"/>
              </a:solidFill>
            </a:ln>
          </p:spPr>
          <p:txBody>
            <a:bodyPr wrap="square" lIns="0" tIns="0" rIns="0" bIns="0" rtlCol="0"/>
            <a:lstStyle/>
            <a:p>
              <a:endParaRPr/>
            </a:p>
          </p:txBody>
        </p:sp>
      </p:grpSp>
      <p:sp>
        <p:nvSpPr>
          <p:cNvPr id="18" name="object 15">
            <a:extLst>
              <a:ext uri="{FF2B5EF4-FFF2-40B4-BE49-F238E27FC236}">
                <a16:creationId xmlns:a16="http://schemas.microsoft.com/office/drawing/2014/main" id="{05C36275-F7CA-2A36-B85F-4532A4C7000C}"/>
              </a:ext>
            </a:extLst>
          </p:cNvPr>
          <p:cNvSpPr txBox="1"/>
          <p:nvPr/>
        </p:nvSpPr>
        <p:spPr>
          <a:xfrm>
            <a:off x="3332875" y="2617470"/>
            <a:ext cx="203200" cy="328295"/>
          </a:xfrm>
          <a:prstGeom prst="rect">
            <a:avLst/>
          </a:prstGeom>
        </p:spPr>
        <p:txBody>
          <a:bodyPr vert="horz" wrap="square" lIns="0" tIns="17145" rIns="0" bIns="0" rtlCol="0">
            <a:spAutoFit/>
          </a:bodyPr>
          <a:lstStyle/>
          <a:p>
            <a:pPr marL="12700">
              <a:lnSpc>
                <a:spcPct val="100000"/>
              </a:lnSpc>
              <a:spcBef>
                <a:spcPts val="135"/>
              </a:spcBef>
            </a:pPr>
            <a:r>
              <a:rPr lang="fr-FR" sz="1950" b="1" spc="250" dirty="0">
                <a:solidFill>
                  <a:srgbClr val="8CB939"/>
                </a:solidFill>
                <a:latin typeface="Calibri"/>
                <a:cs typeface="Calibri"/>
              </a:rPr>
              <a:t>B</a:t>
            </a:r>
            <a:endParaRPr sz="1950" dirty="0">
              <a:latin typeface="Calibri"/>
              <a:cs typeface="Calibri"/>
            </a:endParaRPr>
          </a:p>
        </p:txBody>
      </p:sp>
      <p:sp>
        <p:nvSpPr>
          <p:cNvPr id="19" name="object 7">
            <a:extLst>
              <a:ext uri="{FF2B5EF4-FFF2-40B4-BE49-F238E27FC236}">
                <a16:creationId xmlns:a16="http://schemas.microsoft.com/office/drawing/2014/main" id="{5A070EF2-0DA8-A4AC-AB43-4BBA6D07DE3E}"/>
              </a:ext>
            </a:extLst>
          </p:cNvPr>
          <p:cNvSpPr txBox="1"/>
          <p:nvPr/>
        </p:nvSpPr>
        <p:spPr>
          <a:xfrm>
            <a:off x="4075430" y="2670587"/>
            <a:ext cx="5867400" cy="351378"/>
          </a:xfrm>
          <a:prstGeom prst="rect">
            <a:avLst/>
          </a:prstGeom>
        </p:spPr>
        <p:txBody>
          <a:bodyPr vert="horz" wrap="square" lIns="0" tIns="12700" rIns="0" bIns="0" rtlCol="0">
            <a:spAutoFit/>
          </a:bodyPr>
          <a:lstStyle/>
          <a:p>
            <a:pPr marL="12700">
              <a:lnSpc>
                <a:spcPct val="100000"/>
              </a:lnSpc>
              <a:spcBef>
                <a:spcPts val="100"/>
              </a:spcBef>
            </a:pPr>
            <a:r>
              <a:rPr sz="2200" b="1" spc="114" dirty="0">
                <a:solidFill>
                  <a:srgbClr val="164052"/>
                </a:solidFill>
                <a:latin typeface="Calibri"/>
                <a:cs typeface="Calibri"/>
              </a:rPr>
              <a:t>Module</a:t>
            </a:r>
            <a:r>
              <a:rPr sz="2200" b="1" spc="130" dirty="0">
                <a:solidFill>
                  <a:srgbClr val="164052"/>
                </a:solidFill>
                <a:latin typeface="Calibri"/>
                <a:cs typeface="Calibri"/>
              </a:rPr>
              <a:t> </a:t>
            </a:r>
            <a:r>
              <a:rPr lang="fr-FR" sz="2200" b="1" spc="125" dirty="0">
                <a:solidFill>
                  <a:srgbClr val="164052"/>
                </a:solidFill>
                <a:latin typeface="Calibri"/>
                <a:cs typeface="Calibri"/>
              </a:rPr>
              <a:t>2</a:t>
            </a:r>
            <a:r>
              <a:rPr sz="2200" b="1" spc="135" dirty="0">
                <a:solidFill>
                  <a:srgbClr val="164052"/>
                </a:solidFill>
                <a:latin typeface="Calibri"/>
                <a:cs typeface="Calibri"/>
              </a:rPr>
              <a:t> </a:t>
            </a:r>
            <a:r>
              <a:rPr sz="2200" b="1" dirty="0">
                <a:solidFill>
                  <a:srgbClr val="164052"/>
                </a:solidFill>
                <a:latin typeface="Calibri"/>
                <a:cs typeface="Calibri"/>
              </a:rPr>
              <a:t>:</a:t>
            </a:r>
            <a:r>
              <a:rPr sz="2200" b="1" spc="135" dirty="0">
                <a:solidFill>
                  <a:srgbClr val="164052"/>
                </a:solidFill>
                <a:latin typeface="Calibri"/>
                <a:cs typeface="Calibri"/>
              </a:rPr>
              <a:t> </a:t>
            </a:r>
            <a:r>
              <a:rPr lang="fr-FR" sz="2200" b="1" spc="155" dirty="0">
                <a:solidFill>
                  <a:srgbClr val="164052"/>
                </a:solidFill>
                <a:latin typeface="Calibri"/>
                <a:cs typeface="Calibri"/>
              </a:rPr>
              <a:t>Jenkins : rôle et prise en main</a:t>
            </a:r>
            <a:endParaRPr sz="2200" dirty="0">
              <a:latin typeface="Calibri"/>
              <a:cs typeface="Calibri"/>
            </a:endParaRPr>
          </a:p>
        </p:txBody>
      </p:sp>
      <p:sp>
        <p:nvSpPr>
          <p:cNvPr id="25" name="ZoneTexte 25">
            <a:extLst>
              <a:ext uri="{FF2B5EF4-FFF2-40B4-BE49-F238E27FC236}">
                <a16:creationId xmlns:a16="http://schemas.microsoft.com/office/drawing/2014/main" id="{8C1B23EF-6E33-9F2F-77A4-B69BD172618D}"/>
              </a:ext>
            </a:extLst>
          </p:cNvPr>
          <p:cNvSpPr txBox="1"/>
          <p:nvPr/>
        </p:nvSpPr>
        <p:spPr>
          <a:xfrm>
            <a:off x="4121150" y="3097697"/>
            <a:ext cx="6400800" cy="212686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Présentation de Jenkins et son rôle dans l’intégration continue</a:t>
            </a:r>
          </a:p>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Terminologie Jenkins (master, </a:t>
            </a:r>
            <a:r>
              <a:rPr lang="fr-FR" b="1" spc="195" dirty="0" err="1">
                <a:solidFill>
                  <a:srgbClr val="164052"/>
                </a:solidFill>
                <a:latin typeface="Calibri"/>
                <a:cs typeface="Calibri"/>
              </a:rPr>
              <a:t>node</a:t>
            </a:r>
            <a:r>
              <a:rPr lang="fr-FR" b="1" spc="195" dirty="0">
                <a:solidFill>
                  <a:srgbClr val="164052"/>
                </a:solidFill>
                <a:latin typeface="Calibri"/>
                <a:cs typeface="Calibri"/>
              </a:rPr>
              <a:t>, job, agent…)</a:t>
            </a:r>
          </a:p>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Structure des répertoires (JENKINS_HOME, jobs)</a:t>
            </a:r>
          </a:p>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Installation et configuration initiale</a:t>
            </a:r>
          </a:p>
        </p:txBody>
      </p:sp>
      <p:grpSp>
        <p:nvGrpSpPr>
          <p:cNvPr id="30" name="object 12">
            <a:extLst>
              <a:ext uri="{FF2B5EF4-FFF2-40B4-BE49-F238E27FC236}">
                <a16:creationId xmlns:a16="http://schemas.microsoft.com/office/drawing/2014/main" id="{23EFDE4E-1FBE-837F-89F1-0BB9985F6216}"/>
              </a:ext>
            </a:extLst>
          </p:cNvPr>
          <p:cNvGrpSpPr/>
          <p:nvPr/>
        </p:nvGrpSpPr>
        <p:grpSpPr>
          <a:xfrm>
            <a:off x="3206750" y="5331033"/>
            <a:ext cx="462915" cy="462915"/>
            <a:chOff x="4708937" y="3286726"/>
            <a:chExt cx="462915" cy="462915"/>
          </a:xfrm>
        </p:grpSpPr>
        <p:sp>
          <p:nvSpPr>
            <p:cNvPr id="31" name="object 13">
              <a:extLst>
                <a:ext uri="{FF2B5EF4-FFF2-40B4-BE49-F238E27FC236}">
                  <a16:creationId xmlns:a16="http://schemas.microsoft.com/office/drawing/2014/main" id="{FAC8A81A-BDE4-4F33-D68D-8CACB17607ED}"/>
                </a:ext>
              </a:extLst>
            </p:cNvPr>
            <p:cNvSpPr/>
            <p:nvPr/>
          </p:nvSpPr>
          <p:spPr>
            <a:xfrm>
              <a:off x="4723224" y="3301014"/>
              <a:ext cx="434340" cy="434340"/>
            </a:xfrm>
            <a:custGeom>
              <a:avLst/>
              <a:gdLst/>
              <a:ahLst/>
              <a:cxnLst/>
              <a:rect l="l" t="t" r="r" b="b"/>
              <a:pathLst>
                <a:path w="434339" h="434339">
                  <a:moveTo>
                    <a:pt x="217067" y="434135"/>
                  </a:moveTo>
                  <a:lnTo>
                    <a:pt x="167295" y="428402"/>
                  </a:lnTo>
                  <a:lnTo>
                    <a:pt x="121606" y="412072"/>
                  </a:lnTo>
                  <a:lnTo>
                    <a:pt x="81302" y="386447"/>
                  </a:lnTo>
                  <a:lnTo>
                    <a:pt x="47687" y="352832"/>
                  </a:lnTo>
                  <a:lnTo>
                    <a:pt x="22063" y="312528"/>
                  </a:lnTo>
                  <a:lnTo>
                    <a:pt x="5732" y="266839"/>
                  </a:lnTo>
                  <a:lnTo>
                    <a:pt x="0" y="217067"/>
                  </a:lnTo>
                  <a:lnTo>
                    <a:pt x="5732" y="167296"/>
                  </a:lnTo>
                  <a:lnTo>
                    <a:pt x="22063"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9" y="428402"/>
                  </a:lnTo>
                  <a:lnTo>
                    <a:pt x="217067" y="434135"/>
                  </a:lnTo>
                  <a:close/>
                </a:path>
              </a:pathLst>
            </a:custGeom>
            <a:solidFill>
              <a:srgbClr val="FFFFFF"/>
            </a:solidFill>
          </p:spPr>
          <p:txBody>
            <a:bodyPr wrap="square" lIns="0" tIns="0" rIns="0" bIns="0" rtlCol="0"/>
            <a:lstStyle/>
            <a:p>
              <a:endParaRPr/>
            </a:p>
          </p:txBody>
        </p:sp>
        <p:sp>
          <p:nvSpPr>
            <p:cNvPr id="32" name="object 14">
              <a:extLst>
                <a:ext uri="{FF2B5EF4-FFF2-40B4-BE49-F238E27FC236}">
                  <a16:creationId xmlns:a16="http://schemas.microsoft.com/office/drawing/2014/main" id="{770D7EA4-6A5A-310E-B5BC-E4863450F769}"/>
                </a:ext>
              </a:extLst>
            </p:cNvPr>
            <p:cNvSpPr/>
            <p:nvPr/>
          </p:nvSpPr>
          <p:spPr>
            <a:xfrm>
              <a:off x="4723224" y="3301014"/>
              <a:ext cx="434340" cy="434340"/>
            </a:xfrm>
            <a:custGeom>
              <a:avLst/>
              <a:gdLst/>
              <a:ahLst/>
              <a:cxnLst/>
              <a:rect l="l" t="t" r="r" b="b"/>
              <a:pathLst>
                <a:path w="434339" h="434339">
                  <a:moveTo>
                    <a:pt x="0" y="217067"/>
                  </a:moveTo>
                  <a:lnTo>
                    <a:pt x="5732" y="167296"/>
                  </a:lnTo>
                  <a:lnTo>
                    <a:pt x="22063"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9" y="428402"/>
                  </a:lnTo>
                  <a:lnTo>
                    <a:pt x="217067" y="434135"/>
                  </a:lnTo>
                  <a:lnTo>
                    <a:pt x="167295" y="428402"/>
                  </a:lnTo>
                  <a:lnTo>
                    <a:pt x="121606" y="412072"/>
                  </a:lnTo>
                  <a:lnTo>
                    <a:pt x="81302" y="386447"/>
                  </a:lnTo>
                  <a:lnTo>
                    <a:pt x="47687" y="352832"/>
                  </a:lnTo>
                  <a:lnTo>
                    <a:pt x="22063" y="312528"/>
                  </a:lnTo>
                  <a:lnTo>
                    <a:pt x="5732" y="266839"/>
                  </a:lnTo>
                  <a:lnTo>
                    <a:pt x="0" y="217067"/>
                  </a:lnTo>
                  <a:close/>
                </a:path>
              </a:pathLst>
            </a:custGeom>
            <a:ln w="28574">
              <a:solidFill>
                <a:srgbClr val="8CB939"/>
              </a:solidFill>
            </a:ln>
          </p:spPr>
          <p:txBody>
            <a:bodyPr wrap="square" lIns="0" tIns="0" rIns="0" bIns="0" rtlCol="0"/>
            <a:lstStyle/>
            <a:p>
              <a:endParaRPr/>
            </a:p>
          </p:txBody>
        </p:sp>
      </p:grpSp>
      <p:sp>
        <p:nvSpPr>
          <p:cNvPr id="33" name="object 15">
            <a:extLst>
              <a:ext uri="{FF2B5EF4-FFF2-40B4-BE49-F238E27FC236}">
                <a16:creationId xmlns:a16="http://schemas.microsoft.com/office/drawing/2014/main" id="{F8B9089B-C1DA-755E-14FB-B32D3AD8F5A6}"/>
              </a:ext>
            </a:extLst>
          </p:cNvPr>
          <p:cNvSpPr txBox="1"/>
          <p:nvPr/>
        </p:nvSpPr>
        <p:spPr>
          <a:xfrm>
            <a:off x="3232150" y="5389453"/>
            <a:ext cx="203200" cy="328295"/>
          </a:xfrm>
          <a:prstGeom prst="rect">
            <a:avLst/>
          </a:prstGeom>
        </p:spPr>
        <p:txBody>
          <a:bodyPr vert="horz" wrap="square" lIns="0" tIns="17145" rIns="0" bIns="0" rtlCol="0">
            <a:spAutoFit/>
          </a:bodyPr>
          <a:lstStyle/>
          <a:p>
            <a:pPr marL="12700">
              <a:lnSpc>
                <a:spcPct val="100000"/>
              </a:lnSpc>
              <a:spcBef>
                <a:spcPts val="135"/>
              </a:spcBef>
            </a:pPr>
            <a:r>
              <a:rPr lang="fr-FR" sz="2000" dirty="0"/>
              <a:t>🚀</a:t>
            </a:r>
            <a:endParaRPr sz="1950" dirty="0">
              <a:latin typeface="Calibri"/>
              <a:cs typeface="Calibri"/>
            </a:endParaRPr>
          </a:p>
        </p:txBody>
      </p:sp>
      <p:sp>
        <p:nvSpPr>
          <p:cNvPr id="34" name="object 7">
            <a:extLst>
              <a:ext uri="{FF2B5EF4-FFF2-40B4-BE49-F238E27FC236}">
                <a16:creationId xmlns:a16="http://schemas.microsoft.com/office/drawing/2014/main" id="{CB8A7EEB-B903-DAFA-360D-D1B43F0870E1}"/>
              </a:ext>
            </a:extLst>
          </p:cNvPr>
          <p:cNvSpPr txBox="1"/>
          <p:nvPr/>
        </p:nvSpPr>
        <p:spPr>
          <a:xfrm>
            <a:off x="4044950" y="5412948"/>
            <a:ext cx="5867400" cy="351378"/>
          </a:xfrm>
          <a:prstGeom prst="rect">
            <a:avLst/>
          </a:prstGeom>
        </p:spPr>
        <p:txBody>
          <a:bodyPr vert="horz" wrap="square" lIns="0" tIns="12700" rIns="0" bIns="0" rtlCol="0">
            <a:spAutoFit/>
          </a:bodyPr>
          <a:lstStyle/>
          <a:p>
            <a:pPr marL="12700">
              <a:lnSpc>
                <a:spcPct val="100000"/>
              </a:lnSpc>
              <a:spcBef>
                <a:spcPts val="100"/>
              </a:spcBef>
            </a:pPr>
            <a:r>
              <a:rPr lang="fr-FR" sz="2200" b="1" spc="114" dirty="0">
                <a:solidFill>
                  <a:srgbClr val="164052"/>
                </a:solidFill>
                <a:latin typeface="Calibri"/>
                <a:cs typeface="Calibri"/>
              </a:rPr>
              <a:t>Travaux pratiques</a:t>
            </a:r>
            <a:endParaRPr sz="2200" dirty="0">
              <a:latin typeface="Calibri"/>
              <a:cs typeface="Calibri"/>
            </a:endParaRPr>
          </a:p>
        </p:txBody>
      </p:sp>
      <p:sp>
        <p:nvSpPr>
          <p:cNvPr id="35" name="ZoneTexte 25">
            <a:extLst>
              <a:ext uri="{FF2B5EF4-FFF2-40B4-BE49-F238E27FC236}">
                <a16:creationId xmlns:a16="http://schemas.microsoft.com/office/drawing/2014/main" id="{2785DA11-7617-7E66-4E5C-FCB73CDECBAF}"/>
              </a:ext>
            </a:extLst>
          </p:cNvPr>
          <p:cNvSpPr txBox="1"/>
          <p:nvPr/>
        </p:nvSpPr>
        <p:spPr>
          <a:xfrm>
            <a:off x="3968750" y="5835182"/>
            <a:ext cx="6553200" cy="129586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Installation et premier lancement de Jenkins</a:t>
            </a:r>
          </a:p>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Exploration de l’interface utilisateur</a:t>
            </a:r>
          </a:p>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Création d’un job freestyle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FF438FF-26B7-E956-7A8D-5BFAFEBB13E6}"/>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CBB9158E-BAA6-853A-0C34-559A3CE59E7A}"/>
              </a:ext>
            </a:extLst>
          </p:cNvPr>
          <p:cNvGrpSpPr/>
          <p:nvPr/>
        </p:nvGrpSpPr>
        <p:grpSpPr>
          <a:xfrm>
            <a:off x="-4761" y="-4762"/>
            <a:ext cx="3516312" cy="7566025"/>
            <a:chOff x="-4762" y="-4762"/>
            <a:chExt cx="5066665" cy="7566025"/>
          </a:xfrm>
          <a:solidFill>
            <a:schemeClr val="tx2">
              <a:lumMod val="75000"/>
            </a:schemeClr>
          </a:solidFill>
        </p:grpSpPr>
        <p:sp>
          <p:nvSpPr>
            <p:cNvPr id="3" name="object 3">
              <a:extLst>
                <a:ext uri="{FF2B5EF4-FFF2-40B4-BE49-F238E27FC236}">
                  <a16:creationId xmlns:a16="http://schemas.microsoft.com/office/drawing/2014/main" id="{2EB92BCC-FA3A-53FC-380A-F2FF7A806B27}"/>
                </a:ext>
              </a:extLst>
            </p:cNvPr>
            <p:cNvSpPr/>
            <p:nvPr/>
          </p:nvSpPr>
          <p:spPr>
            <a:xfrm>
              <a:off x="0" y="0"/>
              <a:ext cx="4829175" cy="7556500"/>
            </a:xfrm>
            <a:custGeom>
              <a:avLst/>
              <a:gdLst/>
              <a:ahLst/>
              <a:cxnLst/>
              <a:rect l="l" t="t" r="r" b="b"/>
              <a:pathLst>
                <a:path w="4829175" h="7556500">
                  <a:moveTo>
                    <a:pt x="0" y="7556499"/>
                  </a:moveTo>
                  <a:lnTo>
                    <a:pt x="4828930" y="7556499"/>
                  </a:lnTo>
                  <a:lnTo>
                    <a:pt x="4828930" y="0"/>
                  </a:lnTo>
                  <a:lnTo>
                    <a:pt x="0" y="0"/>
                  </a:lnTo>
                  <a:lnTo>
                    <a:pt x="0" y="7556499"/>
                  </a:lnTo>
                  <a:close/>
                </a:path>
              </a:pathLst>
            </a:custGeom>
            <a:grpFill/>
          </p:spPr>
          <p:txBody>
            <a:bodyPr wrap="square" lIns="0" tIns="0" rIns="0" bIns="0" rtlCol="0"/>
            <a:lstStyle/>
            <a:p>
              <a:endParaRPr/>
            </a:p>
          </p:txBody>
        </p:sp>
        <p:sp>
          <p:nvSpPr>
            <p:cNvPr id="4" name="object 4">
              <a:extLst>
                <a:ext uri="{FF2B5EF4-FFF2-40B4-BE49-F238E27FC236}">
                  <a16:creationId xmlns:a16="http://schemas.microsoft.com/office/drawing/2014/main" id="{AB8DD5EE-68DC-B8EC-C959-CCA1118D3F5A}"/>
                </a:ext>
              </a:extLst>
            </p:cNvPr>
            <p:cNvSpPr/>
            <p:nvPr/>
          </p:nvSpPr>
          <p:spPr>
            <a:xfrm>
              <a:off x="0" y="0"/>
              <a:ext cx="4885055" cy="7556500"/>
            </a:xfrm>
            <a:custGeom>
              <a:avLst/>
              <a:gdLst/>
              <a:ahLst/>
              <a:cxnLst/>
              <a:rect l="l" t="t" r="r" b="b"/>
              <a:pathLst>
                <a:path w="4885055" h="7556500">
                  <a:moveTo>
                    <a:pt x="0" y="0"/>
                  </a:moveTo>
                  <a:lnTo>
                    <a:pt x="4885024" y="0"/>
                  </a:lnTo>
                  <a:lnTo>
                    <a:pt x="4885024" y="7556499"/>
                  </a:lnTo>
                </a:path>
                <a:path w="4885055" h="7556500">
                  <a:moveTo>
                    <a:pt x="0" y="7556499"/>
                  </a:moveTo>
                  <a:lnTo>
                    <a:pt x="0" y="0"/>
                  </a:lnTo>
                </a:path>
              </a:pathLst>
            </a:custGeom>
            <a:grpFill/>
            <a:ln w="9524">
              <a:solidFill>
                <a:srgbClr val="164052"/>
              </a:solidFill>
            </a:ln>
          </p:spPr>
          <p:txBody>
            <a:bodyPr wrap="square" lIns="0" tIns="0" rIns="0" bIns="0" rtlCol="0"/>
            <a:lstStyle/>
            <a:p>
              <a:endParaRPr/>
            </a:p>
          </p:txBody>
        </p:sp>
        <p:sp>
          <p:nvSpPr>
            <p:cNvPr id="5" name="object 5">
              <a:extLst>
                <a:ext uri="{FF2B5EF4-FFF2-40B4-BE49-F238E27FC236}">
                  <a16:creationId xmlns:a16="http://schemas.microsoft.com/office/drawing/2014/main" id="{7C3ED793-AAE5-5447-5C65-E9318E1E2533}"/>
                </a:ext>
              </a:extLst>
            </p:cNvPr>
            <p:cNvSpPr/>
            <p:nvPr/>
          </p:nvSpPr>
          <p:spPr>
            <a:xfrm>
              <a:off x="4828930" y="0"/>
              <a:ext cx="233045" cy="7556500"/>
            </a:xfrm>
            <a:custGeom>
              <a:avLst/>
              <a:gdLst/>
              <a:ahLst/>
              <a:cxnLst/>
              <a:rect l="l" t="t" r="r" b="b"/>
              <a:pathLst>
                <a:path w="233045" h="7556500">
                  <a:moveTo>
                    <a:pt x="0" y="0"/>
                  </a:moveTo>
                  <a:lnTo>
                    <a:pt x="232712" y="0"/>
                  </a:lnTo>
                  <a:lnTo>
                    <a:pt x="232712" y="7556499"/>
                  </a:lnTo>
                  <a:lnTo>
                    <a:pt x="0" y="7556499"/>
                  </a:lnTo>
                  <a:lnTo>
                    <a:pt x="0" y="0"/>
                  </a:lnTo>
                  <a:close/>
                </a:path>
              </a:pathLst>
            </a:custGeom>
            <a:solidFill>
              <a:schemeClr val="accent3">
                <a:lumMod val="75000"/>
              </a:schemeClr>
            </a:solidFill>
          </p:spPr>
          <p:txBody>
            <a:bodyPr wrap="square" lIns="0" tIns="0" rIns="0" bIns="0" rtlCol="0"/>
            <a:lstStyle/>
            <a:p>
              <a:endParaRPr/>
            </a:p>
          </p:txBody>
        </p:sp>
      </p:grpSp>
      <p:sp>
        <p:nvSpPr>
          <p:cNvPr id="6" name="object 6">
            <a:extLst>
              <a:ext uri="{FF2B5EF4-FFF2-40B4-BE49-F238E27FC236}">
                <a16:creationId xmlns:a16="http://schemas.microsoft.com/office/drawing/2014/main" id="{74A6A5B2-1415-623A-9A0A-A3DA086175A4}"/>
              </a:ext>
            </a:extLst>
          </p:cNvPr>
          <p:cNvSpPr txBox="1"/>
          <p:nvPr/>
        </p:nvSpPr>
        <p:spPr>
          <a:xfrm>
            <a:off x="614045" y="2642525"/>
            <a:ext cx="2287905" cy="574040"/>
          </a:xfrm>
          <a:prstGeom prst="rect">
            <a:avLst/>
          </a:prstGeom>
        </p:spPr>
        <p:txBody>
          <a:bodyPr vert="horz" wrap="square" lIns="0" tIns="12700" rIns="0" bIns="0" rtlCol="0">
            <a:spAutoFit/>
          </a:bodyPr>
          <a:lstStyle/>
          <a:p>
            <a:pPr marL="12700">
              <a:lnSpc>
                <a:spcPct val="100000"/>
              </a:lnSpc>
              <a:spcBef>
                <a:spcPts val="100"/>
              </a:spcBef>
            </a:pPr>
            <a:r>
              <a:rPr sz="3600" b="1" spc="204" dirty="0">
                <a:solidFill>
                  <a:srgbClr val="FFFFFF"/>
                </a:solidFill>
                <a:latin typeface="Calibri"/>
                <a:cs typeface="Calibri"/>
              </a:rPr>
              <a:t>Calendrier</a:t>
            </a:r>
            <a:endParaRPr sz="3600" dirty="0">
              <a:latin typeface="Calibri"/>
              <a:cs typeface="Calibri"/>
            </a:endParaRPr>
          </a:p>
        </p:txBody>
      </p:sp>
      <p:sp>
        <p:nvSpPr>
          <p:cNvPr id="7" name="object 7">
            <a:extLst>
              <a:ext uri="{FF2B5EF4-FFF2-40B4-BE49-F238E27FC236}">
                <a16:creationId xmlns:a16="http://schemas.microsoft.com/office/drawing/2014/main" id="{2E6EECF0-1F72-013D-2A2C-35DDF3F8CE17}"/>
              </a:ext>
            </a:extLst>
          </p:cNvPr>
          <p:cNvSpPr txBox="1"/>
          <p:nvPr/>
        </p:nvSpPr>
        <p:spPr>
          <a:xfrm>
            <a:off x="4071434" y="379958"/>
            <a:ext cx="6450515" cy="351378"/>
          </a:xfrm>
          <a:prstGeom prst="rect">
            <a:avLst/>
          </a:prstGeom>
        </p:spPr>
        <p:txBody>
          <a:bodyPr vert="horz" wrap="square" lIns="0" tIns="12700" rIns="0" bIns="0" rtlCol="0">
            <a:spAutoFit/>
          </a:bodyPr>
          <a:lstStyle/>
          <a:p>
            <a:pPr marL="12700">
              <a:lnSpc>
                <a:spcPct val="100000"/>
              </a:lnSpc>
              <a:spcBef>
                <a:spcPts val="100"/>
              </a:spcBef>
            </a:pPr>
            <a:r>
              <a:rPr sz="2200" b="1" spc="114" dirty="0">
                <a:solidFill>
                  <a:srgbClr val="164052"/>
                </a:solidFill>
                <a:latin typeface="Calibri"/>
                <a:cs typeface="Calibri"/>
              </a:rPr>
              <a:t>Module</a:t>
            </a:r>
            <a:r>
              <a:rPr sz="2200" b="1" spc="130" dirty="0">
                <a:solidFill>
                  <a:srgbClr val="164052"/>
                </a:solidFill>
                <a:latin typeface="Calibri"/>
                <a:cs typeface="Calibri"/>
              </a:rPr>
              <a:t> </a:t>
            </a:r>
            <a:r>
              <a:rPr lang="fr-FR" sz="2200" b="1" spc="125" dirty="0">
                <a:solidFill>
                  <a:srgbClr val="164052"/>
                </a:solidFill>
                <a:latin typeface="Calibri"/>
                <a:cs typeface="Calibri"/>
              </a:rPr>
              <a:t>3</a:t>
            </a:r>
            <a:r>
              <a:rPr sz="2200" b="1" spc="135" dirty="0">
                <a:solidFill>
                  <a:srgbClr val="164052"/>
                </a:solidFill>
                <a:latin typeface="Calibri"/>
                <a:cs typeface="Calibri"/>
              </a:rPr>
              <a:t> </a:t>
            </a:r>
            <a:r>
              <a:rPr sz="2200" b="1" dirty="0">
                <a:solidFill>
                  <a:srgbClr val="164052"/>
                </a:solidFill>
                <a:latin typeface="Calibri"/>
                <a:cs typeface="Calibri"/>
              </a:rPr>
              <a:t>:</a:t>
            </a:r>
            <a:r>
              <a:rPr sz="2200" b="1" spc="135" dirty="0">
                <a:solidFill>
                  <a:srgbClr val="164052"/>
                </a:solidFill>
                <a:latin typeface="Calibri"/>
                <a:cs typeface="Calibri"/>
              </a:rPr>
              <a:t> </a:t>
            </a:r>
            <a:r>
              <a:rPr lang="fr-FR" sz="2200" b="1" spc="155" dirty="0">
                <a:solidFill>
                  <a:srgbClr val="164052"/>
                </a:solidFill>
                <a:latin typeface="Calibri"/>
                <a:cs typeface="Calibri"/>
              </a:rPr>
              <a:t>Jenkins et la gestion du code source</a:t>
            </a:r>
            <a:endParaRPr sz="2200" dirty="0">
              <a:latin typeface="Calibri"/>
              <a:cs typeface="Calibri"/>
            </a:endParaRPr>
          </a:p>
        </p:txBody>
      </p:sp>
      <p:sp>
        <p:nvSpPr>
          <p:cNvPr id="10" name="object 10">
            <a:extLst>
              <a:ext uri="{FF2B5EF4-FFF2-40B4-BE49-F238E27FC236}">
                <a16:creationId xmlns:a16="http://schemas.microsoft.com/office/drawing/2014/main" id="{35714292-730D-4AF8-9E61-4F34F89FFD0B}"/>
              </a:ext>
            </a:extLst>
          </p:cNvPr>
          <p:cNvSpPr/>
          <p:nvPr/>
        </p:nvSpPr>
        <p:spPr>
          <a:xfrm>
            <a:off x="1377950" y="501650"/>
            <a:ext cx="1989455" cy="375285"/>
          </a:xfrm>
          <a:custGeom>
            <a:avLst/>
            <a:gdLst/>
            <a:ahLst/>
            <a:cxnLst/>
            <a:rect l="l" t="t" r="r" b="b"/>
            <a:pathLst>
              <a:path w="1989454" h="375284">
                <a:moveTo>
                  <a:pt x="1286294" y="187363"/>
                </a:moveTo>
                <a:lnTo>
                  <a:pt x="1272032" y="115658"/>
                </a:lnTo>
                <a:lnTo>
                  <a:pt x="1231404" y="54876"/>
                </a:lnTo>
                <a:lnTo>
                  <a:pt x="1170622" y="14262"/>
                </a:lnTo>
                <a:lnTo>
                  <a:pt x="1098918" y="0"/>
                </a:lnTo>
                <a:lnTo>
                  <a:pt x="187363" y="0"/>
                </a:lnTo>
                <a:lnTo>
                  <a:pt x="137553" y="6692"/>
                </a:lnTo>
                <a:lnTo>
                  <a:pt x="92798" y="25577"/>
                </a:lnTo>
                <a:lnTo>
                  <a:pt x="54876" y="54876"/>
                </a:lnTo>
                <a:lnTo>
                  <a:pt x="25590" y="92798"/>
                </a:lnTo>
                <a:lnTo>
                  <a:pt x="6692" y="137553"/>
                </a:lnTo>
                <a:lnTo>
                  <a:pt x="0" y="187363"/>
                </a:lnTo>
                <a:lnTo>
                  <a:pt x="6692" y="237172"/>
                </a:lnTo>
                <a:lnTo>
                  <a:pt x="25590" y="281927"/>
                </a:lnTo>
                <a:lnTo>
                  <a:pt x="54876" y="319849"/>
                </a:lnTo>
                <a:lnTo>
                  <a:pt x="92798" y="349148"/>
                </a:lnTo>
                <a:lnTo>
                  <a:pt x="137553" y="368033"/>
                </a:lnTo>
                <a:lnTo>
                  <a:pt x="187363" y="374726"/>
                </a:lnTo>
                <a:lnTo>
                  <a:pt x="1098918" y="374726"/>
                </a:lnTo>
                <a:lnTo>
                  <a:pt x="1148727" y="368033"/>
                </a:lnTo>
                <a:lnTo>
                  <a:pt x="1193495" y="349148"/>
                </a:lnTo>
                <a:lnTo>
                  <a:pt x="1231404" y="319849"/>
                </a:lnTo>
                <a:lnTo>
                  <a:pt x="1260703" y="281927"/>
                </a:lnTo>
                <a:lnTo>
                  <a:pt x="1279601" y="237172"/>
                </a:lnTo>
                <a:lnTo>
                  <a:pt x="1286294" y="187363"/>
                </a:lnTo>
                <a:close/>
              </a:path>
              <a:path w="1989454" h="375284">
                <a:moveTo>
                  <a:pt x="1989162" y="56946"/>
                </a:moveTo>
                <a:lnTo>
                  <a:pt x="1293596" y="191554"/>
                </a:lnTo>
                <a:lnTo>
                  <a:pt x="1989162" y="326161"/>
                </a:lnTo>
                <a:lnTo>
                  <a:pt x="1989162" y="56946"/>
                </a:lnTo>
                <a:close/>
              </a:path>
            </a:pathLst>
          </a:custGeom>
          <a:solidFill>
            <a:schemeClr val="accent3">
              <a:lumMod val="75000"/>
            </a:schemeClr>
          </a:solidFill>
        </p:spPr>
        <p:txBody>
          <a:bodyPr wrap="square" lIns="0" tIns="0" rIns="0" bIns="0" rtlCol="0"/>
          <a:lstStyle/>
          <a:p>
            <a:endParaRPr/>
          </a:p>
        </p:txBody>
      </p:sp>
      <p:sp>
        <p:nvSpPr>
          <p:cNvPr id="11" name="object 11">
            <a:extLst>
              <a:ext uri="{FF2B5EF4-FFF2-40B4-BE49-F238E27FC236}">
                <a16:creationId xmlns:a16="http://schemas.microsoft.com/office/drawing/2014/main" id="{64F8C0BA-B007-64E8-8D03-7039B0557052}"/>
              </a:ext>
            </a:extLst>
          </p:cNvPr>
          <p:cNvSpPr txBox="1"/>
          <p:nvPr/>
        </p:nvSpPr>
        <p:spPr>
          <a:xfrm>
            <a:off x="1586881" y="501650"/>
            <a:ext cx="868680" cy="365125"/>
          </a:xfrm>
          <a:prstGeom prst="rect">
            <a:avLst/>
          </a:prstGeom>
        </p:spPr>
        <p:txBody>
          <a:bodyPr vert="horz" wrap="square" lIns="0" tIns="15875" rIns="0" bIns="0" rtlCol="0">
            <a:spAutoFit/>
          </a:bodyPr>
          <a:lstStyle/>
          <a:p>
            <a:pPr marL="12700">
              <a:lnSpc>
                <a:spcPct val="100000"/>
              </a:lnSpc>
              <a:spcBef>
                <a:spcPts val="125"/>
              </a:spcBef>
            </a:pPr>
            <a:r>
              <a:rPr sz="2200" b="1" spc="215" dirty="0">
                <a:solidFill>
                  <a:srgbClr val="FFFFFF"/>
                </a:solidFill>
                <a:latin typeface="Calibri"/>
                <a:cs typeface="Calibri"/>
              </a:rPr>
              <a:t>Jour</a:t>
            </a:r>
            <a:r>
              <a:rPr sz="2200" b="1" spc="130" dirty="0">
                <a:solidFill>
                  <a:srgbClr val="FFFFFF"/>
                </a:solidFill>
                <a:latin typeface="Calibri"/>
                <a:cs typeface="Calibri"/>
              </a:rPr>
              <a:t> </a:t>
            </a:r>
            <a:r>
              <a:rPr sz="2200" b="1" spc="70" dirty="0">
                <a:solidFill>
                  <a:srgbClr val="FFFFFF"/>
                </a:solidFill>
                <a:latin typeface="Calibri"/>
                <a:cs typeface="Calibri"/>
              </a:rPr>
              <a:t>1</a:t>
            </a:r>
            <a:endParaRPr sz="2200" dirty="0">
              <a:latin typeface="Calibri"/>
              <a:cs typeface="Calibri"/>
            </a:endParaRPr>
          </a:p>
        </p:txBody>
      </p:sp>
      <p:grpSp>
        <p:nvGrpSpPr>
          <p:cNvPr id="20" name="object 20">
            <a:extLst>
              <a:ext uri="{FF2B5EF4-FFF2-40B4-BE49-F238E27FC236}">
                <a16:creationId xmlns:a16="http://schemas.microsoft.com/office/drawing/2014/main" id="{50A8831B-82DF-3B15-681C-EE7AC991BDCC}"/>
              </a:ext>
            </a:extLst>
          </p:cNvPr>
          <p:cNvGrpSpPr/>
          <p:nvPr/>
        </p:nvGrpSpPr>
        <p:grpSpPr>
          <a:xfrm>
            <a:off x="3192948" y="329158"/>
            <a:ext cx="462915" cy="462915"/>
            <a:chOff x="4699434" y="2054596"/>
            <a:chExt cx="462915" cy="462915"/>
          </a:xfrm>
        </p:grpSpPr>
        <p:sp>
          <p:nvSpPr>
            <p:cNvPr id="21" name="object 21">
              <a:extLst>
                <a:ext uri="{FF2B5EF4-FFF2-40B4-BE49-F238E27FC236}">
                  <a16:creationId xmlns:a16="http://schemas.microsoft.com/office/drawing/2014/main" id="{5A2F4B30-ED34-5419-5D3F-97DD257CF2FA}"/>
                </a:ext>
              </a:extLst>
            </p:cNvPr>
            <p:cNvSpPr/>
            <p:nvPr/>
          </p:nvSpPr>
          <p:spPr>
            <a:xfrm>
              <a:off x="4713721" y="2068883"/>
              <a:ext cx="434340" cy="434340"/>
            </a:xfrm>
            <a:custGeom>
              <a:avLst/>
              <a:gdLst/>
              <a:ahLst/>
              <a:cxnLst/>
              <a:rect l="l" t="t" r="r" b="b"/>
              <a:pathLst>
                <a:path w="434339" h="434339">
                  <a:moveTo>
                    <a:pt x="217067" y="434134"/>
                  </a:moveTo>
                  <a:lnTo>
                    <a:pt x="167295" y="428402"/>
                  </a:lnTo>
                  <a:lnTo>
                    <a:pt x="121606" y="412071"/>
                  </a:lnTo>
                  <a:lnTo>
                    <a:pt x="81302" y="386447"/>
                  </a:lnTo>
                  <a:lnTo>
                    <a:pt x="47687" y="352832"/>
                  </a:lnTo>
                  <a:lnTo>
                    <a:pt x="22062" y="312528"/>
                  </a:lnTo>
                  <a:lnTo>
                    <a:pt x="5732" y="266839"/>
                  </a:lnTo>
                  <a:lnTo>
                    <a:pt x="0" y="217067"/>
                  </a:lnTo>
                  <a:lnTo>
                    <a:pt x="5732" y="167295"/>
                  </a:lnTo>
                  <a:lnTo>
                    <a:pt x="22062" y="121606"/>
                  </a:lnTo>
                  <a:lnTo>
                    <a:pt x="47687" y="81302"/>
                  </a:lnTo>
                  <a:lnTo>
                    <a:pt x="81302" y="47687"/>
                  </a:lnTo>
                  <a:lnTo>
                    <a:pt x="121606" y="22062"/>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1"/>
                  </a:lnTo>
                  <a:lnTo>
                    <a:pt x="266838" y="428402"/>
                  </a:lnTo>
                  <a:lnTo>
                    <a:pt x="217067" y="434134"/>
                  </a:lnTo>
                  <a:close/>
                </a:path>
              </a:pathLst>
            </a:custGeom>
            <a:solidFill>
              <a:srgbClr val="FFFFFF"/>
            </a:solidFill>
          </p:spPr>
          <p:txBody>
            <a:bodyPr wrap="square" lIns="0" tIns="0" rIns="0" bIns="0" rtlCol="0"/>
            <a:lstStyle/>
            <a:p>
              <a:endParaRPr/>
            </a:p>
          </p:txBody>
        </p:sp>
        <p:sp>
          <p:nvSpPr>
            <p:cNvPr id="22" name="object 22">
              <a:extLst>
                <a:ext uri="{FF2B5EF4-FFF2-40B4-BE49-F238E27FC236}">
                  <a16:creationId xmlns:a16="http://schemas.microsoft.com/office/drawing/2014/main" id="{6BF190D3-ADDF-7CC8-F372-52622CA9A19D}"/>
                </a:ext>
              </a:extLst>
            </p:cNvPr>
            <p:cNvSpPr/>
            <p:nvPr/>
          </p:nvSpPr>
          <p:spPr>
            <a:xfrm>
              <a:off x="4713721" y="2068883"/>
              <a:ext cx="434340" cy="434340"/>
            </a:xfrm>
            <a:custGeom>
              <a:avLst/>
              <a:gdLst/>
              <a:ahLst/>
              <a:cxnLst/>
              <a:rect l="l" t="t" r="r" b="b"/>
              <a:pathLst>
                <a:path w="434339" h="434339">
                  <a:moveTo>
                    <a:pt x="0" y="217067"/>
                  </a:moveTo>
                  <a:lnTo>
                    <a:pt x="5732" y="167295"/>
                  </a:lnTo>
                  <a:lnTo>
                    <a:pt x="22062" y="121606"/>
                  </a:lnTo>
                  <a:lnTo>
                    <a:pt x="47687" y="81302"/>
                  </a:lnTo>
                  <a:lnTo>
                    <a:pt x="81302" y="47687"/>
                  </a:lnTo>
                  <a:lnTo>
                    <a:pt x="121606" y="22062"/>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1"/>
                  </a:lnTo>
                  <a:lnTo>
                    <a:pt x="266838" y="428402"/>
                  </a:lnTo>
                  <a:lnTo>
                    <a:pt x="217067" y="434134"/>
                  </a:lnTo>
                  <a:lnTo>
                    <a:pt x="167295" y="428402"/>
                  </a:lnTo>
                  <a:lnTo>
                    <a:pt x="121606" y="412071"/>
                  </a:lnTo>
                  <a:lnTo>
                    <a:pt x="81302" y="386447"/>
                  </a:lnTo>
                  <a:lnTo>
                    <a:pt x="47687" y="352832"/>
                  </a:lnTo>
                  <a:lnTo>
                    <a:pt x="22062" y="312528"/>
                  </a:lnTo>
                  <a:lnTo>
                    <a:pt x="5732" y="266839"/>
                  </a:lnTo>
                  <a:lnTo>
                    <a:pt x="0" y="217067"/>
                  </a:lnTo>
                  <a:close/>
                </a:path>
              </a:pathLst>
            </a:custGeom>
            <a:ln w="28574">
              <a:solidFill>
                <a:srgbClr val="8CB939"/>
              </a:solidFill>
            </a:ln>
          </p:spPr>
          <p:txBody>
            <a:bodyPr wrap="square" lIns="0" tIns="0" rIns="0" bIns="0" rtlCol="0"/>
            <a:lstStyle/>
            <a:p>
              <a:endParaRPr/>
            </a:p>
          </p:txBody>
        </p:sp>
      </p:grpSp>
      <p:sp>
        <p:nvSpPr>
          <p:cNvPr id="23" name="object 23">
            <a:extLst>
              <a:ext uri="{FF2B5EF4-FFF2-40B4-BE49-F238E27FC236}">
                <a16:creationId xmlns:a16="http://schemas.microsoft.com/office/drawing/2014/main" id="{1F88C577-60EA-37C1-5446-B991DEEDB8FB}"/>
              </a:ext>
            </a:extLst>
          </p:cNvPr>
          <p:cNvSpPr txBox="1"/>
          <p:nvPr/>
        </p:nvSpPr>
        <p:spPr>
          <a:xfrm>
            <a:off x="3325195" y="385319"/>
            <a:ext cx="198755" cy="328295"/>
          </a:xfrm>
          <a:prstGeom prst="rect">
            <a:avLst/>
          </a:prstGeom>
        </p:spPr>
        <p:txBody>
          <a:bodyPr vert="horz" wrap="square" lIns="0" tIns="17145" rIns="0" bIns="0" rtlCol="0">
            <a:spAutoFit/>
          </a:bodyPr>
          <a:lstStyle/>
          <a:p>
            <a:pPr marL="12700">
              <a:lnSpc>
                <a:spcPct val="100000"/>
              </a:lnSpc>
              <a:spcBef>
                <a:spcPts val="135"/>
              </a:spcBef>
            </a:pPr>
            <a:r>
              <a:rPr lang="fr-FR" sz="1950" b="1" spc="114" dirty="0">
                <a:solidFill>
                  <a:srgbClr val="8CB939"/>
                </a:solidFill>
                <a:latin typeface="Calibri"/>
                <a:cs typeface="Calibri"/>
              </a:rPr>
              <a:t>C</a:t>
            </a:r>
            <a:endParaRPr sz="1950" dirty="0">
              <a:latin typeface="Calibri"/>
              <a:cs typeface="Calibri"/>
            </a:endParaRPr>
          </a:p>
        </p:txBody>
      </p:sp>
      <p:sp>
        <p:nvSpPr>
          <p:cNvPr id="26" name="ZoneTexte 25">
            <a:extLst>
              <a:ext uri="{FF2B5EF4-FFF2-40B4-BE49-F238E27FC236}">
                <a16:creationId xmlns:a16="http://schemas.microsoft.com/office/drawing/2014/main" id="{7DEBD800-7990-5149-F2AD-4398B3878F1D}"/>
              </a:ext>
            </a:extLst>
          </p:cNvPr>
          <p:cNvSpPr txBox="1"/>
          <p:nvPr/>
        </p:nvSpPr>
        <p:spPr>
          <a:xfrm>
            <a:off x="4121150" y="786358"/>
            <a:ext cx="6629400" cy="171136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Connexion à GitHub/</a:t>
            </a:r>
            <a:r>
              <a:rPr lang="fr-FR" b="1" spc="195" dirty="0" err="1">
                <a:solidFill>
                  <a:srgbClr val="164052"/>
                </a:solidFill>
                <a:latin typeface="Calibri"/>
                <a:cs typeface="Calibri"/>
              </a:rPr>
              <a:t>GitLab</a:t>
            </a:r>
            <a:endParaRPr lang="fr-FR" b="1" spc="195" dirty="0">
              <a:solidFill>
                <a:srgbClr val="164052"/>
              </a:solidFill>
              <a:latin typeface="Calibri"/>
              <a:cs typeface="Calibri"/>
            </a:endParaRPr>
          </a:p>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Gestion des branches et Pull </a:t>
            </a:r>
            <a:r>
              <a:rPr lang="fr-FR" b="1" spc="195" dirty="0" err="1">
                <a:solidFill>
                  <a:srgbClr val="164052"/>
                </a:solidFill>
                <a:latin typeface="Calibri"/>
                <a:cs typeface="Calibri"/>
              </a:rPr>
              <a:t>Requests</a:t>
            </a:r>
            <a:endParaRPr lang="fr-FR" b="1" spc="195" dirty="0">
              <a:solidFill>
                <a:srgbClr val="164052"/>
              </a:solidFill>
              <a:latin typeface="Calibri"/>
              <a:cs typeface="Calibri"/>
            </a:endParaRPr>
          </a:p>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Vue d’ensemble des outils : Git, Java, </a:t>
            </a:r>
            <a:r>
              <a:rPr lang="fr-FR" b="1" spc="195" dirty="0" err="1">
                <a:solidFill>
                  <a:srgbClr val="164052"/>
                </a:solidFill>
                <a:latin typeface="Calibri"/>
                <a:cs typeface="Calibri"/>
              </a:rPr>
              <a:t>Gradle</a:t>
            </a:r>
            <a:r>
              <a:rPr lang="fr-FR" b="1" spc="195" dirty="0">
                <a:solidFill>
                  <a:srgbClr val="164052"/>
                </a:solidFill>
                <a:latin typeface="Calibri"/>
                <a:cs typeface="Calibri"/>
              </a:rPr>
              <a:t>, Maven</a:t>
            </a:r>
          </a:p>
        </p:txBody>
      </p:sp>
      <p:grpSp>
        <p:nvGrpSpPr>
          <p:cNvPr id="9" name="object 12">
            <a:extLst>
              <a:ext uri="{FF2B5EF4-FFF2-40B4-BE49-F238E27FC236}">
                <a16:creationId xmlns:a16="http://schemas.microsoft.com/office/drawing/2014/main" id="{251BD446-9C21-F45A-8F81-627180A7429A}"/>
              </a:ext>
            </a:extLst>
          </p:cNvPr>
          <p:cNvGrpSpPr/>
          <p:nvPr/>
        </p:nvGrpSpPr>
        <p:grpSpPr>
          <a:xfrm>
            <a:off x="3201035" y="2450679"/>
            <a:ext cx="462915" cy="462915"/>
            <a:chOff x="4708937" y="3286726"/>
            <a:chExt cx="462915" cy="462915"/>
          </a:xfrm>
        </p:grpSpPr>
        <p:sp>
          <p:nvSpPr>
            <p:cNvPr id="16" name="object 13">
              <a:extLst>
                <a:ext uri="{FF2B5EF4-FFF2-40B4-BE49-F238E27FC236}">
                  <a16:creationId xmlns:a16="http://schemas.microsoft.com/office/drawing/2014/main" id="{D6061B9D-3565-7603-00B1-4F0DE9623772}"/>
                </a:ext>
              </a:extLst>
            </p:cNvPr>
            <p:cNvSpPr/>
            <p:nvPr/>
          </p:nvSpPr>
          <p:spPr>
            <a:xfrm>
              <a:off x="4723224" y="3301014"/>
              <a:ext cx="434340" cy="434340"/>
            </a:xfrm>
            <a:custGeom>
              <a:avLst/>
              <a:gdLst/>
              <a:ahLst/>
              <a:cxnLst/>
              <a:rect l="l" t="t" r="r" b="b"/>
              <a:pathLst>
                <a:path w="434339" h="434339">
                  <a:moveTo>
                    <a:pt x="217067" y="434135"/>
                  </a:moveTo>
                  <a:lnTo>
                    <a:pt x="167295" y="428402"/>
                  </a:lnTo>
                  <a:lnTo>
                    <a:pt x="121606" y="412072"/>
                  </a:lnTo>
                  <a:lnTo>
                    <a:pt x="81302" y="386447"/>
                  </a:lnTo>
                  <a:lnTo>
                    <a:pt x="47687" y="352832"/>
                  </a:lnTo>
                  <a:lnTo>
                    <a:pt x="22063" y="312528"/>
                  </a:lnTo>
                  <a:lnTo>
                    <a:pt x="5732" y="266839"/>
                  </a:lnTo>
                  <a:lnTo>
                    <a:pt x="0" y="217067"/>
                  </a:lnTo>
                  <a:lnTo>
                    <a:pt x="5732" y="167296"/>
                  </a:lnTo>
                  <a:lnTo>
                    <a:pt x="22063"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9" y="428402"/>
                  </a:lnTo>
                  <a:lnTo>
                    <a:pt x="217067" y="434135"/>
                  </a:lnTo>
                  <a:close/>
                </a:path>
              </a:pathLst>
            </a:custGeom>
            <a:solidFill>
              <a:srgbClr val="FFFFFF"/>
            </a:solidFill>
          </p:spPr>
          <p:txBody>
            <a:bodyPr wrap="square" lIns="0" tIns="0" rIns="0" bIns="0" rtlCol="0"/>
            <a:lstStyle/>
            <a:p>
              <a:endParaRPr/>
            </a:p>
          </p:txBody>
        </p:sp>
        <p:sp>
          <p:nvSpPr>
            <p:cNvPr id="17" name="object 14">
              <a:extLst>
                <a:ext uri="{FF2B5EF4-FFF2-40B4-BE49-F238E27FC236}">
                  <a16:creationId xmlns:a16="http://schemas.microsoft.com/office/drawing/2014/main" id="{CC4525AE-91CE-44B8-6A50-169481B1684B}"/>
                </a:ext>
              </a:extLst>
            </p:cNvPr>
            <p:cNvSpPr/>
            <p:nvPr/>
          </p:nvSpPr>
          <p:spPr>
            <a:xfrm>
              <a:off x="4723224" y="3301014"/>
              <a:ext cx="434340" cy="434340"/>
            </a:xfrm>
            <a:custGeom>
              <a:avLst/>
              <a:gdLst/>
              <a:ahLst/>
              <a:cxnLst/>
              <a:rect l="l" t="t" r="r" b="b"/>
              <a:pathLst>
                <a:path w="434339" h="434339">
                  <a:moveTo>
                    <a:pt x="0" y="217067"/>
                  </a:moveTo>
                  <a:lnTo>
                    <a:pt x="5732" y="167296"/>
                  </a:lnTo>
                  <a:lnTo>
                    <a:pt x="22063"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9" y="428402"/>
                  </a:lnTo>
                  <a:lnTo>
                    <a:pt x="217067" y="434135"/>
                  </a:lnTo>
                  <a:lnTo>
                    <a:pt x="167295" y="428402"/>
                  </a:lnTo>
                  <a:lnTo>
                    <a:pt x="121606" y="412072"/>
                  </a:lnTo>
                  <a:lnTo>
                    <a:pt x="81302" y="386447"/>
                  </a:lnTo>
                  <a:lnTo>
                    <a:pt x="47687" y="352832"/>
                  </a:lnTo>
                  <a:lnTo>
                    <a:pt x="22063" y="312528"/>
                  </a:lnTo>
                  <a:lnTo>
                    <a:pt x="5732" y="266839"/>
                  </a:lnTo>
                  <a:lnTo>
                    <a:pt x="0" y="217067"/>
                  </a:lnTo>
                  <a:close/>
                </a:path>
              </a:pathLst>
            </a:custGeom>
            <a:ln w="28574">
              <a:solidFill>
                <a:srgbClr val="8CB939"/>
              </a:solidFill>
            </a:ln>
          </p:spPr>
          <p:txBody>
            <a:bodyPr wrap="square" lIns="0" tIns="0" rIns="0" bIns="0" rtlCol="0"/>
            <a:lstStyle/>
            <a:p>
              <a:endParaRPr/>
            </a:p>
          </p:txBody>
        </p:sp>
      </p:grpSp>
      <p:sp>
        <p:nvSpPr>
          <p:cNvPr id="18" name="object 15">
            <a:extLst>
              <a:ext uri="{FF2B5EF4-FFF2-40B4-BE49-F238E27FC236}">
                <a16:creationId xmlns:a16="http://schemas.microsoft.com/office/drawing/2014/main" id="{4CDA6A2A-D590-57D9-0D04-3ADB8F46965F}"/>
              </a:ext>
            </a:extLst>
          </p:cNvPr>
          <p:cNvSpPr txBox="1"/>
          <p:nvPr/>
        </p:nvSpPr>
        <p:spPr>
          <a:xfrm>
            <a:off x="3332875" y="2509099"/>
            <a:ext cx="203200" cy="328295"/>
          </a:xfrm>
          <a:prstGeom prst="rect">
            <a:avLst/>
          </a:prstGeom>
        </p:spPr>
        <p:txBody>
          <a:bodyPr vert="horz" wrap="square" lIns="0" tIns="17145" rIns="0" bIns="0" rtlCol="0">
            <a:spAutoFit/>
          </a:bodyPr>
          <a:lstStyle/>
          <a:p>
            <a:pPr marL="12700">
              <a:lnSpc>
                <a:spcPct val="100000"/>
              </a:lnSpc>
              <a:spcBef>
                <a:spcPts val="135"/>
              </a:spcBef>
            </a:pPr>
            <a:r>
              <a:rPr lang="fr-FR" sz="1950" b="1" spc="250" dirty="0">
                <a:solidFill>
                  <a:srgbClr val="8CB939"/>
                </a:solidFill>
                <a:latin typeface="Calibri"/>
                <a:cs typeface="Calibri"/>
              </a:rPr>
              <a:t>D</a:t>
            </a:r>
            <a:endParaRPr sz="1950" dirty="0">
              <a:latin typeface="Calibri"/>
              <a:cs typeface="Calibri"/>
            </a:endParaRPr>
          </a:p>
        </p:txBody>
      </p:sp>
      <p:sp>
        <p:nvSpPr>
          <p:cNvPr id="19" name="object 7">
            <a:extLst>
              <a:ext uri="{FF2B5EF4-FFF2-40B4-BE49-F238E27FC236}">
                <a16:creationId xmlns:a16="http://schemas.microsoft.com/office/drawing/2014/main" id="{BAEEA990-A979-64C7-6289-9FA68F87BE1F}"/>
              </a:ext>
            </a:extLst>
          </p:cNvPr>
          <p:cNvSpPr txBox="1"/>
          <p:nvPr/>
        </p:nvSpPr>
        <p:spPr>
          <a:xfrm>
            <a:off x="4075430" y="2526879"/>
            <a:ext cx="5867400" cy="351378"/>
          </a:xfrm>
          <a:prstGeom prst="rect">
            <a:avLst/>
          </a:prstGeom>
        </p:spPr>
        <p:txBody>
          <a:bodyPr vert="horz" wrap="square" lIns="0" tIns="12700" rIns="0" bIns="0" rtlCol="0">
            <a:spAutoFit/>
          </a:bodyPr>
          <a:lstStyle/>
          <a:p>
            <a:pPr marL="12700">
              <a:lnSpc>
                <a:spcPct val="100000"/>
              </a:lnSpc>
              <a:spcBef>
                <a:spcPts val="100"/>
              </a:spcBef>
            </a:pPr>
            <a:r>
              <a:rPr sz="2200" b="1" spc="114" dirty="0">
                <a:solidFill>
                  <a:srgbClr val="164052"/>
                </a:solidFill>
                <a:latin typeface="Calibri"/>
                <a:cs typeface="Calibri"/>
              </a:rPr>
              <a:t>Module</a:t>
            </a:r>
            <a:r>
              <a:rPr sz="2200" b="1" spc="130" dirty="0">
                <a:solidFill>
                  <a:srgbClr val="164052"/>
                </a:solidFill>
                <a:latin typeface="Calibri"/>
                <a:cs typeface="Calibri"/>
              </a:rPr>
              <a:t> </a:t>
            </a:r>
            <a:r>
              <a:rPr lang="fr-FR" sz="2200" b="1" spc="125" dirty="0">
                <a:solidFill>
                  <a:srgbClr val="164052"/>
                </a:solidFill>
                <a:latin typeface="Calibri"/>
                <a:cs typeface="Calibri"/>
              </a:rPr>
              <a:t>4</a:t>
            </a:r>
            <a:r>
              <a:rPr sz="2200" b="1" spc="135" dirty="0">
                <a:solidFill>
                  <a:srgbClr val="164052"/>
                </a:solidFill>
                <a:latin typeface="Calibri"/>
                <a:cs typeface="Calibri"/>
              </a:rPr>
              <a:t> </a:t>
            </a:r>
            <a:r>
              <a:rPr sz="2200" b="1" dirty="0">
                <a:solidFill>
                  <a:srgbClr val="164052"/>
                </a:solidFill>
                <a:latin typeface="Calibri"/>
                <a:cs typeface="Calibri"/>
              </a:rPr>
              <a:t>:</a:t>
            </a:r>
            <a:r>
              <a:rPr sz="2200" b="1" spc="135" dirty="0">
                <a:solidFill>
                  <a:srgbClr val="164052"/>
                </a:solidFill>
                <a:latin typeface="Calibri"/>
                <a:cs typeface="Calibri"/>
              </a:rPr>
              <a:t> </a:t>
            </a:r>
            <a:r>
              <a:rPr lang="fr-FR" sz="2200" b="1" spc="155" dirty="0">
                <a:solidFill>
                  <a:srgbClr val="164052"/>
                </a:solidFill>
                <a:latin typeface="Calibri"/>
                <a:cs typeface="Calibri"/>
              </a:rPr>
              <a:t>Les types de projets Jenkins</a:t>
            </a:r>
            <a:endParaRPr sz="2200" dirty="0">
              <a:latin typeface="Calibri"/>
              <a:cs typeface="Calibri"/>
            </a:endParaRPr>
          </a:p>
        </p:txBody>
      </p:sp>
      <p:sp>
        <p:nvSpPr>
          <p:cNvPr id="25" name="ZoneTexte 25">
            <a:extLst>
              <a:ext uri="{FF2B5EF4-FFF2-40B4-BE49-F238E27FC236}">
                <a16:creationId xmlns:a16="http://schemas.microsoft.com/office/drawing/2014/main" id="{C581C280-1D78-EF18-B658-E0DB6384FE1A}"/>
              </a:ext>
            </a:extLst>
          </p:cNvPr>
          <p:cNvSpPr txBox="1"/>
          <p:nvPr/>
        </p:nvSpPr>
        <p:spPr>
          <a:xfrm>
            <a:off x="4121150" y="2953989"/>
            <a:ext cx="6400800" cy="295786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Les différents types de Job</a:t>
            </a:r>
          </a:p>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Avantages des pipelines</a:t>
            </a:r>
          </a:p>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Présentation des pipelines</a:t>
            </a:r>
          </a:p>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Syntaxe Groovy et DSL</a:t>
            </a:r>
          </a:p>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Déclaratif vs </a:t>
            </a:r>
            <a:r>
              <a:rPr lang="fr-FR" b="1" spc="195" dirty="0" err="1">
                <a:solidFill>
                  <a:srgbClr val="164052"/>
                </a:solidFill>
                <a:latin typeface="Calibri"/>
                <a:cs typeface="Calibri"/>
              </a:rPr>
              <a:t>Scripted</a:t>
            </a:r>
            <a:endParaRPr lang="fr-FR" b="1" spc="195" dirty="0">
              <a:solidFill>
                <a:srgbClr val="164052"/>
              </a:solidFill>
              <a:latin typeface="Calibri"/>
              <a:cs typeface="Calibri"/>
            </a:endParaRPr>
          </a:p>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Structure et étapes d’un </a:t>
            </a:r>
            <a:r>
              <a:rPr lang="fr-FR" b="1" spc="195" dirty="0" err="1">
                <a:solidFill>
                  <a:srgbClr val="164052"/>
                </a:solidFill>
                <a:latin typeface="Calibri"/>
                <a:cs typeface="Calibri"/>
              </a:rPr>
              <a:t>Jenkinsfile</a:t>
            </a:r>
            <a:endParaRPr lang="fr-FR" b="1" spc="195" dirty="0">
              <a:solidFill>
                <a:srgbClr val="164052"/>
              </a:solidFill>
              <a:latin typeface="Calibri"/>
              <a:cs typeface="Calibri"/>
            </a:endParaRPr>
          </a:p>
          <a:p>
            <a:pPr>
              <a:lnSpc>
                <a:spcPct val="150000"/>
              </a:lnSpc>
            </a:pPr>
            <a:endParaRPr lang="fr-FR" b="1" spc="195" dirty="0">
              <a:solidFill>
                <a:srgbClr val="164052"/>
              </a:solidFill>
              <a:latin typeface="Calibri"/>
              <a:cs typeface="Calibri"/>
            </a:endParaRPr>
          </a:p>
        </p:txBody>
      </p:sp>
      <p:grpSp>
        <p:nvGrpSpPr>
          <p:cNvPr id="30" name="object 12">
            <a:extLst>
              <a:ext uri="{FF2B5EF4-FFF2-40B4-BE49-F238E27FC236}">
                <a16:creationId xmlns:a16="http://schemas.microsoft.com/office/drawing/2014/main" id="{26874D46-3100-F69C-F81B-5A261D60275D}"/>
              </a:ext>
            </a:extLst>
          </p:cNvPr>
          <p:cNvGrpSpPr/>
          <p:nvPr/>
        </p:nvGrpSpPr>
        <p:grpSpPr>
          <a:xfrm>
            <a:off x="3206750" y="5607050"/>
            <a:ext cx="462915" cy="462915"/>
            <a:chOff x="4708937" y="3286726"/>
            <a:chExt cx="462915" cy="462915"/>
          </a:xfrm>
        </p:grpSpPr>
        <p:sp>
          <p:nvSpPr>
            <p:cNvPr id="31" name="object 13">
              <a:extLst>
                <a:ext uri="{FF2B5EF4-FFF2-40B4-BE49-F238E27FC236}">
                  <a16:creationId xmlns:a16="http://schemas.microsoft.com/office/drawing/2014/main" id="{50AF674D-FCFE-F442-B1BA-85E42A0A0B84}"/>
                </a:ext>
              </a:extLst>
            </p:cNvPr>
            <p:cNvSpPr/>
            <p:nvPr/>
          </p:nvSpPr>
          <p:spPr>
            <a:xfrm>
              <a:off x="4723224" y="3301014"/>
              <a:ext cx="434340" cy="434340"/>
            </a:xfrm>
            <a:custGeom>
              <a:avLst/>
              <a:gdLst/>
              <a:ahLst/>
              <a:cxnLst/>
              <a:rect l="l" t="t" r="r" b="b"/>
              <a:pathLst>
                <a:path w="434339" h="434339">
                  <a:moveTo>
                    <a:pt x="217067" y="434135"/>
                  </a:moveTo>
                  <a:lnTo>
                    <a:pt x="167295" y="428402"/>
                  </a:lnTo>
                  <a:lnTo>
                    <a:pt x="121606" y="412072"/>
                  </a:lnTo>
                  <a:lnTo>
                    <a:pt x="81302" y="386447"/>
                  </a:lnTo>
                  <a:lnTo>
                    <a:pt x="47687" y="352832"/>
                  </a:lnTo>
                  <a:lnTo>
                    <a:pt x="22063" y="312528"/>
                  </a:lnTo>
                  <a:lnTo>
                    <a:pt x="5732" y="266839"/>
                  </a:lnTo>
                  <a:lnTo>
                    <a:pt x="0" y="217067"/>
                  </a:lnTo>
                  <a:lnTo>
                    <a:pt x="5732" y="167296"/>
                  </a:lnTo>
                  <a:lnTo>
                    <a:pt x="22063"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9" y="428402"/>
                  </a:lnTo>
                  <a:lnTo>
                    <a:pt x="217067" y="434135"/>
                  </a:lnTo>
                  <a:close/>
                </a:path>
              </a:pathLst>
            </a:custGeom>
            <a:solidFill>
              <a:srgbClr val="FFFFFF"/>
            </a:solidFill>
          </p:spPr>
          <p:txBody>
            <a:bodyPr wrap="square" lIns="0" tIns="0" rIns="0" bIns="0" rtlCol="0"/>
            <a:lstStyle/>
            <a:p>
              <a:endParaRPr/>
            </a:p>
          </p:txBody>
        </p:sp>
        <p:sp>
          <p:nvSpPr>
            <p:cNvPr id="32" name="object 14">
              <a:extLst>
                <a:ext uri="{FF2B5EF4-FFF2-40B4-BE49-F238E27FC236}">
                  <a16:creationId xmlns:a16="http://schemas.microsoft.com/office/drawing/2014/main" id="{D3916458-A73B-06AA-7C1B-CDCC1C157ABA}"/>
                </a:ext>
              </a:extLst>
            </p:cNvPr>
            <p:cNvSpPr/>
            <p:nvPr/>
          </p:nvSpPr>
          <p:spPr>
            <a:xfrm>
              <a:off x="4723224" y="3301014"/>
              <a:ext cx="434340" cy="434340"/>
            </a:xfrm>
            <a:custGeom>
              <a:avLst/>
              <a:gdLst/>
              <a:ahLst/>
              <a:cxnLst/>
              <a:rect l="l" t="t" r="r" b="b"/>
              <a:pathLst>
                <a:path w="434339" h="434339">
                  <a:moveTo>
                    <a:pt x="0" y="217067"/>
                  </a:moveTo>
                  <a:lnTo>
                    <a:pt x="5732" y="167296"/>
                  </a:lnTo>
                  <a:lnTo>
                    <a:pt x="22063"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9" y="428402"/>
                  </a:lnTo>
                  <a:lnTo>
                    <a:pt x="217067" y="434135"/>
                  </a:lnTo>
                  <a:lnTo>
                    <a:pt x="167295" y="428402"/>
                  </a:lnTo>
                  <a:lnTo>
                    <a:pt x="121606" y="412072"/>
                  </a:lnTo>
                  <a:lnTo>
                    <a:pt x="81302" y="386447"/>
                  </a:lnTo>
                  <a:lnTo>
                    <a:pt x="47687" y="352832"/>
                  </a:lnTo>
                  <a:lnTo>
                    <a:pt x="22063" y="312528"/>
                  </a:lnTo>
                  <a:lnTo>
                    <a:pt x="5732" y="266839"/>
                  </a:lnTo>
                  <a:lnTo>
                    <a:pt x="0" y="217067"/>
                  </a:lnTo>
                  <a:close/>
                </a:path>
              </a:pathLst>
            </a:custGeom>
            <a:ln w="28574">
              <a:solidFill>
                <a:srgbClr val="8CB939"/>
              </a:solidFill>
            </a:ln>
          </p:spPr>
          <p:txBody>
            <a:bodyPr wrap="square" lIns="0" tIns="0" rIns="0" bIns="0" rtlCol="0"/>
            <a:lstStyle/>
            <a:p>
              <a:endParaRPr/>
            </a:p>
          </p:txBody>
        </p:sp>
      </p:grpSp>
      <p:sp>
        <p:nvSpPr>
          <p:cNvPr id="33" name="object 15">
            <a:extLst>
              <a:ext uri="{FF2B5EF4-FFF2-40B4-BE49-F238E27FC236}">
                <a16:creationId xmlns:a16="http://schemas.microsoft.com/office/drawing/2014/main" id="{91936EBD-3517-7010-3E41-72ACE5BEE5D4}"/>
              </a:ext>
            </a:extLst>
          </p:cNvPr>
          <p:cNvSpPr txBox="1"/>
          <p:nvPr/>
        </p:nvSpPr>
        <p:spPr>
          <a:xfrm>
            <a:off x="3206750" y="5665470"/>
            <a:ext cx="203200" cy="328295"/>
          </a:xfrm>
          <a:prstGeom prst="rect">
            <a:avLst/>
          </a:prstGeom>
        </p:spPr>
        <p:txBody>
          <a:bodyPr vert="horz" wrap="square" lIns="0" tIns="17145" rIns="0" bIns="0" rtlCol="0">
            <a:spAutoFit/>
          </a:bodyPr>
          <a:lstStyle/>
          <a:p>
            <a:pPr marL="12700">
              <a:lnSpc>
                <a:spcPct val="100000"/>
              </a:lnSpc>
              <a:spcBef>
                <a:spcPts val="135"/>
              </a:spcBef>
            </a:pPr>
            <a:r>
              <a:rPr lang="fr-FR" sz="2000" dirty="0"/>
              <a:t>🚀</a:t>
            </a:r>
            <a:endParaRPr sz="1950" dirty="0">
              <a:latin typeface="Calibri"/>
              <a:cs typeface="Calibri"/>
            </a:endParaRPr>
          </a:p>
        </p:txBody>
      </p:sp>
      <p:sp>
        <p:nvSpPr>
          <p:cNvPr id="34" name="object 7">
            <a:extLst>
              <a:ext uri="{FF2B5EF4-FFF2-40B4-BE49-F238E27FC236}">
                <a16:creationId xmlns:a16="http://schemas.microsoft.com/office/drawing/2014/main" id="{0AD1DA23-49F4-8C51-102A-FF019A1335B2}"/>
              </a:ext>
            </a:extLst>
          </p:cNvPr>
          <p:cNvSpPr txBox="1"/>
          <p:nvPr/>
        </p:nvSpPr>
        <p:spPr>
          <a:xfrm>
            <a:off x="4044950" y="5688965"/>
            <a:ext cx="5867400" cy="351378"/>
          </a:xfrm>
          <a:prstGeom prst="rect">
            <a:avLst/>
          </a:prstGeom>
        </p:spPr>
        <p:txBody>
          <a:bodyPr vert="horz" wrap="square" lIns="0" tIns="12700" rIns="0" bIns="0" rtlCol="0">
            <a:spAutoFit/>
          </a:bodyPr>
          <a:lstStyle/>
          <a:p>
            <a:pPr marL="12700">
              <a:lnSpc>
                <a:spcPct val="100000"/>
              </a:lnSpc>
              <a:spcBef>
                <a:spcPts val="100"/>
              </a:spcBef>
            </a:pPr>
            <a:r>
              <a:rPr lang="fr-FR" sz="2200" b="1" spc="114" dirty="0">
                <a:solidFill>
                  <a:srgbClr val="164052"/>
                </a:solidFill>
                <a:latin typeface="Calibri"/>
                <a:cs typeface="Calibri"/>
              </a:rPr>
              <a:t>Travaux pratiques</a:t>
            </a:r>
            <a:endParaRPr sz="2200" dirty="0">
              <a:latin typeface="Calibri"/>
              <a:cs typeface="Calibri"/>
            </a:endParaRPr>
          </a:p>
        </p:txBody>
      </p:sp>
      <p:sp>
        <p:nvSpPr>
          <p:cNvPr id="35" name="ZoneTexte 25">
            <a:extLst>
              <a:ext uri="{FF2B5EF4-FFF2-40B4-BE49-F238E27FC236}">
                <a16:creationId xmlns:a16="http://schemas.microsoft.com/office/drawing/2014/main" id="{B77FF75E-8401-A988-DE91-BAD4BD9AF3C4}"/>
              </a:ext>
            </a:extLst>
          </p:cNvPr>
          <p:cNvSpPr txBox="1"/>
          <p:nvPr/>
        </p:nvSpPr>
        <p:spPr>
          <a:xfrm>
            <a:off x="3968750" y="6111199"/>
            <a:ext cx="6553200" cy="88036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Création et exécution d’un pipeline déclaratif</a:t>
            </a:r>
          </a:p>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Modification du pipeline et gestion des logs</a:t>
            </a:r>
          </a:p>
        </p:txBody>
      </p:sp>
    </p:spTree>
    <p:extLst>
      <p:ext uri="{BB962C8B-B14F-4D97-AF65-F5344CB8AC3E}">
        <p14:creationId xmlns:p14="http://schemas.microsoft.com/office/powerpoint/2010/main" val="1329460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760" y="-4762"/>
            <a:ext cx="3495862" cy="7566025"/>
            <a:chOff x="-4762" y="-4762"/>
            <a:chExt cx="5076825" cy="7566025"/>
          </a:xfrm>
          <a:solidFill>
            <a:schemeClr val="tx2">
              <a:lumMod val="75000"/>
            </a:schemeClr>
          </a:solidFill>
        </p:grpSpPr>
        <p:sp>
          <p:nvSpPr>
            <p:cNvPr id="3" name="object 3"/>
            <p:cNvSpPr/>
            <p:nvPr/>
          </p:nvSpPr>
          <p:spPr>
            <a:xfrm>
              <a:off x="0" y="0"/>
              <a:ext cx="4845685" cy="7556500"/>
            </a:xfrm>
            <a:custGeom>
              <a:avLst/>
              <a:gdLst/>
              <a:ahLst/>
              <a:cxnLst/>
              <a:rect l="l" t="t" r="r" b="b"/>
              <a:pathLst>
                <a:path w="4845685" h="7556500">
                  <a:moveTo>
                    <a:pt x="0" y="7556499"/>
                  </a:moveTo>
                  <a:lnTo>
                    <a:pt x="4845130" y="7556499"/>
                  </a:lnTo>
                  <a:lnTo>
                    <a:pt x="4845130" y="0"/>
                  </a:lnTo>
                  <a:lnTo>
                    <a:pt x="0" y="0"/>
                  </a:lnTo>
                  <a:lnTo>
                    <a:pt x="0" y="7556499"/>
                  </a:lnTo>
                  <a:close/>
                </a:path>
              </a:pathLst>
            </a:custGeom>
            <a:grpFill/>
          </p:spPr>
          <p:txBody>
            <a:bodyPr wrap="square" lIns="0" tIns="0" rIns="0" bIns="0" rtlCol="0"/>
            <a:lstStyle/>
            <a:p>
              <a:endParaRPr/>
            </a:p>
          </p:txBody>
        </p:sp>
        <p:sp>
          <p:nvSpPr>
            <p:cNvPr id="4" name="object 4"/>
            <p:cNvSpPr/>
            <p:nvPr/>
          </p:nvSpPr>
          <p:spPr>
            <a:xfrm>
              <a:off x="0" y="0"/>
              <a:ext cx="4885055" cy="7556500"/>
            </a:xfrm>
            <a:custGeom>
              <a:avLst/>
              <a:gdLst/>
              <a:ahLst/>
              <a:cxnLst/>
              <a:rect l="l" t="t" r="r" b="b"/>
              <a:pathLst>
                <a:path w="4885055" h="7556500">
                  <a:moveTo>
                    <a:pt x="0" y="0"/>
                  </a:moveTo>
                  <a:lnTo>
                    <a:pt x="4885024" y="0"/>
                  </a:lnTo>
                  <a:lnTo>
                    <a:pt x="4885024" y="7556499"/>
                  </a:lnTo>
                </a:path>
                <a:path w="4885055" h="7556500">
                  <a:moveTo>
                    <a:pt x="0" y="7556499"/>
                  </a:moveTo>
                  <a:lnTo>
                    <a:pt x="0" y="0"/>
                  </a:lnTo>
                </a:path>
              </a:pathLst>
            </a:custGeom>
            <a:grpFill/>
            <a:ln w="9524">
              <a:solidFill>
                <a:srgbClr val="164052"/>
              </a:solidFill>
            </a:ln>
          </p:spPr>
          <p:txBody>
            <a:bodyPr wrap="square" lIns="0" tIns="0" rIns="0" bIns="0" rtlCol="0"/>
            <a:lstStyle/>
            <a:p>
              <a:endParaRPr/>
            </a:p>
          </p:txBody>
        </p:sp>
        <p:sp>
          <p:nvSpPr>
            <p:cNvPr id="5" name="object 5"/>
            <p:cNvSpPr/>
            <p:nvPr/>
          </p:nvSpPr>
          <p:spPr>
            <a:xfrm>
              <a:off x="4186796" y="12"/>
              <a:ext cx="885190" cy="7556500"/>
            </a:xfrm>
            <a:custGeom>
              <a:avLst/>
              <a:gdLst/>
              <a:ahLst/>
              <a:cxnLst/>
              <a:rect l="l" t="t" r="r" b="b"/>
              <a:pathLst>
                <a:path w="885189" h="7556500">
                  <a:moveTo>
                    <a:pt x="884694" y="0"/>
                  </a:moveTo>
                  <a:lnTo>
                    <a:pt x="658329" y="0"/>
                  </a:lnTo>
                  <a:lnTo>
                    <a:pt x="658329" y="945007"/>
                  </a:lnTo>
                  <a:lnTo>
                    <a:pt x="0" y="1072400"/>
                  </a:lnTo>
                  <a:lnTo>
                    <a:pt x="658329" y="1199807"/>
                  </a:lnTo>
                  <a:lnTo>
                    <a:pt x="658329" y="7556487"/>
                  </a:lnTo>
                  <a:lnTo>
                    <a:pt x="884694" y="7556487"/>
                  </a:lnTo>
                  <a:lnTo>
                    <a:pt x="884694" y="0"/>
                  </a:lnTo>
                  <a:close/>
                </a:path>
              </a:pathLst>
            </a:custGeom>
            <a:solidFill>
              <a:schemeClr val="accent5"/>
            </a:solidFill>
          </p:spPr>
          <p:txBody>
            <a:bodyPr wrap="square" lIns="0" tIns="0" rIns="0" bIns="0" rtlCol="0"/>
            <a:lstStyle/>
            <a:p>
              <a:endParaRPr/>
            </a:p>
          </p:txBody>
        </p:sp>
      </p:grpSp>
      <p:sp>
        <p:nvSpPr>
          <p:cNvPr id="6" name="object 6"/>
          <p:cNvSpPr txBox="1"/>
          <p:nvPr/>
        </p:nvSpPr>
        <p:spPr>
          <a:xfrm>
            <a:off x="539750" y="2642525"/>
            <a:ext cx="2287905" cy="574040"/>
          </a:xfrm>
          <a:prstGeom prst="rect">
            <a:avLst/>
          </a:prstGeom>
        </p:spPr>
        <p:txBody>
          <a:bodyPr vert="horz" wrap="square" lIns="0" tIns="12700" rIns="0" bIns="0" rtlCol="0">
            <a:spAutoFit/>
          </a:bodyPr>
          <a:lstStyle/>
          <a:p>
            <a:pPr marL="12700">
              <a:lnSpc>
                <a:spcPct val="100000"/>
              </a:lnSpc>
              <a:spcBef>
                <a:spcPts val="100"/>
              </a:spcBef>
            </a:pPr>
            <a:r>
              <a:rPr sz="3600" b="1" spc="204" dirty="0">
                <a:solidFill>
                  <a:srgbClr val="FFFFFF"/>
                </a:solidFill>
                <a:latin typeface="Calibri"/>
                <a:cs typeface="Calibri"/>
              </a:rPr>
              <a:t>Calendrier</a:t>
            </a:r>
            <a:endParaRPr sz="3600" dirty="0">
              <a:latin typeface="Calibri"/>
              <a:cs typeface="Calibri"/>
            </a:endParaRPr>
          </a:p>
        </p:txBody>
      </p:sp>
      <p:sp>
        <p:nvSpPr>
          <p:cNvPr id="7" name="object 7"/>
          <p:cNvSpPr/>
          <p:nvPr/>
        </p:nvSpPr>
        <p:spPr>
          <a:xfrm>
            <a:off x="1606550" y="890652"/>
            <a:ext cx="1286510" cy="375285"/>
          </a:xfrm>
          <a:custGeom>
            <a:avLst/>
            <a:gdLst/>
            <a:ahLst/>
            <a:cxnLst/>
            <a:rect l="l" t="t" r="r" b="b"/>
            <a:pathLst>
              <a:path w="1286510" h="375284">
                <a:moveTo>
                  <a:pt x="1098919" y="374726"/>
                </a:moveTo>
                <a:lnTo>
                  <a:pt x="187363" y="374726"/>
                </a:lnTo>
                <a:lnTo>
                  <a:pt x="137554" y="368034"/>
                </a:lnTo>
                <a:lnTo>
                  <a:pt x="92797" y="349146"/>
                </a:lnTo>
                <a:lnTo>
                  <a:pt x="54877" y="319849"/>
                </a:lnTo>
                <a:lnTo>
                  <a:pt x="25580" y="281929"/>
                </a:lnTo>
                <a:lnTo>
                  <a:pt x="6692" y="237172"/>
                </a:lnTo>
                <a:lnTo>
                  <a:pt x="0" y="187363"/>
                </a:lnTo>
                <a:lnTo>
                  <a:pt x="6692" y="137554"/>
                </a:lnTo>
                <a:lnTo>
                  <a:pt x="25580" y="92797"/>
                </a:lnTo>
                <a:lnTo>
                  <a:pt x="54877" y="54877"/>
                </a:lnTo>
                <a:lnTo>
                  <a:pt x="92797" y="25580"/>
                </a:lnTo>
                <a:lnTo>
                  <a:pt x="137554" y="6692"/>
                </a:lnTo>
                <a:lnTo>
                  <a:pt x="187363" y="0"/>
                </a:lnTo>
                <a:lnTo>
                  <a:pt x="1098919" y="0"/>
                </a:lnTo>
                <a:lnTo>
                  <a:pt x="1170620" y="14262"/>
                </a:lnTo>
                <a:lnTo>
                  <a:pt x="1231405" y="54877"/>
                </a:lnTo>
                <a:lnTo>
                  <a:pt x="1272020" y="115662"/>
                </a:lnTo>
                <a:lnTo>
                  <a:pt x="1286283" y="187363"/>
                </a:lnTo>
                <a:lnTo>
                  <a:pt x="1279590" y="237172"/>
                </a:lnTo>
                <a:lnTo>
                  <a:pt x="1260702" y="281929"/>
                </a:lnTo>
                <a:lnTo>
                  <a:pt x="1231405" y="319849"/>
                </a:lnTo>
                <a:lnTo>
                  <a:pt x="1193485" y="349146"/>
                </a:lnTo>
                <a:lnTo>
                  <a:pt x="1148728" y="368034"/>
                </a:lnTo>
                <a:lnTo>
                  <a:pt x="1098919" y="374726"/>
                </a:lnTo>
                <a:close/>
              </a:path>
            </a:pathLst>
          </a:custGeom>
          <a:solidFill>
            <a:schemeClr val="accent5"/>
          </a:solidFill>
        </p:spPr>
        <p:txBody>
          <a:bodyPr wrap="square" lIns="0" tIns="0" rIns="0" bIns="0" rtlCol="0"/>
          <a:lstStyle/>
          <a:p>
            <a:endParaRPr/>
          </a:p>
        </p:txBody>
      </p:sp>
      <p:sp>
        <p:nvSpPr>
          <p:cNvPr id="8" name="object 8"/>
          <p:cNvSpPr txBox="1"/>
          <p:nvPr/>
        </p:nvSpPr>
        <p:spPr>
          <a:xfrm>
            <a:off x="1721857" y="882557"/>
            <a:ext cx="868680" cy="365125"/>
          </a:xfrm>
          <a:prstGeom prst="rect">
            <a:avLst/>
          </a:prstGeom>
        </p:spPr>
        <p:txBody>
          <a:bodyPr vert="horz" wrap="square" lIns="0" tIns="15875" rIns="0" bIns="0" rtlCol="0">
            <a:spAutoFit/>
          </a:bodyPr>
          <a:lstStyle/>
          <a:p>
            <a:pPr marL="12700">
              <a:lnSpc>
                <a:spcPct val="100000"/>
              </a:lnSpc>
              <a:spcBef>
                <a:spcPts val="125"/>
              </a:spcBef>
            </a:pPr>
            <a:r>
              <a:rPr sz="2200" b="1" spc="215" dirty="0">
                <a:solidFill>
                  <a:srgbClr val="FFFFFF"/>
                </a:solidFill>
                <a:latin typeface="Calibri"/>
                <a:cs typeface="Calibri"/>
              </a:rPr>
              <a:t>Jour</a:t>
            </a:r>
            <a:r>
              <a:rPr sz="2200" b="1" spc="130" dirty="0">
                <a:solidFill>
                  <a:srgbClr val="FFFFFF"/>
                </a:solidFill>
                <a:latin typeface="Calibri"/>
                <a:cs typeface="Calibri"/>
              </a:rPr>
              <a:t> </a:t>
            </a:r>
            <a:r>
              <a:rPr sz="2200" b="1" spc="70" dirty="0">
                <a:solidFill>
                  <a:srgbClr val="FFFFFF"/>
                </a:solidFill>
                <a:latin typeface="Calibri"/>
                <a:cs typeface="Calibri"/>
              </a:rPr>
              <a:t>2</a:t>
            </a:r>
            <a:endParaRPr sz="2200" dirty="0">
              <a:latin typeface="Calibri"/>
              <a:cs typeface="Calibri"/>
            </a:endParaRPr>
          </a:p>
        </p:txBody>
      </p:sp>
      <p:sp>
        <p:nvSpPr>
          <p:cNvPr id="9" name="object 9"/>
          <p:cNvSpPr txBox="1"/>
          <p:nvPr/>
        </p:nvSpPr>
        <p:spPr>
          <a:xfrm>
            <a:off x="4044950" y="290538"/>
            <a:ext cx="6324600" cy="351378"/>
          </a:xfrm>
          <a:prstGeom prst="rect">
            <a:avLst/>
          </a:prstGeom>
        </p:spPr>
        <p:txBody>
          <a:bodyPr vert="horz" wrap="square" lIns="0" tIns="12700" rIns="0" bIns="0" rtlCol="0">
            <a:spAutoFit/>
          </a:bodyPr>
          <a:lstStyle/>
          <a:p>
            <a:pPr marL="12700" marR="5080">
              <a:lnSpc>
                <a:spcPct val="100000"/>
              </a:lnSpc>
              <a:spcBef>
                <a:spcPts val="100"/>
              </a:spcBef>
            </a:pPr>
            <a:r>
              <a:rPr sz="2200" b="1" spc="114" dirty="0">
                <a:solidFill>
                  <a:srgbClr val="164052"/>
                </a:solidFill>
                <a:latin typeface="Calibri"/>
                <a:cs typeface="Calibri"/>
              </a:rPr>
              <a:t>Module</a:t>
            </a:r>
            <a:r>
              <a:rPr sz="2200" b="1" spc="130" dirty="0">
                <a:solidFill>
                  <a:srgbClr val="164052"/>
                </a:solidFill>
                <a:latin typeface="Calibri"/>
                <a:cs typeface="Calibri"/>
              </a:rPr>
              <a:t> </a:t>
            </a:r>
            <a:r>
              <a:rPr lang="fr-FR" sz="2200" b="1" spc="125" dirty="0">
                <a:solidFill>
                  <a:srgbClr val="164052"/>
                </a:solidFill>
                <a:latin typeface="Calibri"/>
                <a:cs typeface="Calibri"/>
              </a:rPr>
              <a:t>5</a:t>
            </a:r>
            <a:r>
              <a:rPr sz="2200" b="1" spc="130" dirty="0">
                <a:solidFill>
                  <a:srgbClr val="164052"/>
                </a:solidFill>
                <a:latin typeface="Calibri"/>
                <a:cs typeface="Calibri"/>
              </a:rPr>
              <a:t> </a:t>
            </a:r>
            <a:r>
              <a:rPr sz="2200" b="1" dirty="0">
                <a:solidFill>
                  <a:srgbClr val="164052"/>
                </a:solidFill>
                <a:latin typeface="Calibri"/>
                <a:cs typeface="Calibri"/>
              </a:rPr>
              <a:t>:</a:t>
            </a:r>
            <a:r>
              <a:rPr sz="2200" b="1" spc="135" dirty="0">
                <a:solidFill>
                  <a:srgbClr val="164052"/>
                </a:solidFill>
                <a:latin typeface="Calibri"/>
                <a:cs typeface="Calibri"/>
              </a:rPr>
              <a:t> </a:t>
            </a:r>
            <a:r>
              <a:rPr lang="fr-FR" sz="2200" b="1" spc="120" dirty="0">
                <a:solidFill>
                  <a:srgbClr val="164052"/>
                </a:solidFill>
                <a:latin typeface="Calibri"/>
                <a:cs typeface="Calibri"/>
              </a:rPr>
              <a:t>Configuration avancée des pipelines</a:t>
            </a:r>
            <a:endParaRPr sz="2200" dirty="0">
              <a:latin typeface="Calibri"/>
              <a:cs typeface="Calibri"/>
            </a:endParaRPr>
          </a:p>
        </p:txBody>
      </p:sp>
      <p:grpSp>
        <p:nvGrpSpPr>
          <p:cNvPr id="10" name="object 10"/>
          <p:cNvGrpSpPr/>
          <p:nvPr/>
        </p:nvGrpSpPr>
        <p:grpSpPr>
          <a:xfrm>
            <a:off x="3178192" y="273050"/>
            <a:ext cx="462915" cy="462915"/>
            <a:chOff x="4700469" y="3122554"/>
            <a:chExt cx="462915" cy="462915"/>
          </a:xfrm>
        </p:grpSpPr>
        <p:sp>
          <p:nvSpPr>
            <p:cNvPr id="11" name="object 11"/>
            <p:cNvSpPr/>
            <p:nvPr/>
          </p:nvSpPr>
          <p:spPr>
            <a:xfrm>
              <a:off x="4714756" y="3136842"/>
              <a:ext cx="434340" cy="434340"/>
            </a:xfrm>
            <a:custGeom>
              <a:avLst/>
              <a:gdLst/>
              <a:ahLst/>
              <a:cxnLst/>
              <a:rect l="l" t="t" r="r" b="b"/>
              <a:pathLst>
                <a:path w="434339" h="434339">
                  <a:moveTo>
                    <a:pt x="217067" y="434134"/>
                  </a:moveTo>
                  <a:lnTo>
                    <a:pt x="167295" y="428402"/>
                  </a:lnTo>
                  <a:lnTo>
                    <a:pt x="121606" y="412071"/>
                  </a:lnTo>
                  <a:lnTo>
                    <a:pt x="81302" y="386447"/>
                  </a:lnTo>
                  <a:lnTo>
                    <a:pt x="47687" y="352832"/>
                  </a:lnTo>
                  <a:lnTo>
                    <a:pt x="22063" y="312528"/>
                  </a:lnTo>
                  <a:lnTo>
                    <a:pt x="5732" y="266839"/>
                  </a:lnTo>
                  <a:lnTo>
                    <a:pt x="0" y="217067"/>
                  </a:lnTo>
                  <a:lnTo>
                    <a:pt x="5732" y="167295"/>
                  </a:lnTo>
                  <a:lnTo>
                    <a:pt x="22063" y="121606"/>
                  </a:lnTo>
                  <a:lnTo>
                    <a:pt x="47687" y="81302"/>
                  </a:lnTo>
                  <a:lnTo>
                    <a:pt x="81302" y="47687"/>
                  </a:lnTo>
                  <a:lnTo>
                    <a:pt x="121606" y="22062"/>
                  </a:lnTo>
                  <a:lnTo>
                    <a:pt x="167295" y="5732"/>
                  </a:lnTo>
                  <a:lnTo>
                    <a:pt x="217067" y="0"/>
                  </a:lnTo>
                  <a:lnTo>
                    <a:pt x="259613" y="4209"/>
                  </a:lnTo>
                  <a:lnTo>
                    <a:pt x="300135" y="16523"/>
                  </a:lnTo>
                  <a:lnTo>
                    <a:pt x="337496" y="36469"/>
                  </a:lnTo>
                  <a:lnTo>
                    <a:pt x="370557" y="63577"/>
                  </a:lnTo>
                  <a:lnTo>
                    <a:pt x="397665" y="96638"/>
                  </a:lnTo>
                  <a:lnTo>
                    <a:pt x="417611" y="133999"/>
                  </a:lnTo>
                  <a:lnTo>
                    <a:pt x="429925" y="174521"/>
                  </a:lnTo>
                  <a:lnTo>
                    <a:pt x="434135" y="217067"/>
                  </a:lnTo>
                  <a:lnTo>
                    <a:pt x="428402" y="266839"/>
                  </a:lnTo>
                  <a:lnTo>
                    <a:pt x="412072" y="312528"/>
                  </a:lnTo>
                  <a:lnTo>
                    <a:pt x="386447" y="352832"/>
                  </a:lnTo>
                  <a:lnTo>
                    <a:pt x="352832" y="386447"/>
                  </a:lnTo>
                  <a:lnTo>
                    <a:pt x="312528" y="412071"/>
                  </a:lnTo>
                  <a:lnTo>
                    <a:pt x="266839" y="428402"/>
                  </a:lnTo>
                  <a:lnTo>
                    <a:pt x="217067" y="434134"/>
                  </a:lnTo>
                  <a:close/>
                </a:path>
              </a:pathLst>
            </a:custGeom>
            <a:solidFill>
              <a:srgbClr val="FFFFFF"/>
            </a:solidFill>
            <a:ln>
              <a:solidFill>
                <a:schemeClr val="accent5"/>
              </a:solidFill>
            </a:ln>
          </p:spPr>
          <p:txBody>
            <a:bodyPr wrap="square" lIns="0" tIns="0" rIns="0" bIns="0" rtlCol="0"/>
            <a:lstStyle/>
            <a:p>
              <a:endParaRPr/>
            </a:p>
          </p:txBody>
        </p:sp>
        <p:sp>
          <p:nvSpPr>
            <p:cNvPr id="12" name="object 12"/>
            <p:cNvSpPr/>
            <p:nvPr/>
          </p:nvSpPr>
          <p:spPr>
            <a:xfrm>
              <a:off x="4714756" y="3136842"/>
              <a:ext cx="434340" cy="434340"/>
            </a:xfrm>
            <a:custGeom>
              <a:avLst/>
              <a:gdLst/>
              <a:ahLst/>
              <a:cxnLst/>
              <a:rect l="l" t="t" r="r" b="b"/>
              <a:pathLst>
                <a:path w="434339" h="434339">
                  <a:moveTo>
                    <a:pt x="0" y="217067"/>
                  </a:moveTo>
                  <a:lnTo>
                    <a:pt x="5732" y="167295"/>
                  </a:lnTo>
                  <a:lnTo>
                    <a:pt x="22063" y="121606"/>
                  </a:lnTo>
                  <a:lnTo>
                    <a:pt x="47687" y="81302"/>
                  </a:lnTo>
                  <a:lnTo>
                    <a:pt x="81302" y="47687"/>
                  </a:lnTo>
                  <a:lnTo>
                    <a:pt x="121606" y="22062"/>
                  </a:lnTo>
                  <a:lnTo>
                    <a:pt x="167295" y="5732"/>
                  </a:lnTo>
                  <a:lnTo>
                    <a:pt x="217067" y="0"/>
                  </a:lnTo>
                  <a:lnTo>
                    <a:pt x="259613" y="4209"/>
                  </a:lnTo>
                  <a:lnTo>
                    <a:pt x="300135" y="16523"/>
                  </a:lnTo>
                  <a:lnTo>
                    <a:pt x="337496" y="36469"/>
                  </a:lnTo>
                  <a:lnTo>
                    <a:pt x="370557" y="63577"/>
                  </a:lnTo>
                  <a:lnTo>
                    <a:pt x="397665" y="96638"/>
                  </a:lnTo>
                  <a:lnTo>
                    <a:pt x="417611" y="133999"/>
                  </a:lnTo>
                  <a:lnTo>
                    <a:pt x="429925" y="174521"/>
                  </a:lnTo>
                  <a:lnTo>
                    <a:pt x="434135" y="217067"/>
                  </a:lnTo>
                  <a:lnTo>
                    <a:pt x="428402" y="266839"/>
                  </a:lnTo>
                  <a:lnTo>
                    <a:pt x="412072" y="312528"/>
                  </a:lnTo>
                  <a:lnTo>
                    <a:pt x="386447" y="352832"/>
                  </a:lnTo>
                  <a:lnTo>
                    <a:pt x="352832" y="386447"/>
                  </a:lnTo>
                  <a:lnTo>
                    <a:pt x="312528" y="412071"/>
                  </a:lnTo>
                  <a:lnTo>
                    <a:pt x="266839" y="428402"/>
                  </a:lnTo>
                  <a:lnTo>
                    <a:pt x="217067" y="434134"/>
                  </a:lnTo>
                  <a:lnTo>
                    <a:pt x="167295" y="428402"/>
                  </a:lnTo>
                  <a:lnTo>
                    <a:pt x="121606" y="412071"/>
                  </a:lnTo>
                  <a:lnTo>
                    <a:pt x="81302" y="386447"/>
                  </a:lnTo>
                  <a:lnTo>
                    <a:pt x="47687" y="352832"/>
                  </a:lnTo>
                  <a:lnTo>
                    <a:pt x="22063" y="312528"/>
                  </a:lnTo>
                  <a:lnTo>
                    <a:pt x="5732" y="266839"/>
                  </a:lnTo>
                  <a:lnTo>
                    <a:pt x="0" y="217067"/>
                  </a:lnTo>
                  <a:close/>
                </a:path>
              </a:pathLst>
            </a:custGeom>
            <a:ln w="28574">
              <a:solidFill>
                <a:schemeClr val="accent5"/>
              </a:solidFill>
            </a:ln>
          </p:spPr>
          <p:txBody>
            <a:bodyPr wrap="square" lIns="0" tIns="0" rIns="0" bIns="0" rtlCol="0"/>
            <a:lstStyle/>
            <a:p>
              <a:endParaRPr/>
            </a:p>
          </p:txBody>
        </p:sp>
      </p:grpSp>
      <p:sp>
        <p:nvSpPr>
          <p:cNvPr id="13" name="object 13"/>
          <p:cNvSpPr txBox="1"/>
          <p:nvPr/>
        </p:nvSpPr>
        <p:spPr>
          <a:xfrm>
            <a:off x="3315120" y="329211"/>
            <a:ext cx="189230" cy="328295"/>
          </a:xfrm>
          <a:prstGeom prst="rect">
            <a:avLst/>
          </a:prstGeom>
        </p:spPr>
        <p:txBody>
          <a:bodyPr vert="horz" wrap="square" lIns="0" tIns="17145" rIns="0" bIns="0" rtlCol="0">
            <a:spAutoFit/>
          </a:bodyPr>
          <a:lstStyle/>
          <a:p>
            <a:pPr marL="12700">
              <a:lnSpc>
                <a:spcPct val="100000"/>
              </a:lnSpc>
              <a:spcBef>
                <a:spcPts val="135"/>
              </a:spcBef>
            </a:pPr>
            <a:r>
              <a:rPr lang="fr-FR" sz="1950" b="1" spc="280" dirty="0">
                <a:solidFill>
                  <a:schemeClr val="accent5"/>
                </a:solidFill>
                <a:latin typeface="Calibri"/>
                <a:cs typeface="Calibri"/>
              </a:rPr>
              <a:t>E</a:t>
            </a:r>
            <a:endParaRPr sz="1950" dirty="0">
              <a:solidFill>
                <a:schemeClr val="accent5"/>
              </a:solidFill>
              <a:latin typeface="Calibri"/>
              <a:cs typeface="Calibri"/>
            </a:endParaRPr>
          </a:p>
        </p:txBody>
      </p:sp>
      <p:sp>
        <p:nvSpPr>
          <p:cNvPr id="25" name="object 7"/>
          <p:cNvSpPr txBox="1"/>
          <p:nvPr/>
        </p:nvSpPr>
        <p:spPr>
          <a:xfrm>
            <a:off x="4044950" y="2619368"/>
            <a:ext cx="3571240" cy="351378"/>
          </a:xfrm>
          <a:prstGeom prst="rect">
            <a:avLst/>
          </a:prstGeom>
        </p:spPr>
        <p:txBody>
          <a:bodyPr vert="horz" wrap="square" lIns="0" tIns="12700" rIns="0" bIns="0" rtlCol="0">
            <a:spAutoFit/>
          </a:bodyPr>
          <a:lstStyle/>
          <a:p>
            <a:pPr marL="12700" marR="5080">
              <a:lnSpc>
                <a:spcPct val="100000"/>
              </a:lnSpc>
              <a:spcBef>
                <a:spcPts val="100"/>
              </a:spcBef>
            </a:pPr>
            <a:r>
              <a:rPr lang="fr-FR" sz="2200" b="1" spc="114" dirty="0">
                <a:solidFill>
                  <a:srgbClr val="164052"/>
                </a:solidFill>
                <a:latin typeface="Calibri"/>
                <a:cs typeface="Calibri"/>
              </a:rPr>
              <a:t>Travaux pratiques</a:t>
            </a:r>
            <a:endParaRPr sz="2200" dirty="0">
              <a:latin typeface="Calibri"/>
              <a:cs typeface="Calibri"/>
            </a:endParaRPr>
          </a:p>
        </p:txBody>
      </p:sp>
      <p:grpSp>
        <p:nvGrpSpPr>
          <p:cNvPr id="26" name="object 10"/>
          <p:cNvGrpSpPr/>
          <p:nvPr/>
        </p:nvGrpSpPr>
        <p:grpSpPr>
          <a:xfrm>
            <a:off x="3195161" y="2559050"/>
            <a:ext cx="462915" cy="462915"/>
            <a:chOff x="4717438" y="1463675"/>
            <a:chExt cx="462915" cy="462915"/>
          </a:xfrm>
        </p:grpSpPr>
        <p:sp>
          <p:nvSpPr>
            <p:cNvPr id="27" name="object 11"/>
            <p:cNvSpPr/>
            <p:nvPr/>
          </p:nvSpPr>
          <p:spPr>
            <a:xfrm>
              <a:off x="4731726" y="1477962"/>
              <a:ext cx="434340" cy="434340"/>
            </a:xfrm>
            <a:custGeom>
              <a:avLst/>
              <a:gdLst/>
              <a:ahLst/>
              <a:cxnLst/>
              <a:rect l="l" t="t" r="r" b="b"/>
              <a:pathLst>
                <a:path w="434339" h="434339">
                  <a:moveTo>
                    <a:pt x="217067" y="434134"/>
                  </a:moveTo>
                  <a:lnTo>
                    <a:pt x="167295" y="428402"/>
                  </a:lnTo>
                  <a:lnTo>
                    <a:pt x="121606" y="412071"/>
                  </a:lnTo>
                  <a:lnTo>
                    <a:pt x="81302" y="386447"/>
                  </a:lnTo>
                  <a:lnTo>
                    <a:pt x="47687" y="352832"/>
                  </a:lnTo>
                  <a:lnTo>
                    <a:pt x="22062" y="312528"/>
                  </a:lnTo>
                  <a:lnTo>
                    <a:pt x="5732" y="266839"/>
                  </a:lnTo>
                  <a:lnTo>
                    <a:pt x="0" y="217067"/>
                  </a:ln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1"/>
                  </a:lnTo>
                  <a:lnTo>
                    <a:pt x="434134" y="217067"/>
                  </a:lnTo>
                  <a:lnTo>
                    <a:pt x="428402" y="266839"/>
                  </a:lnTo>
                  <a:lnTo>
                    <a:pt x="412071" y="312528"/>
                  </a:lnTo>
                  <a:lnTo>
                    <a:pt x="386447" y="352832"/>
                  </a:lnTo>
                  <a:lnTo>
                    <a:pt x="352832" y="386447"/>
                  </a:lnTo>
                  <a:lnTo>
                    <a:pt x="312528" y="412071"/>
                  </a:lnTo>
                  <a:lnTo>
                    <a:pt x="266838" y="428402"/>
                  </a:lnTo>
                  <a:lnTo>
                    <a:pt x="217067" y="434134"/>
                  </a:lnTo>
                  <a:close/>
                </a:path>
              </a:pathLst>
            </a:custGeom>
            <a:solidFill>
              <a:srgbClr val="FFFFFF"/>
            </a:solidFill>
            <a:ln>
              <a:solidFill>
                <a:schemeClr val="accent5"/>
              </a:solidFill>
            </a:ln>
          </p:spPr>
          <p:txBody>
            <a:bodyPr wrap="square" lIns="0" tIns="0" rIns="0" bIns="0" rtlCol="0"/>
            <a:lstStyle/>
            <a:p>
              <a:endParaRPr/>
            </a:p>
          </p:txBody>
        </p:sp>
        <p:sp>
          <p:nvSpPr>
            <p:cNvPr id="28" name="object 12"/>
            <p:cNvSpPr/>
            <p:nvPr/>
          </p:nvSpPr>
          <p:spPr>
            <a:xfrm>
              <a:off x="4731726" y="1477962"/>
              <a:ext cx="434340" cy="434340"/>
            </a:xfrm>
            <a:custGeom>
              <a:avLst/>
              <a:gdLst/>
              <a:ahLst/>
              <a:cxnLst/>
              <a:rect l="l" t="t" r="r" b="b"/>
              <a:pathLst>
                <a:path w="434339" h="434339">
                  <a:moveTo>
                    <a:pt x="0" y="217067"/>
                  </a:move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1"/>
                  </a:lnTo>
                  <a:lnTo>
                    <a:pt x="434134" y="217067"/>
                  </a:lnTo>
                  <a:lnTo>
                    <a:pt x="428402" y="266839"/>
                  </a:lnTo>
                  <a:lnTo>
                    <a:pt x="412071" y="312528"/>
                  </a:lnTo>
                  <a:lnTo>
                    <a:pt x="386447" y="352832"/>
                  </a:lnTo>
                  <a:lnTo>
                    <a:pt x="352832" y="386447"/>
                  </a:lnTo>
                  <a:lnTo>
                    <a:pt x="312528" y="412071"/>
                  </a:lnTo>
                  <a:lnTo>
                    <a:pt x="266838" y="428402"/>
                  </a:lnTo>
                  <a:lnTo>
                    <a:pt x="217067" y="434134"/>
                  </a:lnTo>
                  <a:lnTo>
                    <a:pt x="167295" y="428402"/>
                  </a:lnTo>
                  <a:lnTo>
                    <a:pt x="121606" y="412071"/>
                  </a:lnTo>
                  <a:lnTo>
                    <a:pt x="81302" y="386447"/>
                  </a:lnTo>
                  <a:lnTo>
                    <a:pt x="47687" y="352832"/>
                  </a:lnTo>
                  <a:lnTo>
                    <a:pt x="22062" y="312528"/>
                  </a:lnTo>
                  <a:lnTo>
                    <a:pt x="5732" y="266839"/>
                  </a:lnTo>
                  <a:lnTo>
                    <a:pt x="0" y="217067"/>
                  </a:lnTo>
                  <a:close/>
                </a:path>
              </a:pathLst>
            </a:custGeom>
            <a:ln w="28574">
              <a:solidFill>
                <a:schemeClr val="accent5"/>
              </a:solidFill>
            </a:ln>
          </p:spPr>
          <p:txBody>
            <a:bodyPr wrap="square" lIns="0" tIns="0" rIns="0" bIns="0" rtlCol="0"/>
            <a:lstStyle/>
            <a:p>
              <a:endParaRPr/>
            </a:p>
          </p:txBody>
        </p:sp>
      </p:grpSp>
      <p:sp>
        <p:nvSpPr>
          <p:cNvPr id="19" name="ZoneTexte 18"/>
          <p:cNvSpPr txBox="1"/>
          <p:nvPr/>
        </p:nvSpPr>
        <p:spPr>
          <a:xfrm>
            <a:off x="4044950" y="806450"/>
            <a:ext cx="6553200" cy="171136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Plugins Jenkins</a:t>
            </a:r>
          </a:p>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Paramètres et variables d’environnement</a:t>
            </a:r>
          </a:p>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Artefacts et empreintes</a:t>
            </a:r>
          </a:p>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Gestion des identifiants (secrets/</a:t>
            </a:r>
            <a:r>
              <a:rPr lang="fr-FR" b="1" spc="195" dirty="0" err="1">
                <a:solidFill>
                  <a:srgbClr val="164052"/>
                </a:solidFill>
                <a:latin typeface="Calibri"/>
                <a:cs typeface="Calibri"/>
              </a:rPr>
              <a:t>credentials</a:t>
            </a:r>
            <a:r>
              <a:rPr lang="fr-FR" b="1" spc="195" dirty="0">
                <a:solidFill>
                  <a:srgbClr val="164052"/>
                </a:solidFill>
                <a:latin typeface="Calibri"/>
                <a:cs typeface="Calibri"/>
              </a:rPr>
              <a:t>)</a:t>
            </a:r>
          </a:p>
        </p:txBody>
      </p:sp>
      <p:sp>
        <p:nvSpPr>
          <p:cNvPr id="35" name="ZoneTexte 34"/>
          <p:cNvSpPr txBox="1"/>
          <p:nvPr/>
        </p:nvSpPr>
        <p:spPr>
          <a:xfrm>
            <a:off x="4090611" y="2942056"/>
            <a:ext cx="6096000" cy="88036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Ajout de variables et de </a:t>
            </a:r>
            <a:r>
              <a:rPr lang="fr-FR" b="1" spc="195" dirty="0" err="1">
                <a:solidFill>
                  <a:srgbClr val="164052"/>
                </a:solidFill>
                <a:latin typeface="Calibri"/>
                <a:cs typeface="Calibri"/>
              </a:rPr>
              <a:t>credentials</a:t>
            </a:r>
            <a:endParaRPr lang="fr-FR" b="1" spc="195" dirty="0">
              <a:solidFill>
                <a:srgbClr val="164052"/>
              </a:solidFill>
              <a:latin typeface="Calibri"/>
              <a:cs typeface="Calibri"/>
            </a:endParaRPr>
          </a:p>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Gestion des artefacts</a:t>
            </a:r>
          </a:p>
        </p:txBody>
      </p:sp>
      <p:sp>
        <p:nvSpPr>
          <p:cNvPr id="14" name="object 15">
            <a:extLst>
              <a:ext uri="{FF2B5EF4-FFF2-40B4-BE49-F238E27FC236}">
                <a16:creationId xmlns:a16="http://schemas.microsoft.com/office/drawing/2014/main" id="{DCF83A7D-C7DF-9E1B-5BAD-0BE29AA0F939}"/>
              </a:ext>
            </a:extLst>
          </p:cNvPr>
          <p:cNvSpPr txBox="1"/>
          <p:nvPr/>
        </p:nvSpPr>
        <p:spPr>
          <a:xfrm>
            <a:off x="3232150" y="2595873"/>
            <a:ext cx="203200" cy="328295"/>
          </a:xfrm>
          <a:prstGeom prst="rect">
            <a:avLst/>
          </a:prstGeom>
        </p:spPr>
        <p:txBody>
          <a:bodyPr vert="horz" wrap="square" lIns="0" tIns="17145" rIns="0" bIns="0" rtlCol="0">
            <a:spAutoFit/>
          </a:bodyPr>
          <a:lstStyle/>
          <a:p>
            <a:pPr marL="12700">
              <a:lnSpc>
                <a:spcPct val="100000"/>
              </a:lnSpc>
              <a:spcBef>
                <a:spcPts val="135"/>
              </a:spcBef>
            </a:pPr>
            <a:r>
              <a:rPr lang="fr-FR" sz="2000" dirty="0"/>
              <a:t>🚀</a:t>
            </a:r>
            <a:endParaRPr sz="1950" dirty="0">
              <a:latin typeface="Calibri"/>
              <a:cs typeface="Calibri"/>
            </a:endParaRPr>
          </a:p>
        </p:txBody>
      </p:sp>
      <p:sp>
        <p:nvSpPr>
          <p:cNvPr id="15" name="object 9">
            <a:extLst>
              <a:ext uri="{FF2B5EF4-FFF2-40B4-BE49-F238E27FC236}">
                <a16:creationId xmlns:a16="http://schemas.microsoft.com/office/drawing/2014/main" id="{F5DBD7C5-11B3-C58D-F123-001008EC9780}"/>
              </a:ext>
            </a:extLst>
          </p:cNvPr>
          <p:cNvSpPr txBox="1"/>
          <p:nvPr/>
        </p:nvSpPr>
        <p:spPr>
          <a:xfrm>
            <a:off x="4073508" y="3850685"/>
            <a:ext cx="6096000" cy="351378"/>
          </a:xfrm>
          <a:prstGeom prst="rect">
            <a:avLst/>
          </a:prstGeom>
        </p:spPr>
        <p:txBody>
          <a:bodyPr vert="horz" wrap="square" lIns="0" tIns="12700" rIns="0" bIns="0" rtlCol="0">
            <a:spAutoFit/>
          </a:bodyPr>
          <a:lstStyle/>
          <a:p>
            <a:pPr marL="12700" marR="5080">
              <a:lnSpc>
                <a:spcPct val="100000"/>
              </a:lnSpc>
              <a:spcBef>
                <a:spcPts val="100"/>
              </a:spcBef>
            </a:pPr>
            <a:r>
              <a:rPr sz="2200" b="1" spc="114" dirty="0">
                <a:solidFill>
                  <a:srgbClr val="164052"/>
                </a:solidFill>
                <a:latin typeface="Calibri"/>
                <a:cs typeface="Calibri"/>
              </a:rPr>
              <a:t>Module</a:t>
            </a:r>
            <a:r>
              <a:rPr sz="2200" b="1" spc="130" dirty="0">
                <a:solidFill>
                  <a:srgbClr val="164052"/>
                </a:solidFill>
                <a:latin typeface="Calibri"/>
                <a:cs typeface="Calibri"/>
              </a:rPr>
              <a:t> </a:t>
            </a:r>
            <a:r>
              <a:rPr lang="fr-FR" sz="2200" b="1" spc="125" dirty="0">
                <a:solidFill>
                  <a:srgbClr val="164052"/>
                </a:solidFill>
                <a:latin typeface="Calibri"/>
                <a:cs typeface="Calibri"/>
              </a:rPr>
              <a:t>6</a:t>
            </a:r>
            <a:r>
              <a:rPr sz="2200" b="1" spc="130" dirty="0">
                <a:solidFill>
                  <a:srgbClr val="164052"/>
                </a:solidFill>
                <a:latin typeface="Calibri"/>
                <a:cs typeface="Calibri"/>
              </a:rPr>
              <a:t> </a:t>
            </a:r>
            <a:r>
              <a:rPr sz="2200" b="1" dirty="0">
                <a:solidFill>
                  <a:srgbClr val="164052"/>
                </a:solidFill>
                <a:latin typeface="Calibri"/>
                <a:cs typeface="Calibri"/>
              </a:rPr>
              <a:t>:</a:t>
            </a:r>
            <a:r>
              <a:rPr sz="2200" b="1" spc="135" dirty="0">
                <a:solidFill>
                  <a:srgbClr val="164052"/>
                </a:solidFill>
                <a:latin typeface="Calibri"/>
                <a:cs typeface="Calibri"/>
              </a:rPr>
              <a:t> </a:t>
            </a:r>
            <a:r>
              <a:rPr lang="fr-FR" sz="2200" b="1" spc="120" dirty="0">
                <a:solidFill>
                  <a:srgbClr val="164052"/>
                </a:solidFill>
                <a:latin typeface="Calibri"/>
                <a:cs typeface="Calibri"/>
              </a:rPr>
              <a:t>Optimisation des pipelines</a:t>
            </a:r>
            <a:endParaRPr sz="2200" dirty="0">
              <a:latin typeface="Calibri"/>
              <a:cs typeface="Calibri"/>
            </a:endParaRPr>
          </a:p>
        </p:txBody>
      </p:sp>
      <p:grpSp>
        <p:nvGrpSpPr>
          <p:cNvPr id="16" name="object 10">
            <a:extLst>
              <a:ext uri="{FF2B5EF4-FFF2-40B4-BE49-F238E27FC236}">
                <a16:creationId xmlns:a16="http://schemas.microsoft.com/office/drawing/2014/main" id="{74F21352-1B0D-2EDA-7716-3CD7440E8C14}"/>
              </a:ext>
            </a:extLst>
          </p:cNvPr>
          <p:cNvGrpSpPr/>
          <p:nvPr/>
        </p:nvGrpSpPr>
        <p:grpSpPr>
          <a:xfrm>
            <a:off x="3206750" y="3791963"/>
            <a:ext cx="462915" cy="462915"/>
            <a:chOff x="4700469" y="3122554"/>
            <a:chExt cx="462915" cy="462915"/>
          </a:xfrm>
        </p:grpSpPr>
        <p:sp>
          <p:nvSpPr>
            <p:cNvPr id="17" name="object 11">
              <a:extLst>
                <a:ext uri="{FF2B5EF4-FFF2-40B4-BE49-F238E27FC236}">
                  <a16:creationId xmlns:a16="http://schemas.microsoft.com/office/drawing/2014/main" id="{61B8E88F-D6B2-70DE-916D-8994EAAFB468}"/>
                </a:ext>
              </a:extLst>
            </p:cNvPr>
            <p:cNvSpPr/>
            <p:nvPr/>
          </p:nvSpPr>
          <p:spPr>
            <a:xfrm>
              <a:off x="4714756" y="3136842"/>
              <a:ext cx="434340" cy="434340"/>
            </a:xfrm>
            <a:custGeom>
              <a:avLst/>
              <a:gdLst/>
              <a:ahLst/>
              <a:cxnLst/>
              <a:rect l="l" t="t" r="r" b="b"/>
              <a:pathLst>
                <a:path w="434339" h="434339">
                  <a:moveTo>
                    <a:pt x="217067" y="434134"/>
                  </a:moveTo>
                  <a:lnTo>
                    <a:pt x="167295" y="428402"/>
                  </a:lnTo>
                  <a:lnTo>
                    <a:pt x="121606" y="412071"/>
                  </a:lnTo>
                  <a:lnTo>
                    <a:pt x="81302" y="386447"/>
                  </a:lnTo>
                  <a:lnTo>
                    <a:pt x="47687" y="352832"/>
                  </a:lnTo>
                  <a:lnTo>
                    <a:pt x="22063" y="312528"/>
                  </a:lnTo>
                  <a:lnTo>
                    <a:pt x="5732" y="266839"/>
                  </a:lnTo>
                  <a:lnTo>
                    <a:pt x="0" y="217067"/>
                  </a:lnTo>
                  <a:lnTo>
                    <a:pt x="5732" y="167295"/>
                  </a:lnTo>
                  <a:lnTo>
                    <a:pt x="22063" y="121606"/>
                  </a:lnTo>
                  <a:lnTo>
                    <a:pt x="47687" y="81302"/>
                  </a:lnTo>
                  <a:lnTo>
                    <a:pt x="81302" y="47687"/>
                  </a:lnTo>
                  <a:lnTo>
                    <a:pt x="121606" y="22062"/>
                  </a:lnTo>
                  <a:lnTo>
                    <a:pt x="167295" y="5732"/>
                  </a:lnTo>
                  <a:lnTo>
                    <a:pt x="217067" y="0"/>
                  </a:lnTo>
                  <a:lnTo>
                    <a:pt x="259613" y="4209"/>
                  </a:lnTo>
                  <a:lnTo>
                    <a:pt x="300135" y="16523"/>
                  </a:lnTo>
                  <a:lnTo>
                    <a:pt x="337496" y="36469"/>
                  </a:lnTo>
                  <a:lnTo>
                    <a:pt x="370557" y="63577"/>
                  </a:lnTo>
                  <a:lnTo>
                    <a:pt x="397665" y="96638"/>
                  </a:lnTo>
                  <a:lnTo>
                    <a:pt x="417611" y="133999"/>
                  </a:lnTo>
                  <a:lnTo>
                    <a:pt x="429925" y="174521"/>
                  </a:lnTo>
                  <a:lnTo>
                    <a:pt x="434135" y="217067"/>
                  </a:lnTo>
                  <a:lnTo>
                    <a:pt x="428402" y="266839"/>
                  </a:lnTo>
                  <a:lnTo>
                    <a:pt x="412072" y="312528"/>
                  </a:lnTo>
                  <a:lnTo>
                    <a:pt x="386447" y="352832"/>
                  </a:lnTo>
                  <a:lnTo>
                    <a:pt x="352832" y="386447"/>
                  </a:lnTo>
                  <a:lnTo>
                    <a:pt x="312528" y="412071"/>
                  </a:lnTo>
                  <a:lnTo>
                    <a:pt x="266839" y="428402"/>
                  </a:lnTo>
                  <a:lnTo>
                    <a:pt x="217067" y="434134"/>
                  </a:lnTo>
                  <a:close/>
                </a:path>
              </a:pathLst>
            </a:custGeom>
            <a:solidFill>
              <a:srgbClr val="FFFFFF"/>
            </a:solidFill>
            <a:ln>
              <a:solidFill>
                <a:schemeClr val="accent5"/>
              </a:solidFill>
            </a:ln>
          </p:spPr>
          <p:txBody>
            <a:bodyPr wrap="square" lIns="0" tIns="0" rIns="0" bIns="0" rtlCol="0"/>
            <a:lstStyle/>
            <a:p>
              <a:endParaRPr/>
            </a:p>
          </p:txBody>
        </p:sp>
        <p:sp>
          <p:nvSpPr>
            <p:cNvPr id="18" name="object 12">
              <a:extLst>
                <a:ext uri="{FF2B5EF4-FFF2-40B4-BE49-F238E27FC236}">
                  <a16:creationId xmlns:a16="http://schemas.microsoft.com/office/drawing/2014/main" id="{2963FD6D-80BE-B131-8C5D-F551160A842B}"/>
                </a:ext>
              </a:extLst>
            </p:cNvPr>
            <p:cNvSpPr/>
            <p:nvPr/>
          </p:nvSpPr>
          <p:spPr>
            <a:xfrm>
              <a:off x="4714756" y="3136842"/>
              <a:ext cx="434340" cy="434340"/>
            </a:xfrm>
            <a:custGeom>
              <a:avLst/>
              <a:gdLst/>
              <a:ahLst/>
              <a:cxnLst/>
              <a:rect l="l" t="t" r="r" b="b"/>
              <a:pathLst>
                <a:path w="434339" h="434339">
                  <a:moveTo>
                    <a:pt x="0" y="217067"/>
                  </a:moveTo>
                  <a:lnTo>
                    <a:pt x="5732" y="167295"/>
                  </a:lnTo>
                  <a:lnTo>
                    <a:pt x="22063" y="121606"/>
                  </a:lnTo>
                  <a:lnTo>
                    <a:pt x="47687" y="81302"/>
                  </a:lnTo>
                  <a:lnTo>
                    <a:pt x="81302" y="47687"/>
                  </a:lnTo>
                  <a:lnTo>
                    <a:pt x="121606" y="22062"/>
                  </a:lnTo>
                  <a:lnTo>
                    <a:pt x="167295" y="5732"/>
                  </a:lnTo>
                  <a:lnTo>
                    <a:pt x="217067" y="0"/>
                  </a:lnTo>
                  <a:lnTo>
                    <a:pt x="259613" y="4209"/>
                  </a:lnTo>
                  <a:lnTo>
                    <a:pt x="300135" y="16523"/>
                  </a:lnTo>
                  <a:lnTo>
                    <a:pt x="337496" y="36469"/>
                  </a:lnTo>
                  <a:lnTo>
                    <a:pt x="370557" y="63577"/>
                  </a:lnTo>
                  <a:lnTo>
                    <a:pt x="397665" y="96638"/>
                  </a:lnTo>
                  <a:lnTo>
                    <a:pt x="417611" y="133999"/>
                  </a:lnTo>
                  <a:lnTo>
                    <a:pt x="429925" y="174521"/>
                  </a:lnTo>
                  <a:lnTo>
                    <a:pt x="434135" y="217067"/>
                  </a:lnTo>
                  <a:lnTo>
                    <a:pt x="428402" y="266839"/>
                  </a:lnTo>
                  <a:lnTo>
                    <a:pt x="412072" y="312528"/>
                  </a:lnTo>
                  <a:lnTo>
                    <a:pt x="386447" y="352832"/>
                  </a:lnTo>
                  <a:lnTo>
                    <a:pt x="352832" y="386447"/>
                  </a:lnTo>
                  <a:lnTo>
                    <a:pt x="312528" y="412071"/>
                  </a:lnTo>
                  <a:lnTo>
                    <a:pt x="266839" y="428402"/>
                  </a:lnTo>
                  <a:lnTo>
                    <a:pt x="217067" y="434134"/>
                  </a:lnTo>
                  <a:lnTo>
                    <a:pt x="167295" y="428402"/>
                  </a:lnTo>
                  <a:lnTo>
                    <a:pt x="121606" y="412071"/>
                  </a:lnTo>
                  <a:lnTo>
                    <a:pt x="81302" y="386447"/>
                  </a:lnTo>
                  <a:lnTo>
                    <a:pt x="47687" y="352832"/>
                  </a:lnTo>
                  <a:lnTo>
                    <a:pt x="22063" y="312528"/>
                  </a:lnTo>
                  <a:lnTo>
                    <a:pt x="5732" y="266839"/>
                  </a:lnTo>
                  <a:lnTo>
                    <a:pt x="0" y="217067"/>
                  </a:lnTo>
                  <a:close/>
                </a:path>
              </a:pathLst>
            </a:custGeom>
            <a:ln w="28574">
              <a:solidFill>
                <a:schemeClr val="accent5"/>
              </a:solidFill>
            </a:ln>
          </p:spPr>
          <p:txBody>
            <a:bodyPr wrap="square" lIns="0" tIns="0" rIns="0" bIns="0" rtlCol="0"/>
            <a:lstStyle/>
            <a:p>
              <a:endParaRPr/>
            </a:p>
          </p:txBody>
        </p:sp>
      </p:grpSp>
      <p:sp>
        <p:nvSpPr>
          <p:cNvPr id="20" name="object 13">
            <a:extLst>
              <a:ext uri="{FF2B5EF4-FFF2-40B4-BE49-F238E27FC236}">
                <a16:creationId xmlns:a16="http://schemas.microsoft.com/office/drawing/2014/main" id="{2BBFFA20-7295-8E01-1CF3-36808F07EE7D}"/>
              </a:ext>
            </a:extLst>
          </p:cNvPr>
          <p:cNvSpPr txBox="1"/>
          <p:nvPr/>
        </p:nvSpPr>
        <p:spPr>
          <a:xfrm>
            <a:off x="3343678" y="3848124"/>
            <a:ext cx="189230" cy="328295"/>
          </a:xfrm>
          <a:prstGeom prst="rect">
            <a:avLst/>
          </a:prstGeom>
        </p:spPr>
        <p:txBody>
          <a:bodyPr vert="horz" wrap="square" lIns="0" tIns="17145" rIns="0" bIns="0" rtlCol="0">
            <a:spAutoFit/>
          </a:bodyPr>
          <a:lstStyle/>
          <a:p>
            <a:pPr marL="12700">
              <a:lnSpc>
                <a:spcPct val="100000"/>
              </a:lnSpc>
              <a:spcBef>
                <a:spcPts val="135"/>
              </a:spcBef>
            </a:pPr>
            <a:r>
              <a:rPr lang="fr-FR" sz="1950" b="1" spc="280" dirty="0">
                <a:solidFill>
                  <a:schemeClr val="accent5"/>
                </a:solidFill>
                <a:latin typeface="Calibri"/>
                <a:cs typeface="Calibri"/>
              </a:rPr>
              <a:t>F</a:t>
            </a:r>
            <a:endParaRPr sz="1950" dirty="0">
              <a:solidFill>
                <a:schemeClr val="accent5"/>
              </a:solidFill>
              <a:latin typeface="Calibri"/>
              <a:cs typeface="Calibri"/>
            </a:endParaRPr>
          </a:p>
        </p:txBody>
      </p:sp>
      <p:sp>
        <p:nvSpPr>
          <p:cNvPr id="21" name="ZoneTexte 18">
            <a:extLst>
              <a:ext uri="{FF2B5EF4-FFF2-40B4-BE49-F238E27FC236}">
                <a16:creationId xmlns:a16="http://schemas.microsoft.com/office/drawing/2014/main" id="{7C160E81-5EA8-4E39-C457-91BB1D5F4742}"/>
              </a:ext>
            </a:extLst>
          </p:cNvPr>
          <p:cNvSpPr txBox="1"/>
          <p:nvPr/>
        </p:nvSpPr>
        <p:spPr>
          <a:xfrm>
            <a:off x="4073508" y="4200484"/>
            <a:ext cx="6553200" cy="171136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Relation entre jobs</a:t>
            </a:r>
          </a:p>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Gestion des erreurs (post actions…)</a:t>
            </a:r>
          </a:p>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Exécution en parallèle</a:t>
            </a:r>
          </a:p>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Pipelines multi configurés (matrix)</a:t>
            </a:r>
          </a:p>
        </p:txBody>
      </p:sp>
      <p:sp>
        <p:nvSpPr>
          <p:cNvPr id="22" name="object 7">
            <a:extLst>
              <a:ext uri="{FF2B5EF4-FFF2-40B4-BE49-F238E27FC236}">
                <a16:creationId xmlns:a16="http://schemas.microsoft.com/office/drawing/2014/main" id="{A1DBE6DC-1D20-1787-954C-0DB821FA541F}"/>
              </a:ext>
            </a:extLst>
          </p:cNvPr>
          <p:cNvSpPr txBox="1"/>
          <p:nvPr/>
        </p:nvSpPr>
        <p:spPr>
          <a:xfrm>
            <a:off x="4056539" y="5927993"/>
            <a:ext cx="3571240" cy="351378"/>
          </a:xfrm>
          <a:prstGeom prst="rect">
            <a:avLst/>
          </a:prstGeom>
        </p:spPr>
        <p:txBody>
          <a:bodyPr vert="horz" wrap="square" lIns="0" tIns="12700" rIns="0" bIns="0" rtlCol="0">
            <a:spAutoFit/>
          </a:bodyPr>
          <a:lstStyle/>
          <a:p>
            <a:pPr marL="12700" marR="5080">
              <a:lnSpc>
                <a:spcPct val="100000"/>
              </a:lnSpc>
              <a:spcBef>
                <a:spcPts val="100"/>
              </a:spcBef>
            </a:pPr>
            <a:r>
              <a:rPr lang="fr-FR" sz="2200" b="1" spc="114" dirty="0">
                <a:solidFill>
                  <a:srgbClr val="164052"/>
                </a:solidFill>
                <a:latin typeface="Calibri"/>
                <a:cs typeface="Calibri"/>
              </a:rPr>
              <a:t>Travaux pratiques</a:t>
            </a:r>
            <a:endParaRPr sz="2200" dirty="0">
              <a:latin typeface="Calibri"/>
              <a:cs typeface="Calibri"/>
            </a:endParaRPr>
          </a:p>
        </p:txBody>
      </p:sp>
      <p:grpSp>
        <p:nvGrpSpPr>
          <p:cNvPr id="23" name="object 10">
            <a:extLst>
              <a:ext uri="{FF2B5EF4-FFF2-40B4-BE49-F238E27FC236}">
                <a16:creationId xmlns:a16="http://schemas.microsoft.com/office/drawing/2014/main" id="{5356A21F-001C-D7C7-C820-A7A0E62FCAE0}"/>
              </a:ext>
            </a:extLst>
          </p:cNvPr>
          <p:cNvGrpSpPr/>
          <p:nvPr/>
        </p:nvGrpSpPr>
        <p:grpSpPr>
          <a:xfrm>
            <a:off x="3206750" y="5867675"/>
            <a:ext cx="462915" cy="462915"/>
            <a:chOff x="4717438" y="1463675"/>
            <a:chExt cx="462915" cy="462915"/>
          </a:xfrm>
        </p:grpSpPr>
        <p:sp>
          <p:nvSpPr>
            <p:cNvPr id="24" name="object 11">
              <a:extLst>
                <a:ext uri="{FF2B5EF4-FFF2-40B4-BE49-F238E27FC236}">
                  <a16:creationId xmlns:a16="http://schemas.microsoft.com/office/drawing/2014/main" id="{A2612C3C-482C-C371-1FF0-34B77E13D51B}"/>
                </a:ext>
              </a:extLst>
            </p:cNvPr>
            <p:cNvSpPr/>
            <p:nvPr/>
          </p:nvSpPr>
          <p:spPr>
            <a:xfrm>
              <a:off x="4731726" y="1477962"/>
              <a:ext cx="434340" cy="434340"/>
            </a:xfrm>
            <a:custGeom>
              <a:avLst/>
              <a:gdLst/>
              <a:ahLst/>
              <a:cxnLst/>
              <a:rect l="l" t="t" r="r" b="b"/>
              <a:pathLst>
                <a:path w="434339" h="434339">
                  <a:moveTo>
                    <a:pt x="217067" y="434134"/>
                  </a:moveTo>
                  <a:lnTo>
                    <a:pt x="167295" y="428402"/>
                  </a:lnTo>
                  <a:lnTo>
                    <a:pt x="121606" y="412071"/>
                  </a:lnTo>
                  <a:lnTo>
                    <a:pt x="81302" y="386447"/>
                  </a:lnTo>
                  <a:lnTo>
                    <a:pt x="47687" y="352832"/>
                  </a:lnTo>
                  <a:lnTo>
                    <a:pt x="22062" y="312528"/>
                  </a:lnTo>
                  <a:lnTo>
                    <a:pt x="5732" y="266839"/>
                  </a:lnTo>
                  <a:lnTo>
                    <a:pt x="0" y="217067"/>
                  </a:ln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1"/>
                  </a:lnTo>
                  <a:lnTo>
                    <a:pt x="434134" y="217067"/>
                  </a:lnTo>
                  <a:lnTo>
                    <a:pt x="428402" y="266839"/>
                  </a:lnTo>
                  <a:lnTo>
                    <a:pt x="412071" y="312528"/>
                  </a:lnTo>
                  <a:lnTo>
                    <a:pt x="386447" y="352832"/>
                  </a:lnTo>
                  <a:lnTo>
                    <a:pt x="352832" y="386447"/>
                  </a:lnTo>
                  <a:lnTo>
                    <a:pt x="312528" y="412071"/>
                  </a:lnTo>
                  <a:lnTo>
                    <a:pt x="266838" y="428402"/>
                  </a:lnTo>
                  <a:lnTo>
                    <a:pt x="217067" y="434134"/>
                  </a:lnTo>
                  <a:close/>
                </a:path>
              </a:pathLst>
            </a:custGeom>
            <a:solidFill>
              <a:srgbClr val="FFFFFF"/>
            </a:solidFill>
            <a:ln>
              <a:solidFill>
                <a:schemeClr val="accent5"/>
              </a:solidFill>
            </a:ln>
          </p:spPr>
          <p:txBody>
            <a:bodyPr wrap="square" lIns="0" tIns="0" rIns="0" bIns="0" rtlCol="0"/>
            <a:lstStyle/>
            <a:p>
              <a:endParaRPr/>
            </a:p>
          </p:txBody>
        </p:sp>
        <p:sp>
          <p:nvSpPr>
            <p:cNvPr id="30" name="object 12">
              <a:extLst>
                <a:ext uri="{FF2B5EF4-FFF2-40B4-BE49-F238E27FC236}">
                  <a16:creationId xmlns:a16="http://schemas.microsoft.com/office/drawing/2014/main" id="{7F696ACF-D913-55CB-B718-B877FD85AFE9}"/>
                </a:ext>
              </a:extLst>
            </p:cNvPr>
            <p:cNvSpPr/>
            <p:nvPr/>
          </p:nvSpPr>
          <p:spPr>
            <a:xfrm>
              <a:off x="4731726" y="1477962"/>
              <a:ext cx="434340" cy="434340"/>
            </a:xfrm>
            <a:custGeom>
              <a:avLst/>
              <a:gdLst/>
              <a:ahLst/>
              <a:cxnLst/>
              <a:rect l="l" t="t" r="r" b="b"/>
              <a:pathLst>
                <a:path w="434339" h="434339">
                  <a:moveTo>
                    <a:pt x="0" y="217067"/>
                  </a:move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1"/>
                  </a:lnTo>
                  <a:lnTo>
                    <a:pt x="434134" y="217067"/>
                  </a:lnTo>
                  <a:lnTo>
                    <a:pt x="428402" y="266839"/>
                  </a:lnTo>
                  <a:lnTo>
                    <a:pt x="412071" y="312528"/>
                  </a:lnTo>
                  <a:lnTo>
                    <a:pt x="386447" y="352832"/>
                  </a:lnTo>
                  <a:lnTo>
                    <a:pt x="352832" y="386447"/>
                  </a:lnTo>
                  <a:lnTo>
                    <a:pt x="312528" y="412071"/>
                  </a:lnTo>
                  <a:lnTo>
                    <a:pt x="266838" y="428402"/>
                  </a:lnTo>
                  <a:lnTo>
                    <a:pt x="217067" y="434134"/>
                  </a:lnTo>
                  <a:lnTo>
                    <a:pt x="167295" y="428402"/>
                  </a:lnTo>
                  <a:lnTo>
                    <a:pt x="121606" y="412071"/>
                  </a:lnTo>
                  <a:lnTo>
                    <a:pt x="81302" y="386447"/>
                  </a:lnTo>
                  <a:lnTo>
                    <a:pt x="47687" y="352832"/>
                  </a:lnTo>
                  <a:lnTo>
                    <a:pt x="22062" y="312528"/>
                  </a:lnTo>
                  <a:lnTo>
                    <a:pt x="5732" y="266839"/>
                  </a:lnTo>
                  <a:lnTo>
                    <a:pt x="0" y="217067"/>
                  </a:lnTo>
                  <a:close/>
                </a:path>
              </a:pathLst>
            </a:custGeom>
            <a:ln w="28574">
              <a:solidFill>
                <a:schemeClr val="accent5"/>
              </a:solidFill>
            </a:ln>
          </p:spPr>
          <p:txBody>
            <a:bodyPr wrap="square" lIns="0" tIns="0" rIns="0" bIns="0" rtlCol="0"/>
            <a:lstStyle/>
            <a:p>
              <a:endParaRPr/>
            </a:p>
          </p:txBody>
        </p:sp>
      </p:grpSp>
      <p:sp>
        <p:nvSpPr>
          <p:cNvPr id="31" name="ZoneTexte 34">
            <a:extLst>
              <a:ext uri="{FF2B5EF4-FFF2-40B4-BE49-F238E27FC236}">
                <a16:creationId xmlns:a16="http://schemas.microsoft.com/office/drawing/2014/main" id="{E031AA3A-5806-CB9B-B35B-7AE97327FD0A}"/>
              </a:ext>
            </a:extLst>
          </p:cNvPr>
          <p:cNvSpPr txBox="1"/>
          <p:nvPr/>
        </p:nvSpPr>
        <p:spPr>
          <a:xfrm>
            <a:off x="4102200" y="6250681"/>
            <a:ext cx="6096000" cy="88036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Mise en place de tâches parallèles</a:t>
            </a:r>
          </a:p>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Gestion des erreurs</a:t>
            </a:r>
          </a:p>
        </p:txBody>
      </p:sp>
      <p:sp>
        <p:nvSpPr>
          <p:cNvPr id="32" name="object 15">
            <a:extLst>
              <a:ext uri="{FF2B5EF4-FFF2-40B4-BE49-F238E27FC236}">
                <a16:creationId xmlns:a16="http://schemas.microsoft.com/office/drawing/2014/main" id="{DECE0F9E-6A02-CCE7-E8C2-8F5F854032AB}"/>
              </a:ext>
            </a:extLst>
          </p:cNvPr>
          <p:cNvSpPr txBox="1"/>
          <p:nvPr/>
        </p:nvSpPr>
        <p:spPr>
          <a:xfrm>
            <a:off x="3243739" y="5904498"/>
            <a:ext cx="203200" cy="328295"/>
          </a:xfrm>
          <a:prstGeom prst="rect">
            <a:avLst/>
          </a:prstGeom>
        </p:spPr>
        <p:txBody>
          <a:bodyPr vert="horz" wrap="square" lIns="0" tIns="17145" rIns="0" bIns="0" rtlCol="0">
            <a:spAutoFit/>
          </a:bodyPr>
          <a:lstStyle/>
          <a:p>
            <a:pPr marL="12700">
              <a:lnSpc>
                <a:spcPct val="100000"/>
              </a:lnSpc>
              <a:spcBef>
                <a:spcPts val="135"/>
              </a:spcBef>
            </a:pPr>
            <a:r>
              <a:rPr lang="fr-FR" sz="2000" dirty="0"/>
              <a:t>🚀</a:t>
            </a:r>
            <a:endParaRPr sz="1950" dirty="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44EC16F-284D-B680-0F76-D70424D99E6F}"/>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E16E3EE9-E1DE-2B79-449E-95EB408E1F76}"/>
              </a:ext>
            </a:extLst>
          </p:cNvPr>
          <p:cNvGrpSpPr/>
          <p:nvPr/>
        </p:nvGrpSpPr>
        <p:grpSpPr>
          <a:xfrm>
            <a:off x="-4760" y="-4762"/>
            <a:ext cx="3495862" cy="7566025"/>
            <a:chOff x="-4762" y="-4762"/>
            <a:chExt cx="5076825" cy="7566025"/>
          </a:xfrm>
          <a:solidFill>
            <a:schemeClr val="tx2">
              <a:lumMod val="75000"/>
            </a:schemeClr>
          </a:solidFill>
        </p:grpSpPr>
        <p:sp>
          <p:nvSpPr>
            <p:cNvPr id="3" name="object 3">
              <a:extLst>
                <a:ext uri="{FF2B5EF4-FFF2-40B4-BE49-F238E27FC236}">
                  <a16:creationId xmlns:a16="http://schemas.microsoft.com/office/drawing/2014/main" id="{CD19D9F6-E89A-CF2C-A9FE-F431098735A6}"/>
                </a:ext>
              </a:extLst>
            </p:cNvPr>
            <p:cNvSpPr/>
            <p:nvPr/>
          </p:nvSpPr>
          <p:spPr>
            <a:xfrm>
              <a:off x="0" y="0"/>
              <a:ext cx="4845685" cy="7556500"/>
            </a:xfrm>
            <a:custGeom>
              <a:avLst/>
              <a:gdLst/>
              <a:ahLst/>
              <a:cxnLst/>
              <a:rect l="l" t="t" r="r" b="b"/>
              <a:pathLst>
                <a:path w="4845685" h="7556500">
                  <a:moveTo>
                    <a:pt x="0" y="7556499"/>
                  </a:moveTo>
                  <a:lnTo>
                    <a:pt x="4845130" y="7556499"/>
                  </a:lnTo>
                  <a:lnTo>
                    <a:pt x="4845130" y="0"/>
                  </a:lnTo>
                  <a:lnTo>
                    <a:pt x="0" y="0"/>
                  </a:lnTo>
                  <a:lnTo>
                    <a:pt x="0" y="7556499"/>
                  </a:lnTo>
                  <a:close/>
                </a:path>
              </a:pathLst>
            </a:custGeom>
            <a:grpFill/>
          </p:spPr>
          <p:txBody>
            <a:bodyPr wrap="square" lIns="0" tIns="0" rIns="0" bIns="0" rtlCol="0"/>
            <a:lstStyle/>
            <a:p>
              <a:endParaRPr/>
            </a:p>
          </p:txBody>
        </p:sp>
        <p:sp>
          <p:nvSpPr>
            <p:cNvPr id="4" name="object 4">
              <a:extLst>
                <a:ext uri="{FF2B5EF4-FFF2-40B4-BE49-F238E27FC236}">
                  <a16:creationId xmlns:a16="http://schemas.microsoft.com/office/drawing/2014/main" id="{98EB5127-FEEF-CCEF-9A3B-BA8ABD1168D1}"/>
                </a:ext>
              </a:extLst>
            </p:cNvPr>
            <p:cNvSpPr/>
            <p:nvPr/>
          </p:nvSpPr>
          <p:spPr>
            <a:xfrm>
              <a:off x="0" y="0"/>
              <a:ext cx="4885055" cy="7556500"/>
            </a:xfrm>
            <a:custGeom>
              <a:avLst/>
              <a:gdLst/>
              <a:ahLst/>
              <a:cxnLst/>
              <a:rect l="l" t="t" r="r" b="b"/>
              <a:pathLst>
                <a:path w="4885055" h="7556500">
                  <a:moveTo>
                    <a:pt x="0" y="0"/>
                  </a:moveTo>
                  <a:lnTo>
                    <a:pt x="4885024" y="0"/>
                  </a:lnTo>
                  <a:lnTo>
                    <a:pt x="4885024" y="7556499"/>
                  </a:lnTo>
                </a:path>
                <a:path w="4885055" h="7556500">
                  <a:moveTo>
                    <a:pt x="0" y="7556499"/>
                  </a:moveTo>
                  <a:lnTo>
                    <a:pt x="0" y="0"/>
                  </a:lnTo>
                </a:path>
              </a:pathLst>
            </a:custGeom>
            <a:grpFill/>
            <a:ln w="9524">
              <a:solidFill>
                <a:srgbClr val="164052"/>
              </a:solidFill>
            </a:ln>
          </p:spPr>
          <p:txBody>
            <a:bodyPr wrap="square" lIns="0" tIns="0" rIns="0" bIns="0" rtlCol="0"/>
            <a:lstStyle/>
            <a:p>
              <a:endParaRPr/>
            </a:p>
          </p:txBody>
        </p:sp>
        <p:sp>
          <p:nvSpPr>
            <p:cNvPr id="5" name="object 5">
              <a:extLst>
                <a:ext uri="{FF2B5EF4-FFF2-40B4-BE49-F238E27FC236}">
                  <a16:creationId xmlns:a16="http://schemas.microsoft.com/office/drawing/2014/main" id="{B8ADABA7-7053-F2AE-4173-B9693EA693E1}"/>
                </a:ext>
              </a:extLst>
            </p:cNvPr>
            <p:cNvSpPr/>
            <p:nvPr/>
          </p:nvSpPr>
          <p:spPr>
            <a:xfrm>
              <a:off x="4186796" y="12"/>
              <a:ext cx="885190" cy="7556500"/>
            </a:xfrm>
            <a:custGeom>
              <a:avLst/>
              <a:gdLst/>
              <a:ahLst/>
              <a:cxnLst/>
              <a:rect l="l" t="t" r="r" b="b"/>
              <a:pathLst>
                <a:path w="885189" h="7556500">
                  <a:moveTo>
                    <a:pt x="884694" y="0"/>
                  </a:moveTo>
                  <a:lnTo>
                    <a:pt x="658329" y="0"/>
                  </a:lnTo>
                  <a:lnTo>
                    <a:pt x="658329" y="945007"/>
                  </a:lnTo>
                  <a:lnTo>
                    <a:pt x="0" y="1072400"/>
                  </a:lnTo>
                  <a:lnTo>
                    <a:pt x="658329" y="1199807"/>
                  </a:lnTo>
                  <a:lnTo>
                    <a:pt x="658329" y="7556487"/>
                  </a:lnTo>
                  <a:lnTo>
                    <a:pt x="884694" y="7556487"/>
                  </a:lnTo>
                  <a:lnTo>
                    <a:pt x="884694" y="0"/>
                  </a:lnTo>
                  <a:close/>
                </a:path>
              </a:pathLst>
            </a:custGeom>
            <a:solidFill>
              <a:schemeClr val="accent5"/>
            </a:solidFill>
          </p:spPr>
          <p:txBody>
            <a:bodyPr wrap="square" lIns="0" tIns="0" rIns="0" bIns="0" rtlCol="0"/>
            <a:lstStyle/>
            <a:p>
              <a:endParaRPr/>
            </a:p>
          </p:txBody>
        </p:sp>
      </p:grpSp>
      <p:sp>
        <p:nvSpPr>
          <p:cNvPr id="6" name="object 6">
            <a:extLst>
              <a:ext uri="{FF2B5EF4-FFF2-40B4-BE49-F238E27FC236}">
                <a16:creationId xmlns:a16="http://schemas.microsoft.com/office/drawing/2014/main" id="{26DF487D-5DD2-DF42-71A0-3DE707E664B1}"/>
              </a:ext>
            </a:extLst>
          </p:cNvPr>
          <p:cNvSpPr txBox="1"/>
          <p:nvPr/>
        </p:nvSpPr>
        <p:spPr>
          <a:xfrm>
            <a:off x="539750" y="2642525"/>
            <a:ext cx="2287905" cy="574040"/>
          </a:xfrm>
          <a:prstGeom prst="rect">
            <a:avLst/>
          </a:prstGeom>
        </p:spPr>
        <p:txBody>
          <a:bodyPr vert="horz" wrap="square" lIns="0" tIns="12700" rIns="0" bIns="0" rtlCol="0">
            <a:spAutoFit/>
          </a:bodyPr>
          <a:lstStyle/>
          <a:p>
            <a:pPr marL="12700">
              <a:lnSpc>
                <a:spcPct val="100000"/>
              </a:lnSpc>
              <a:spcBef>
                <a:spcPts val="100"/>
              </a:spcBef>
            </a:pPr>
            <a:r>
              <a:rPr sz="3600" b="1" spc="204" dirty="0">
                <a:solidFill>
                  <a:srgbClr val="FFFFFF"/>
                </a:solidFill>
                <a:latin typeface="Calibri"/>
                <a:cs typeface="Calibri"/>
              </a:rPr>
              <a:t>Calendrier</a:t>
            </a:r>
            <a:endParaRPr sz="3600" dirty="0">
              <a:latin typeface="Calibri"/>
              <a:cs typeface="Calibri"/>
            </a:endParaRPr>
          </a:p>
        </p:txBody>
      </p:sp>
      <p:sp>
        <p:nvSpPr>
          <p:cNvPr id="7" name="object 7">
            <a:extLst>
              <a:ext uri="{FF2B5EF4-FFF2-40B4-BE49-F238E27FC236}">
                <a16:creationId xmlns:a16="http://schemas.microsoft.com/office/drawing/2014/main" id="{969E59CB-9063-F749-45C7-94EC31E53453}"/>
              </a:ext>
            </a:extLst>
          </p:cNvPr>
          <p:cNvSpPr/>
          <p:nvPr/>
        </p:nvSpPr>
        <p:spPr>
          <a:xfrm>
            <a:off x="1606550" y="890652"/>
            <a:ext cx="1286510" cy="375285"/>
          </a:xfrm>
          <a:custGeom>
            <a:avLst/>
            <a:gdLst/>
            <a:ahLst/>
            <a:cxnLst/>
            <a:rect l="l" t="t" r="r" b="b"/>
            <a:pathLst>
              <a:path w="1286510" h="375284">
                <a:moveTo>
                  <a:pt x="1098919" y="374726"/>
                </a:moveTo>
                <a:lnTo>
                  <a:pt x="187363" y="374726"/>
                </a:lnTo>
                <a:lnTo>
                  <a:pt x="137554" y="368034"/>
                </a:lnTo>
                <a:lnTo>
                  <a:pt x="92797" y="349146"/>
                </a:lnTo>
                <a:lnTo>
                  <a:pt x="54877" y="319849"/>
                </a:lnTo>
                <a:lnTo>
                  <a:pt x="25580" y="281929"/>
                </a:lnTo>
                <a:lnTo>
                  <a:pt x="6692" y="237172"/>
                </a:lnTo>
                <a:lnTo>
                  <a:pt x="0" y="187363"/>
                </a:lnTo>
                <a:lnTo>
                  <a:pt x="6692" y="137554"/>
                </a:lnTo>
                <a:lnTo>
                  <a:pt x="25580" y="92797"/>
                </a:lnTo>
                <a:lnTo>
                  <a:pt x="54877" y="54877"/>
                </a:lnTo>
                <a:lnTo>
                  <a:pt x="92797" y="25580"/>
                </a:lnTo>
                <a:lnTo>
                  <a:pt x="137554" y="6692"/>
                </a:lnTo>
                <a:lnTo>
                  <a:pt x="187363" y="0"/>
                </a:lnTo>
                <a:lnTo>
                  <a:pt x="1098919" y="0"/>
                </a:lnTo>
                <a:lnTo>
                  <a:pt x="1170620" y="14262"/>
                </a:lnTo>
                <a:lnTo>
                  <a:pt x="1231405" y="54877"/>
                </a:lnTo>
                <a:lnTo>
                  <a:pt x="1272020" y="115662"/>
                </a:lnTo>
                <a:lnTo>
                  <a:pt x="1286283" y="187363"/>
                </a:lnTo>
                <a:lnTo>
                  <a:pt x="1279590" y="237172"/>
                </a:lnTo>
                <a:lnTo>
                  <a:pt x="1260702" y="281929"/>
                </a:lnTo>
                <a:lnTo>
                  <a:pt x="1231405" y="319849"/>
                </a:lnTo>
                <a:lnTo>
                  <a:pt x="1193485" y="349146"/>
                </a:lnTo>
                <a:lnTo>
                  <a:pt x="1148728" y="368034"/>
                </a:lnTo>
                <a:lnTo>
                  <a:pt x="1098919" y="374726"/>
                </a:lnTo>
                <a:close/>
              </a:path>
            </a:pathLst>
          </a:custGeom>
          <a:solidFill>
            <a:schemeClr val="accent5"/>
          </a:solidFill>
        </p:spPr>
        <p:txBody>
          <a:bodyPr wrap="square" lIns="0" tIns="0" rIns="0" bIns="0" rtlCol="0"/>
          <a:lstStyle/>
          <a:p>
            <a:endParaRPr/>
          </a:p>
        </p:txBody>
      </p:sp>
      <p:sp>
        <p:nvSpPr>
          <p:cNvPr id="8" name="object 8">
            <a:extLst>
              <a:ext uri="{FF2B5EF4-FFF2-40B4-BE49-F238E27FC236}">
                <a16:creationId xmlns:a16="http://schemas.microsoft.com/office/drawing/2014/main" id="{37796262-B7E7-5801-5293-222F1B4EF9E2}"/>
              </a:ext>
            </a:extLst>
          </p:cNvPr>
          <p:cNvSpPr txBox="1"/>
          <p:nvPr/>
        </p:nvSpPr>
        <p:spPr>
          <a:xfrm>
            <a:off x="1721857" y="882557"/>
            <a:ext cx="868680" cy="365125"/>
          </a:xfrm>
          <a:prstGeom prst="rect">
            <a:avLst/>
          </a:prstGeom>
        </p:spPr>
        <p:txBody>
          <a:bodyPr vert="horz" wrap="square" lIns="0" tIns="15875" rIns="0" bIns="0" rtlCol="0">
            <a:spAutoFit/>
          </a:bodyPr>
          <a:lstStyle/>
          <a:p>
            <a:pPr marL="12700">
              <a:lnSpc>
                <a:spcPct val="100000"/>
              </a:lnSpc>
              <a:spcBef>
                <a:spcPts val="125"/>
              </a:spcBef>
            </a:pPr>
            <a:r>
              <a:rPr sz="2200" b="1" spc="215" dirty="0">
                <a:solidFill>
                  <a:srgbClr val="FFFFFF"/>
                </a:solidFill>
                <a:latin typeface="Calibri"/>
                <a:cs typeface="Calibri"/>
              </a:rPr>
              <a:t>Jour</a:t>
            </a:r>
            <a:r>
              <a:rPr sz="2200" b="1" spc="130" dirty="0">
                <a:solidFill>
                  <a:srgbClr val="FFFFFF"/>
                </a:solidFill>
                <a:latin typeface="Calibri"/>
                <a:cs typeface="Calibri"/>
              </a:rPr>
              <a:t> </a:t>
            </a:r>
            <a:r>
              <a:rPr sz="2200" b="1" spc="70" dirty="0">
                <a:solidFill>
                  <a:srgbClr val="FFFFFF"/>
                </a:solidFill>
                <a:latin typeface="Calibri"/>
                <a:cs typeface="Calibri"/>
              </a:rPr>
              <a:t>2</a:t>
            </a:r>
            <a:endParaRPr sz="2200" dirty="0">
              <a:latin typeface="Calibri"/>
              <a:cs typeface="Calibri"/>
            </a:endParaRPr>
          </a:p>
        </p:txBody>
      </p:sp>
      <p:sp>
        <p:nvSpPr>
          <p:cNvPr id="9" name="object 9">
            <a:extLst>
              <a:ext uri="{FF2B5EF4-FFF2-40B4-BE49-F238E27FC236}">
                <a16:creationId xmlns:a16="http://schemas.microsoft.com/office/drawing/2014/main" id="{8B663B8B-6932-9E07-D556-B7B54255BE21}"/>
              </a:ext>
            </a:extLst>
          </p:cNvPr>
          <p:cNvSpPr txBox="1"/>
          <p:nvPr/>
        </p:nvSpPr>
        <p:spPr>
          <a:xfrm>
            <a:off x="4044950" y="442938"/>
            <a:ext cx="6324600" cy="689932"/>
          </a:xfrm>
          <a:prstGeom prst="rect">
            <a:avLst/>
          </a:prstGeom>
        </p:spPr>
        <p:txBody>
          <a:bodyPr vert="horz" wrap="square" lIns="0" tIns="12700" rIns="0" bIns="0" rtlCol="0">
            <a:spAutoFit/>
          </a:bodyPr>
          <a:lstStyle/>
          <a:p>
            <a:pPr marL="12700" marR="5080">
              <a:lnSpc>
                <a:spcPct val="100000"/>
              </a:lnSpc>
              <a:spcBef>
                <a:spcPts val="100"/>
              </a:spcBef>
            </a:pPr>
            <a:r>
              <a:rPr sz="2200" b="1" spc="114" dirty="0">
                <a:solidFill>
                  <a:srgbClr val="164052"/>
                </a:solidFill>
                <a:latin typeface="Calibri"/>
                <a:cs typeface="Calibri"/>
              </a:rPr>
              <a:t>Module</a:t>
            </a:r>
            <a:r>
              <a:rPr sz="2200" b="1" spc="130" dirty="0">
                <a:solidFill>
                  <a:srgbClr val="164052"/>
                </a:solidFill>
                <a:latin typeface="Calibri"/>
                <a:cs typeface="Calibri"/>
              </a:rPr>
              <a:t> </a:t>
            </a:r>
            <a:r>
              <a:rPr lang="fr-FR" sz="2200" b="1" spc="125" dirty="0">
                <a:solidFill>
                  <a:srgbClr val="164052"/>
                </a:solidFill>
                <a:latin typeface="Calibri"/>
                <a:cs typeface="Calibri"/>
              </a:rPr>
              <a:t>7</a:t>
            </a:r>
            <a:r>
              <a:rPr sz="2200" b="1" spc="130" dirty="0">
                <a:solidFill>
                  <a:srgbClr val="164052"/>
                </a:solidFill>
                <a:latin typeface="Calibri"/>
                <a:cs typeface="Calibri"/>
              </a:rPr>
              <a:t> </a:t>
            </a:r>
            <a:r>
              <a:rPr sz="2200" b="1" dirty="0">
                <a:solidFill>
                  <a:srgbClr val="164052"/>
                </a:solidFill>
                <a:latin typeface="Calibri"/>
                <a:cs typeface="Calibri"/>
              </a:rPr>
              <a:t>:</a:t>
            </a:r>
            <a:r>
              <a:rPr sz="2200" b="1" spc="135" dirty="0">
                <a:solidFill>
                  <a:srgbClr val="164052"/>
                </a:solidFill>
                <a:latin typeface="Calibri"/>
                <a:cs typeface="Calibri"/>
              </a:rPr>
              <a:t> </a:t>
            </a:r>
            <a:r>
              <a:rPr lang="fr-FR" sz="2200" b="1" spc="120" dirty="0">
                <a:solidFill>
                  <a:srgbClr val="164052"/>
                </a:solidFill>
                <a:latin typeface="Calibri"/>
                <a:cs typeface="Calibri"/>
              </a:rPr>
              <a:t>Exécution de pipelines dans des conteneurs Docker</a:t>
            </a:r>
            <a:endParaRPr sz="2200" dirty="0">
              <a:latin typeface="Calibri"/>
              <a:cs typeface="Calibri"/>
            </a:endParaRPr>
          </a:p>
        </p:txBody>
      </p:sp>
      <p:grpSp>
        <p:nvGrpSpPr>
          <p:cNvPr id="10" name="object 10">
            <a:extLst>
              <a:ext uri="{FF2B5EF4-FFF2-40B4-BE49-F238E27FC236}">
                <a16:creationId xmlns:a16="http://schemas.microsoft.com/office/drawing/2014/main" id="{BB3231B0-2A8C-FDD8-ACCE-DE15755FCD32}"/>
              </a:ext>
            </a:extLst>
          </p:cNvPr>
          <p:cNvGrpSpPr/>
          <p:nvPr/>
        </p:nvGrpSpPr>
        <p:grpSpPr>
          <a:xfrm>
            <a:off x="3178192" y="425450"/>
            <a:ext cx="462915" cy="462915"/>
            <a:chOff x="4700469" y="3122554"/>
            <a:chExt cx="462915" cy="462915"/>
          </a:xfrm>
        </p:grpSpPr>
        <p:sp>
          <p:nvSpPr>
            <p:cNvPr id="11" name="object 11">
              <a:extLst>
                <a:ext uri="{FF2B5EF4-FFF2-40B4-BE49-F238E27FC236}">
                  <a16:creationId xmlns:a16="http://schemas.microsoft.com/office/drawing/2014/main" id="{6803F6E4-E3DE-58DD-1A7F-18CAF143A378}"/>
                </a:ext>
              </a:extLst>
            </p:cNvPr>
            <p:cNvSpPr/>
            <p:nvPr/>
          </p:nvSpPr>
          <p:spPr>
            <a:xfrm>
              <a:off x="4714756" y="3136842"/>
              <a:ext cx="434340" cy="434340"/>
            </a:xfrm>
            <a:custGeom>
              <a:avLst/>
              <a:gdLst/>
              <a:ahLst/>
              <a:cxnLst/>
              <a:rect l="l" t="t" r="r" b="b"/>
              <a:pathLst>
                <a:path w="434339" h="434339">
                  <a:moveTo>
                    <a:pt x="217067" y="434134"/>
                  </a:moveTo>
                  <a:lnTo>
                    <a:pt x="167295" y="428402"/>
                  </a:lnTo>
                  <a:lnTo>
                    <a:pt x="121606" y="412071"/>
                  </a:lnTo>
                  <a:lnTo>
                    <a:pt x="81302" y="386447"/>
                  </a:lnTo>
                  <a:lnTo>
                    <a:pt x="47687" y="352832"/>
                  </a:lnTo>
                  <a:lnTo>
                    <a:pt x="22063" y="312528"/>
                  </a:lnTo>
                  <a:lnTo>
                    <a:pt x="5732" y="266839"/>
                  </a:lnTo>
                  <a:lnTo>
                    <a:pt x="0" y="217067"/>
                  </a:lnTo>
                  <a:lnTo>
                    <a:pt x="5732" y="167295"/>
                  </a:lnTo>
                  <a:lnTo>
                    <a:pt x="22063" y="121606"/>
                  </a:lnTo>
                  <a:lnTo>
                    <a:pt x="47687" y="81302"/>
                  </a:lnTo>
                  <a:lnTo>
                    <a:pt x="81302" y="47687"/>
                  </a:lnTo>
                  <a:lnTo>
                    <a:pt x="121606" y="22062"/>
                  </a:lnTo>
                  <a:lnTo>
                    <a:pt x="167295" y="5732"/>
                  </a:lnTo>
                  <a:lnTo>
                    <a:pt x="217067" y="0"/>
                  </a:lnTo>
                  <a:lnTo>
                    <a:pt x="259613" y="4209"/>
                  </a:lnTo>
                  <a:lnTo>
                    <a:pt x="300135" y="16523"/>
                  </a:lnTo>
                  <a:lnTo>
                    <a:pt x="337496" y="36469"/>
                  </a:lnTo>
                  <a:lnTo>
                    <a:pt x="370557" y="63577"/>
                  </a:lnTo>
                  <a:lnTo>
                    <a:pt x="397665" y="96638"/>
                  </a:lnTo>
                  <a:lnTo>
                    <a:pt x="417611" y="133999"/>
                  </a:lnTo>
                  <a:lnTo>
                    <a:pt x="429925" y="174521"/>
                  </a:lnTo>
                  <a:lnTo>
                    <a:pt x="434135" y="217067"/>
                  </a:lnTo>
                  <a:lnTo>
                    <a:pt x="428402" y="266839"/>
                  </a:lnTo>
                  <a:lnTo>
                    <a:pt x="412072" y="312528"/>
                  </a:lnTo>
                  <a:lnTo>
                    <a:pt x="386447" y="352832"/>
                  </a:lnTo>
                  <a:lnTo>
                    <a:pt x="352832" y="386447"/>
                  </a:lnTo>
                  <a:lnTo>
                    <a:pt x="312528" y="412071"/>
                  </a:lnTo>
                  <a:lnTo>
                    <a:pt x="266839" y="428402"/>
                  </a:lnTo>
                  <a:lnTo>
                    <a:pt x="217067" y="434134"/>
                  </a:lnTo>
                  <a:close/>
                </a:path>
              </a:pathLst>
            </a:custGeom>
            <a:solidFill>
              <a:srgbClr val="FFFFFF"/>
            </a:solidFill>
            <a:ln>
              <a:solidFill>
                <a:schemeClr val="accent5"/>
              </a:solidFill>
            </a:ln>
          </p:spPr>
          <p:txBody>
            <a:bodyPr wrap="square" lIns="0" tIns="0" rIns="0" bIns="0" rtlCol="0"/>
            <a:lstStyle/>
            <a:p>
              <a:endParaRPr/>
            </a:p>
          </p:txBody>
        </p:sp>
        <p:sp>
          <p:nvSpPr>
            <p:cNvPr id="12" name="object 12">
              <a:extLst>
                <a:ext uri="{FF2B5EF4-FFF2-40B4-BE49-F238E27FC236}">
                  <a16:creationId xmlns:a16="http://schemas.microsoft.com/office/drawing/2014/main" id="{74B67CD7-42E3-3A4C-7DF7-17C721EB1617}"/>
                </a:ext>
              </a:extLst>
            </p:cNvPr>
            <p:cNvSpPr/>
            <p:nvPr/>
          </p:nvSpPr>
          <p:spPr>
            <a:xfrm>
              <a:off x="4714756" y="3136842"/>
              <a:ext cx="434340" cy="434340"/>
            </a:xfrm>
            <a:custGeom>
              <a:avLst/>
              <a:gdLst/>
              <a:ahLst/>
              <a:cxnLst/>
              <a:rect l="l" t="t" r="r" b="b"/>
              <a:pathLst>
                <a:path w="434339" h="434339">
                  <a:moveTo>
                    <a:pt x="0" y="217067"/>
                  </a:moveTo>
                  <a:lnTo>
                    <a:pt x="5732" y="167295"/>
                  </a:lnTo>
                  <a:lnTo>
                    <a:pt x="22063" y="121606"/>
                  </a:lnTo>
                  <a:lnTo>
                    <a:pt x="47687" y="81302"/>
                  </a:lnTo>
                  <a:lnTo>
                    <a:pt x="81302" y="47687"/>
                  </a:lnTo>
                  <a:lnTo>
                    <a:pt x="121606" y="22062"/>
                  </a:lnTo>
                  <a:lnTo>
                    <a:pt x="167295" y="5732"/>
                  </a:lnTo>
                  <a:lnTo>
                    <a:pt x="217067" y="0"/>
                  </a:lnTo>
                  <a:lnTo>
                    <a:pt x="259613" y="4209"/>
                  </a:lnTo>
                  <a:lnTo>
                    <a:pt x="300135" y="16523"/>
                  </a:lnTo>
                  <a:lnTo>
                    <a:pt x="337496" y="36469"/>
                  </a:lnTo>
                  <a:lnTo>
                    <a:pt x="370557" y="63577"/>
                  </a:lnTo>
                  <a:lnTo>
                    <a:pt x="397665" y="96638"/>
                  </a:lnTo>
                  <a:lnTo>
                    <a:pt x="417611" y="133999"/>
                  </a:lnTo>
                  <a:lnTo>
                    <a:pt x="429925" y="174521"/>
                  </a:lnTo>
                  <a:lnTo>
                    <a:pt x="434135" y="217067"/>
                  </a:lnTo>
                  <a:lnTo>
                    <a:pt x="428402" y="266839"/>
                  </a:lnTo>
                  <a:lnTo>
                    <a:pt x="412072" y="312528"/>
                  </a:lnTo>
                  <a:lnTo>
                    <a:pt x="386447" y="352832"/>
                  </a:lnTo>
                  <a:lnTo>
                    <a:pt x="352832" y="386447"/>
                  </a:lnTo>
                  <a:lnTo>
                    <a:pt x="312528" y="412071"/>
                  </a:lnTo>
                  <a:lnTo>
                    <a:pt x="266839" y="428402"/>
                  </a:lnTo>
                  <a:lnTo>
                    <a:pt x="217067" y="434134"/>
                  </a:lnTo>
                  <a:lnTo>
                    <a:pt x="167295" y="428402"/>
                  </a:lnTo>
                  <a:lnTo>
                    <a:pt x="121606" y="412071"/>
                  </a:lnTo>
                  <a:lnTo>
                    <a:pt x="81302" y="386447"/>
                  </a:lnTo>
                  <a:lnTo>
                    <a:pt x="47687" y="352832"/>
                  </a:lnTo>
                  <a:lnTo>
                    <a:pt x="22063" y="312528"/>
                  </a:lnTo>
                  <a:lnTo>
                    <a:pt x="5732" y="266839"/>
                  </a:lnTo>
                  <a:lnTo>
                    <a:pt x="0" y="217067"/>
                  </a:lnTo>
                  <a:close/>
                </a:path>
              </a:pathLst>
            </a:custGeom>
            <a:ln w="28574">
              <a:solidFill>
                <a:schemeClr val="accent5"/>
              </a:solidFill>
            </a:ln>
          </p:spPr>
          <p:txBody>
            <a:bodyPr wrap="square" lIns="0" tIns="0" rIns="0" bIns="0" rtlCol="0"/>
            <a:lstStyle/>
            <a:p>
              <a:endParaRPr/>
            </a:p>
          </p:txBody>
        </p:sp>
      </p:grpSp>
      <p:sp>
        <p:nvSpPr>
          <p:cNvPr id="13" name="object 13">
            <a:extLst>
              <a:ext uri="{FF2B5EF4-FFF2-40B4-BE49-F238E27FC236}">
                <a16:creationId xmlns:a16="http://schemas.microsoft.com/office/drawing/2014/main" id="{3CAFA6CC-188E-7AF9-CE13-AA88083761FA}"/>
              </a:ext>
            </a:extLst>
          </p:cNvPr>
          <p:cNvSpPr txBox="1"/>
          <p:nvPr/>
        </p:nvSpPr>
        <p:spPr>
          <a:xfrm>
            <a:off x="3315120" y="481611"/>
            <a:ext cx="189230" cy="328295"/>
          </a:xfrm>
          <a:prstGeom prst="rect">
            <a:avLst/>
          </a:prstGeom>
        </p:spPr>
        <p:txBody>
          <a:bodyPr vert="horz" wrap="square" lIns="0" tIns="17145" rIns="0" bIns="0" rtlCol="0">
            <a:spAutoFit/>
          </a:bodyPr>
          <a:lstStyle/>
          <a:p>
            <a:pPr marL="12700">
              <a:lnSpc>
                <a:spcPct val="100000"/>
              </a:lnSpc>
              <a:spcBef>
                <a:spcPts val="135"/>
              </a:spcBef>
            </a:pPr>
            <a:r>
              <a:rPr lang="fr-FR" sz="1950" b="1" spc="280" dirty="0">
                <a:solidFill>
                  <a:schemeClr val="accent5"/>
                </a:solidFill>
                <a:latin typeface="Calibri"/>
                <a:cs typeface="Calibri"/>
              </a:rPr>
              <a:t>G</a:t>
            </a:r>
            <a:endParaRPr sz="1950" dirty="0">
              <a:solidFill>
                <a:schemeClr val="accent5"/>
              </a:solidFill>
              <a:latin typeface="Calibri"/>
              <a:cs typeface="Calibri"/>
            </a:endParaRPr>
          </a:p>
        </p:txBody>
      </p:sp>
      <p:sp>
        <p:nvSpPr>
          <p:cNvPr id="25" name="object 7">
            <a:extLst>
              <a:ext uri="{FF2B5EF4-FFF2-40B4-BE49-F238E27FC236}">
                <a16:creationId xmlns:a16="http://schemas.microsoft.com/office/drawing/2014/main" id="{D5C2671B-3172-9F63-FE5C-F4BA75FB88CB}"/>
              </a:ext>
            </a:extLst>
          </p:cNvPr>
          <p:cNvSpPr txBox="1"/>
          <p:nvPr/>
        </p:nvSpPr>
        <p:spPr>
          <a:xfrm>
            <a:off x="4044950" y="2619368"/>
            <a:ext cx="3571240" cy="351378"/>
          </a:xfrm>
          <a:prstGeom prst="rect">
            <a:avLst/>
          </a:prstGeom>
        </p:spPr>
        <p:txBody>
          <a:bodyPr vert="horz" wrap="square" lIns="0" tIns="12700" rIns="0" bIns="0" rtlCol="0">
            <a:spAutoFit/>
          </a:bodyPr>
          <a:lstStyle/>
          <a:p>
            <a:pPr marL="12700" marR="5080">
              <a:lnSpc>
                <a:spcPct val="100000"/>
              </a:lnSpc>
              <a:spcBef>
                <a:spcPts val="100"/>
              </a:spcBef>
            </a:pPr>
            <a:r>
              <a:rPr lang="fr-FR" sz="2200" b="1" spc="114" dirty="0">
                <a:solidFill>
                  <a:srgbClr val="164052"/>
                </a:solidFill>
                <a:latin typeface="Calibri"/>
                <a:cs typeface="Calibri"/>
              </a:rPr>
              <a:t>Travaux pratiques</a:t>
            </a:r>
            <a:endParaRPr sz="2200" dirty="0">
              <a:latin typeface="Calibri"/>
              <a:cs typeface="Calibri"/>
            </a:endParaRPr>
          </a:p>
        </p:txBody>
      </p:sp>
      <p:grpSp>
        <p:nvGrpSpPr>
          <p:cNvPr id="26" name="object 10">
            <a:extLst>
              <a:ext uri="{FF2B5EF4-FFF2-40B4-BE49-F238E27FC236}">
                <a16:creationId xmlns:a16="http://schemas.microsoft.com/office/drawing/2014/main" id="{DC4B5662-C1F2-E440-A936-0CCE7D0DC789}"/>
              </a:ext>
            </a:extLst>
          </p:cNvPr>
          <p:cNvGrpSpPr/>
          <p:nvPr/>
        </p:nvGrpSpPr>
        <p:grpSpPr>
          <a:xfrm>
            <a:off x="3195161" y="2559050"/>
            <a:ext cx="462915" cy="462915"/>
            <a:chOff x="4717438" y="1463675"/>
            <a:chExt cx="462915" cy="462915"/>
          </a:xfrm>
        </p:grpSpPr>
        <p:sp>
          <p:nvSpPr>
            <p:cNvPr id="27" name="object 11">
              <a:extLst>
                <a:ext uri="{FF2B5EF4-FFF2-40B4-BE49-F238E27FC236}">
                  <a16:creationId xmlns:a16="http://schemas.microsoft.com/office/drawing/2014/main" id="{C91351D9-B445-A7CE-4C03-8F166AEDE5E0}"/>
                </a:ext>
              </a:extLst>
            </p:cNvPr>
            <p:cNvSpPr/>
            <p:nvPr/>
          </p:nvSpPr>
          <p:spPr>
            <a:xfrm>
              <a:off x="4731726" y="1477962"/>
              <a:ext cx="434340" cy="434340"/>
            </a:xfrm>
            <a:custGeom>
              <a:avLst/>
              <a:gdLst/>
              <a:ahLst/>
              <a:cxnLst/>
              <a:rect l="l" t="t" r="r" b="b"/>
              <a:pathLst>
                <a:path w="434339" h="434339">
                  <a:moveTo>
                    <a:pt x="217067" y="434134"/>
                  </a:moveTo>
                  <a:lnTo>
                    <a:pt x="167295" y="428402"/>
                  </a:lnTo>
                  <a:lnTo>
                    <a:pt x="121606" y="412071"/>
                  </a:lnTo>
                  <a:lnTo>
                    <a:pt x="81302" y="386447"/>
                  </a:lnTo>
                  <a:lnTo>
                    <a:pt x="47687" y="352832"/>
                  </a:lnTo>
                  <a:lnTo>
                    <a:pt x="22062" y="312528"/>
                  </a:lnTo>
                  <a:lnTo>
                    <a:pt x="5732" y="266839"/>
                  </a:lnTo>
                  <a:lnTo>
                    <a:pt x="0" y="217067"/>
                  </a:ln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1"/>
                  </a:lnTo>
                  <a:lnTo>
                    <a:pt x="434134" y="217067"/>
                  </a:lnTo>
                  <a:lnTo>
                    <a:pt x="428402" y="266839"/>
                  </a:lnTo>
                  <a:lnTo>
                    <a:pt x="412071" y="312528"/>
                  </a:lnTo>
                  <a:lnTo>
                    <a:pt x="386447" y="352832"/>
                  </a:lnTo>
                  <a:lnTo>
                    <a:pt x="352832" y="386447"/>
                  </a:lnTo>
                  <a:lnTo>
                    <a:pt x="312528" y="412071"/>
                  </a:lnTo>
                  <a:lnTo>
                    <a:pt x="266838" y="428402"/>
                  </a:lnTo>
                  <a:lnTo>
                    <a:pt x="217067" y="434134"/>
                  </a:lnTo>
                  <a:close/>
                </a:path>
              </a:pathLst>
            </a:custGeom>
            <a:solidFill>
              <a:srgbClr val="FFFFFF"/>
            </a:solidFill>
            <a:ln>
              <a:solidFill>
                <a:schemeClr val="accent5"/>
              </a:solidFill>
            </a:ln>
          </p:spPr>
          <p:txBody>
            <a:bodyPr wrap="square" lIns="0" tIns="0" rIns="0" bIns="0" rtlCol="0"/>
            <a:lstStyle/>
            <a:p>
              <a:endParaRPr/>
            </a:p>
          </p:txBody>
        </p:sp>
        <p:sp>
          <p:nvSpPr>
            <p:cNvPr id="28" name="object 12">
              <a:extLst>
                <a:ext uri="{FF2B5EF4-FFF2-40B4-BE49-F238E27FC236}">
                  <a16:creationId xmlns:a16="http://schemas.microsoft.com/office/drawing/2014/main" id="{98F10183-3E0E-45EA-1A4F-FA4D144A0FB9}"/>
                </a:ext>
              </a:extLst>
            </p:cNvPr>
            <p:cNvSpPr/>
            <p:nvPr/>
          </p:nvSpPr>
          <p:spPr>
            <a:xfrm>
              <a:off x="4731726" y="1477962"/>
              <a:ext cx="434340" cy="434340"/>
            </a:xfrm>
            <a:custGeom>
              <a:avLst/>
              <a:gdLst/>
              <a:ahLst/>
              <a:cxnLst/>
              <a:rect l="l" t="t" r="r" b="b"/>
              <a:pathLst>
                <a:path w="434339" h="434339">
                  <a:moveTo>
                    <a:pt x="0" y="217067"/>
                  </a:move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1"/>
                  </a:lnTo>
                  <a:lnTo>
                    <a:pt x="434134" y="217067"/>
                  </a:lnTo>
                  <a:lnTo>
                    <a:pt x="428402" y="266839"/>
                  </a:lnTo>
                  <a:lnTo>
                    <a:pt x="412071" y="312528"/>
                  </a:lnTo>
                  <a:lnTo>
                    <a:pt x="386447" y="352832"/>
                  </a:lnTo>
                  <a:lnTo>
                    <a:pt x="352832" y="386447"/>
                  </a:lnTo>
                  <a:lnTo>
                    <a:pt x="312528" y="412071"/>
                  </a:lnTo>
                  <a:lnTo>
                    <a:pt x="266838" y="428402"/>
                  </a:lnTo>
                  <a:lnTo>
                    <a:pt x="217067" y="434134"/>
                  </a:lnTo>
                  <a:lnTo>
                    <a:pt x="167295" y="428402"/>
                  </a:lnTo>
                  <a:lnTo>
                    <a:pt x="121606" y="412071"/>
                  </a:lnTo>
                  <a:lnTo>
                    <a:pt x="81302" y="386447"/>
                  </a:lnTo>
                  <a:lnTo>
                    <a:pt x="47687" y="352832"/>
                  </a:lnTo>
                  <a:lnTo>
                    <a:pt x="22062" y="312528"/>
                  </a:lnTo>
                  <a:lnTo>
                    <a:pt x="5732" y="266839"/>
                  </a:lnTo>
                  <a:lnTo>
                    <a:pt x="0" y="217067"/>
                  </a:lnTo>
                  <a:close/>
                </a:path>
              </a:pathLst>
            </a:custGeom>
            <a:ln w="28574">
              <a:solidFill>
                <a:schemeClr val="accent5"/>
              </a:solidFill>
            </a:ln>
          </p:spPr>
          <p:txBody>
            <a:bodyPr wrap="square" lIns="0" tIns="0" rIns="0" bIns="0" rtlCol="0"/>
            <a:lstStyle/>
            <a:p>
              <a:endParaRPr/>
            </a:p>
          </p:txBody>
        </p:sp>
      </p:grpSp>
      <p:sp>
        <p:nvSpPr>
          <p:cNvPr id="19" name="ZoneTexte 18">
            <a:extLst>
              <a:ext uri="{FF2B5EF4-FFF2-40B4-BE49-F238E27FC236}">
                <a16:creationId xmlns:a16="http://schemas.microsoft.com/office/drawing/2014/main" id="{F7E19DAC-FE28-3757-8CF5-47BDC0AA456A}"/>
              </a:ext>
            </a:extLst>
          </p:cNvPr>
          <p:cNvSpPr txBox="1"/>
          <p:nvPr/>
        </p:nvSpPr>
        <p:spPr>
          <a:xfrm>
            <a:off x="4044950" y="1187450"/>
            <a:ext cx="6553200" cy="129586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Utilisation d’images Docker comme environnement d’exécution</a:t>
            </a:r>
          </a:p>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Intégration avec Docker Hub</a:t>
            </a:r>
          </a:p>
        </p:txBody>
      </p:sp>
      <p:sp>
        <p:nvSpPr>
          <p:cNvPr id="35" name="ZoneTexte 34">
            <a:extLst>
              <a:ext uri="{FF2B5EF4-FFF2-40B4-BE49-F238E27FC236}">
                <a16:creationId xmlns:a16="http://schemas.microsoft.com/office/drawing/2014/main" id="{58755309-36B5-297D-4565-8CE7740EEC65}"/>
              </a:ext>
            </a:extLst>
          </p:cNvPr>
          <p:cNvSpPr txBox="1"/>
          <p:nvPr/>
        </p:nvSpPr>
        <p:spPr>
          <a:xfrm>
            <a:off x="4090611" y="2942056"/>
            <a:ext cx="6096000" cy="46487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Exécution d’un pipeline avec Docker</a:t>
            </a:r>
          </a:p>
        </p:txBody>
      </p:sp>
      <p:sp>
        <p:nvSpPr>
          <p:cNvPr id="14" name="object 15">
            <a:extLst>
              <a:ext uri="{FF2B5EF4-FFF2-40B4-BE49-F238E27FC236}">
                <a16:creationId xmlns:a16="http://schemas.microsoft.com/office/drawing/2014/main" id="{7394EF4A-BCB3-8565-DCA5-E24EF9E4C5B6}"/>
              </a:ext>
            </a:extLst>
          </p:cNvPr>
          <p:cNvSpPr txBox="1"/>
          <p:nvPr/>
        </p:nvSpPr>
        <p:spPr>
          <a:xfrm>
            <a:off x="3232150" y="2595873"/>
            <a:ext cx="203200" cy="328295"/>
          </a:xfrm>
          <a:prstGeom prst="rect">
            <a:avLst/>
          </a:prstGeom>
        </p:spPr>
        <p:txBody>
          <a:bodyPr vert="horz" wrap="square" lIns="0" tIns="17145" rIns="0" bIns="0" rtlCol="0">
            <a:spAutoFit/>
          </a:bodyPr>
          <a:lstStyle/>
          <a:p>
            <a:pPr marL="12700">
              <a:lnSpc>
                <a:spcPct val="100000"/>
              </a:lnSpc>
              <a:spcBef>
                <a:spcPts val="135"/>
              </a:spcBef>
            </a:pPr>
            <a:r>
              <a:rPr lang="fr-FR" sz="2000" dirty="0"/>
              <a:t>🚀</a:t>
            </a:r>
            <a:endParaRPr sz="1950" dirty="0">
              <a:latin typeface="Calibri"/>
              <a:cs typeface="Calibri"/>
            </a:endParaRPr>
          </a:p>
        </p:txBody>
      </p:sp>
      <p:sp>
        <p:nvSpPr>
          <p:cNvPr id="15" name="object 9">
            <a:extLst>
              <a:ext uri="{FF2B5EF4-FFF2-40B4-BE49-F238E27FC236}">
                <a16:creationId xmlns:a16="http://schemas.microsoft.com/office/drawing/2014/main" id="{75A8213D-2CFF-4E47-2040-7BE230D25631}"/>
              </a:ext>
            </a:extLst>
          </p:cNvPr>
          <p:cNvSpPr txBox="1"/>
          <p:nvPr/>
        </p:nvSpPr>
        <p:spPr>
          <a:xfrm>
            <a:off x="4073508" y="3622085"/>
            <a:ext cx="6296042" cy="689932"/>
          </a:xfrm>
          <a:prstGeom prst="rect">
            <a:avLst/>
          </a:prstGeom>
        </p:spPr>
        <p:txBody>
          <a:bodyPr vert="horz" wrap="square" lIns="0" tIns="12700" rIns="0" bIns="0" rtlCol="0">
            <a:spAutoFit/>
          </a:bodyPr>
          <a:lstStyle/>
          <a:p>
            <a:pPr marL="12700" marR="5080">
              <a:lnSpc>
                <a:spcPct val="100000"/>
              </a:lnSpc>
              <a:spcBef>
                <a:spcPts val="100"/>
              </a:spcBef>
            </a:pPr>
            <a:r>
              <a:rPr sz="2200" b="1" spc="114" dirty="0">
                <a:solidFill>
                  <a:srgbClr val="164052"/>
                </a:solidFill>
                <a:latin typeface="Calibri"/>
                <a:cs typeface="Calibri"/>
              </a:rPr>
              <a:t>Module</a:t>
            </a:r>
            <a:r>
              <a:rPr sz="2200" b="1" spc="130" dirty="0">
                <a:solidFill>
                  <a:srgbClr val="164052"/>
                </a:solidFill>
                <a:latin typeface="Calibri"/>
                <a:cs typeface="Calibri"/>
              </a:rPr>
              <a:t> </a:t>
            </a:r>
            <a:r>
              <a:rPr lang="fr-FR" sz="2200" b="1" spc="125" dirty="0">
                <a:solidFill>
                  <a:srgbClr val="164052"/>
                </a:solidFill>
                <a:latin typeface="Calibri"/>
                <a:cs typeface="Calibri"/>
              </a:rPr>
              <a:t>8</a:t>
            </a:r>
            <a:r>
              <a:rPr sz="2200" b="1" spc="130" dirty="0">
                <a:solidFill>
                  <a:srgbClr val="164052"/>
                </a:solidFill>
                <a:latin typeface="Calibri"/>
                <a:cs typeface="Calibri"/>
              </a:rPr>
              <a:t> </a:t>
            </a:r>
            <a:r>
              <a:rPr sz="2200" b="1" dirty="0">
                <a:solidFill>
                  <a:srgbClr val="164052"/>
                </a:solidFill>
                <a:latin typeface="Calibri"/>
                <a:cs typeface="Calibri"/>
              </a:rPr>
              <a:t>:</a:t>
            </a:r>
            <a:r>
              <a:rPr sz="2200" b="1" spc="135" dirty="0">
                <a:solidFill>
                  <a:srgbClr val="164052"/>
                </a:solidFill>
                <a:latin typeface="Calibri"/>
                <a:cs typeface="Calibri"/>
              </a:rPr>
              <a:t> </a:t>
            </a:r>
            <a:r>
              <a:rPr lang="fr-FR" sz="2200" b="1" spc="120" dirty="0">
                <a:solidFill>
                  <a:srgbClr val="164052"/>
                </a:solidFill>
                <a:latin typeface="Calibri"/>
                <a:cs typeface="Calibri"/>
              </a:rPr>
              <a:t>Transformation d’un projet freestyle vers Pipeline</a:t>
            </a:r>
            <a:endParaRPr sz="2200" dirty="0">
              <a:latin typeface="Calibri"/>
              <a:cs typeface="Calibri"/>
            </a:endParaRPr>
          </a:p>
        </p:txBody>
      </p:sp>
      <p:grpSp>
        <p:nvGrpSpPr>
          <p:cNvPr id="16" name="object 10">
            <a:extLst>
              <a:ext uri="{FF2B5EF4-FFF2-40B4-BE49-F238E27FC236}">
                <a16:creationId xmlns:a16="http://schemas.microsoft.com/office/drawing/2014/main" id="{13EDEF18-3D4B-ADF4-3199-3F04238866CE}"/>
              </a:ext>
            </a:extLst>
          </p:cNvPr>
          <p:cNvGrpSpPr/>
          <p:nvPr/>
        </p:nvGrpSpPr>
        <p:grpSpPr>
          <a:xfrm>
            <a:off x="3206750" y="3563363"/>
            <a:ext cx="462915" cy="462915"/>
            <a:chOff x="4700469" y="3122554"/>
            <a:chExt cx="462915" cy="462915"/>
          </a:xfrm>
        </p:grpSpPr>
        <p:sp>
          <p:nvSpPr>
            <p:cNvPr id="17" name="object 11">
              <a:extLst>
                <a:ext uri="{FF2B5EF4-FFF2-40B4-BE49-F238E27FC236}">
                  <a16:creationId xmlns:a16="http://schemas.microsoft.com/office/drawing/2014/main" id="{D80E934C-5BF2-29A2-C795-1E3C137575EC}"/>
                </a:ext>
              </a:extLst>
            </p:cNvPr>
            <p:cNvSpPr/>
            <p:nvPr/>
          </p:nvSpPr>
          <p:spPr>
            <a:xfrm>
              <a:off x="4714756" y="3136842"/>
              <a:ext cx="434340" cy="434340"/>
            </a:xfrm>
            <a:custGeom>
              <a:avLst/>
              <a:gdLst/>
              <a:ahLst/>
              <a:cxnLst/>
              <a:rect l="l" t="t" r="r" b="b"/>
              <a:pathLst>
                <a:path w="434339" h="434339">
                  <a:moveTo>
                    <a:pt x="217067" y="434134"/>
                  </a:moveTo>
                  <a:lnTo>
                    <a:pt x="167295" y="428402"/>
                  </a:lnTo>
                  <a:lnTo>
                    <a:pt x="121606" y="412071"/>
                  </a:lnTo>
                  <a:lnTo>
                    <a:pt x="81302" y="386447"/>
                  </a:lnTo>
                  <a:lnTo>
                    <a:pt x="47687" y="352832"/>
                  </a:lnTo>
                  <a:lnTo>
                    <a:pt x="22063" y="312528"/>
                  </a:lnTo>
                  <a:lnTo>
                    <a:pt x="5732" y="266839"/>
                  </a:lnTo>
                  <a:lnTo>
                    <a:pt x="0" y="217067"/>
                  </a:lnTo>
                  <a:lnTo>
                    <a:pt x="5732" y="167295"/>
                  </a:lnTo>
                  <a:lnTo>
                    <a:pt x="22063" y="121606"/>
                  </a:lnTo>
                  <a:lnTo>
                    <a:pt x="47687" y="81302"/>
                  </a:lnTo>
                  <a:lnTo>
                    <a:pt x="81302" y="47687"/>
                  </a:lnTo>
                  <a:lnTo>
                    <a:pt x="121606" y="22062"/>
                  </a:lnTo>
                  <a:lnTo>
                    <a:pt x="167295" y="5732"/>
                  </a:lnTo>
                  <a:lnTo>
                    <a:pt x="217067" y="0"/>
                  </a:lnTo>
                  <a:lnTo>
                    <a:pt x="259613" y="4209"/>
                  </a:lnTo>
                  <a:lnTo>
                    <a:pt x="300135" y="16523"/>
                  </a:lnTo>
                  <a:lnTo>
                    <a:pt x="337496" y="36469"/>
                  </a:lnTo>
                  <a:lnTo>
                    <a:pt x="370557" y="63577"/>
                  </a:lnTo>
                  <a:lnTo>
                    <a:pt x="397665" y="96638"/>
                  </a:lnTo>
                  <a:lnTo>
                    <a:pt x="417611" y="133999"/>
                  </a:lnTo>
                  <a:lnTo>
                    <a:pt x="429925" y="174521"/>
                  </a:lnTo>
                  <a:lnTo>
                    <a:pt x="434135" y="217067"/>
                  </a:lnTo>
                  <a:lnTo>
                    <a:pt x="428402" y="266839"/>
                  </a:lnTo>
                  <a:lnTo>
                    <a:pt x="412072" y="312528"/>
                  </a:lnTo>
                  <a:lnTo>
                    <a:pt x="386447" y="352832"/>
                  </a:lnTo>
                  <a:lnTo>
                    <a:pt x="352832" y="386447"/>
                  </a:lnTo>
                  <a:lnTo>
                    <a:pt x="312528" y="412071"/>
                  </a:lnTo>
                  <a:lnTo>
                    <a:pt x="266839" y="428402"/>
                  </a:lnTo>
                  <a:lnTo>
                    <a:pt x="217067" y="434134"/>
                  </a:lnTo>
                  <a:close/>
                </a:path>
              </a:pathLst>
            </a:custGeom>
            <a:solidFill>
              <a:srgbClr val="FFFFFF"/>
            </a:solidFill>
            <a:ln>
              <a:solidFill>
                <a:schemeClr val="accent5"/>
              </a:solidFill>
            </a:ln>
          </p:spPr>
          <p:txBody>
            <a:bodyPr wrap="square" lIns="0" tIns="0" rIns="0" bIns="0" rtlCol="0"/>
            <a:lstStyle/>
            <a:p>
              <a:endParaRPr/>
            </a:p>
          </p:txBody>
        </p:sp>
        <p:sp>
          <p:nvSpPr>
            <p:cNvPr id="18" name="object 12">
              <a:extLst>
                <a:ext uri="{FF2B5EF4-FFF2-40B4-BE49-F238E27FC236}">
                  <a16:creationId xmlns:a16="http://schemas.microsoft.com/office/drawing/2014/main" id="{223DE3E5-4F9F-D343-7E75-F42220EC1009}"/>
                </a:ext>
              </a:extLst>
            </p:cNvPr>
            <p:cNvSpPr/>
            <p:nvPr/>
          </p:nvSpPr>
          <p:spPr>
            <a:xfrm>
              <a:off x="4714756" y="3136842"/>
              <a:ext cx="434340" cy="434340"/>
            </a:xfrm>
            <a:custGeom>
              <a:avLst/>
              <a:gdLst/>
              <a:ahLst/>
              <a:cxnLst/>
              <a:rect l="l" t="t" r="r" b="b"/>
              <a:pathLst>
                <a:path w="434339" h="434339">
                  <a:moveTo>
                    <a:pt x="0" y="217067"/>
                  </a:moveTo>
                  <a:lnTo>
                    <a:pt x="5732" y="167295"/>
                  </a:lnTo>
                  <a:lnTo>
                    <a:pt x="22063" y="121606"/>
                  </a:lnTo>
                  <a:lnTo>
                    <a:pt x="47687" y="81302"/>
                  </a:lnTo>
                  <a:lnTo>
                    <a:pt x="81302" y="47687"/>
                  </a:lnTo>
                  <a:lnTo>
                    <a:pt x="121606" y="22062"/>
                  </a:lnTo>
                  <a:lnTo>
                    <a:pt x="167295" y="5732"/>
                  </a:lnTo>
                  <a:lnTo>
                    <a:pt x="217067" y="0"/>
                  </a:lnTo>
                  <a:lnTo>
                    <a:pt x="259613" y="4209"/>
                  </a:lnTo>
                  <a:lnTo>
                    <a:pt x="300135" y="16523"/>
                  </a:lnTo>
                  <a:lnTo>
                    <a:pt x="337496" y="36469"/>
                  </a:lnTo>
                  <a:lnTo>
                    <a:pt x="370557" y="63577"/>
                  </a:lnTo>
                  <a:lnTo>
                    <a:pt x="397665" y="96638"/>
                  </a:lnTo>
                  <a:lnTo>
                    <a:pt x="417611" y="133999"/>
                  </a:lnTo>
                  <a:lnTo>
                    <a:pt x="429925" y="174521"/>
                  </a:lnTo>
                  <a:lnTo>
                    <a:pt x="434135" y="217067"/>
                  </a:lnTo>
                  <a:lnTo>
                    <a:pt x="428402" y="266839"/>
                  </a:lnTo>
                  <a:lnTo>
                    <a:pt x="412072" y="312528"/>
                  </a:lnTo>
                  <a:lnTo>
                    <a:pt x="386447" y="352832"/>
                  </a:lnTo>
                  <a:lnTo>
                    <a:pt x="352832" y="386447"/>
                  </a:lnTo>
                  <a:lnTo>
                    <a:pt x="312528" y="412071"/>
                  </a:lnTo>
                  <a:lnTo>
                    <a:pt x="266839" y="428402"/>
                  </a:lnTo>
                  <a:lnTo>
                    <a:pt x="217067" y="434134"/>
                  </a:lnTo>
                  <a:lnTo>
                    <a:pt x="167295" y="428402"/>
                  </a:lnTo>
                  <a:lnTo>
                    <a:pt x="121606" y="412071"/>
                  </a:lnTo>
                  <a:lnTo>
                    <a:pt x="81302" y="386447"/>
                  </a:lnTo>
                  <a:lnTo>
                    <a:pt x="47687" y="352832"/>
                  </a:lnTo>
                  <a:lnTo>
                    <a:pt x="22063" y="312528"/>
                  </a:lnTo>
                  <a:lnTo>
                    <a:pt x="5732" y="266839"/>
                  </a:lnTo>
                  <a:lnTo>
                    <a:pt x="0" y="217067"/>
                  </a:lnTo>
                  <a:close/>
                </a:path>
              </a:pathLst>
            </a:custGeom>
            <a:ln w="28574">
              <a:solidFill>
                <a:schemeClr val="accent5"/>
              </a:solidFill>
            </a:ln>
          </p:spPr>
          <p:txBody>
            <a:bodyPr wrap="square" lIns="0" tIns="0" rIns="0" bIns="0" rtlCol="0"/>
            <a:lstStyle/>
            <a:p>
              <a:endParaRPr/>
            </a:p>
          </p:txBody>
        </p:sp>
      </p:grpSp>
      <p:sp>
        <p:nvSpPr>
          <p:cNvPr id="20" name="object 13">
            <a:extLst>
              <a:ext uri="{FF2B5EF4-FFF2-40B4-BE49-F238E27FC236}">
                <a16:creationId xmlns:a16="http://schemas.microsoft.com/office/drawing/2014/main" id="{7F7F355A-9B04-9E25-1BCC-9B5B585C28EF}"/>
              </a:ext>
            </a:extLst>
          </p:cNvPr>
          <p:cNvSpPr txBox="1"/>
          <p:nvPr/>
        </p:nvSpPr>
        <p:spPr>
          <a:xfrm>
            <a:off x="3343678" y="3619524"/>
            <a:ext cx="189230" cy="328295"/>
          </a:xfrm>
          <a:prstGeom prst="rect">
            <a:avLst/>
          </a:prstGeom>
        </p:spPr>
        <p:txBody>
          <a:bodyPr vert="horz" wrap="square" lIns="0" tIns="17145" rIns="0" bIns="0" rtlCol="0">
            <a:spAutoFit/>
          </a:bodyPr>
          <a:lstStyle/>
          <a:p>
            <a:pPr marL="12700">
              <a:lnSpc>
                <a:spcPct val="100000"/>
              </a:lnSpc>
              <a:spcBef>
                <a:spcPts val="135"/>
              </a:spcBef>
            </a:pPr>
            <a:r>
              <a:rPr lang="fr-FR" sz="1950" b="1" spc="280" dirty="0">
                <a:solidFill>
                  <a:schemeClr val="accent5"/>
                </a:solidFill>
                <a:latin typeface="Calibri"/>
                <a:cs typeface="Calibri"/>
              </a:rPr>
              <a:t>H</a:t>
            </a:r>
            <a:endParaRPr sz="1950" dirty="0">
              <a:solidFill>
                <a:schemeClr val="accent5"/>
              </a:solidFill>
              <a:latin typeface="Calibri"/>
              <a:cs typeface="Calibri"/>
            </a:endParaRPr>
          </a:p>
        </p:txBody>
      </p:sp>
      <p:sp>
        <p:nvSpPr>
          <p:cNvPr id="21" name="ZoneTexte 18">
            <a:extLst>
              <a:ext uri="{FF2B5EF4-FFF2-40B4-BE49-F238E27FC236}">
                <a16:creationId xmlns:a16="http://schemas.microsoft.com/office/drawing/2014/main" id="{3A352C25-96E8-9C98-006A-D8FE840A730B}"/>
              </a:ext>
            </a:extLst>
          </p:cNvPr>
          <p:cNvSpPr txBox="1"/>
          <p:nvPr/>
        </p:nvSpPr>
        <p:spPr>
          <a:xfrm>
            <a:off x="4073508" y="4352884"/>
            <a:ext cx="6553200" cy="88036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Générer un </a:t>
            </a:r>
            <a:r>
              <a:rPr lang="fr-FR" b="1" spc="195" dirty="0" err="1">
                <a:solidFill>
                  <a:srgbClr val="164052"/>
                </a:solidFill>
                <a:latin typeface="Calibri"/>
                <a:cs typeface="Calibri"/>
              </a:rPr>
              <a:t>Jenkinsfile</a:t>
            </a:r>
            <a:r>
              <a:rPr lang="fr-FR" b="1" spc="195" dirty="0">
                <a:solidFill>
                  <a:srgbClr val="164052"/>
                </a:solidFill>
                <a:latin typeface="Calibri"/>
                <a:cs typeface="Calibri"/>
              </a:rPr>
              <a:t> à partir d’un job Freestyle</a:t>
            </a:r>
          </a:p>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Personnaliser et optimiser le </a:t>
            </a:r>
            <a:r>
              <a:rPr lang="fr-FR" b="1" spc="195" dirty="0" err="1">
                <a:solidFill>
                  <a:srgbClr val="164052"/>
                </a:solidFill>
                <a:latin typeface="Calibri"/>
                <a:cs typeface="Calibri"/>
              </a:rPr>
              <a:t>Jenkinsfile</a:t>
            </a:r>
            <a:endParaRPr lang="fr-FR" b="1" spc="195" dirty="0">
              <a:solidFill>
                <a:srgbClr val="164052"/>
              </a:solidFill>
              <a:latin typeface="Calibri"/>
              <a:cs typeface="Calibri"/>
            </a:endParaRPr>
          </a:p>
        </p:txBody>
      </p:sp>
      <p:sp>
        <p:nvSpPr>
          <p:cNvPr id="22" name="object 7">
            <a:extLst>
              <a:ext uri="{FF2B5EF4-FFF2-40B4-BE49-F238E27FC236}">
                <a16:creationId xmlns:a16="http://schemas.microsoft.com/office/drawing/2014/main" id="{8B9EFD5C-3BE5-AF77-E029-31913B9A8B5E}"/>
              </a:ext>
            </a:extLst>
          </p:cNvPr>
          <p:cNvSpPr txBox="1"/>
          <p:nvPr/>
        </p:nvSpPr>
        <p:spPr>
          <a:xfrm>
            <a:off x="4056539" y="5362568"/>
            <a:ext cx="3571240" cy="351378"/>
          </a:xfrm>
          <a:prstGeom prst="rect">
            <a:avLst/>
          </a:prstGeom>
        </p:spPr>
        <p:txBody>
          <a:bodyPr vert="horz" wrap="square" lIns="0" tIns="12700" rIns="0" bIns="0" rtlCol="0">
            <a:spAutoFit/>
          </a:bodyPr>
          <a:lstStyle/>
          <a:p>
            <a:pPr marL="12700" marR="5080">
              <a:lnSpc>
                <a:spcPct val="100000"/>
              </a:lnSpc>
              <a:spcBef>
                <a:spcPts val="100"/>
              </a:spcBef>
            </a:pPr>
            <a:r>
              <a:rPr lang="fr-FR" sz="2200" b="1" spc="114" dirty="0">
                <a:solidFill>
                  <a:srgbClr val="164052"/>
                </a:solidFill>
                <a:latin typeface="Calibri"/>
                <a:cs typeface="Calibri"/>
              </a:rPr>
              <a:t>Travaux pratiques</a:t>
            </a:r>
            <a:endParaRPr sz="2200" dirty="0">
              <a:latin typeface="Calibri"/>
              <a:cs typeface="Calibri"/>
            </a:endParaRPr>
          </a:p>
        </p:txBody>
      </p:sp>
      <p:grpSp>
        <p:nvGrpSpPr>
          <p:cNvPr id="23" name="object 10">
            <a:extLst>
              <a:ext uri="{FF2B5EF4-FFF2-40B4-BE49-F238E27FC236}">
                <a16:creationId xmlns:a16="http://schemas.microsoft.com/office/drawing/2014/main" id="{35A701EF-EE61-A07D-28F2-67F8CB5DAB57}"/>
              </a:ext>
            </a:extLst>
          </p:cNvPr>
          <p:cNvGrpSpPr/>
          <p:nvPr/>
        </p:nvGrpSpPr>
        <p:grpSpPr>
          <a:xfrm>
            <a:off x="3206750" y="5302250"/>
            <a:ext cx="462915" cy="462915"/>
            <a:chOff x="4717438" y="1463675"/>
            <a:chExt cx="462915" cy="462915"/>
          </a:xfrm>
        </p:grpSpPr>
        <p:sp>
          <p:nvSpPr>
            <p:cNvPr id="24" name="object 11">
              <a:extLst>
                <a:ext uri="{FF2B5EF4-FFF2-40B4-BE49-F238E27FC236}">
                  <a16:creationId xmlns:a16="http://schemas.microsoft.com/office/drawing/2014/main" id="{0C11096D-86F4-C2CB-AB35-50F395F853CB}"/>
                </a:ext>
              </a:extLst>
            </p:cNvPr>
            <p:cNvSpPr/>
            <p:nvPr/>
          </p:nvSpPr>
          <p:spPr>
            <a:xfrm>
              <a:off x="4731726" y="1477962"/>
              <a:ext cx="434340" cy="434340"/>
            </a:xfrm>
            <a:custGeom>
              <a:avLst/>
              <a:gdLst/>
              <a:ahLst/>
              <a:cxnLst/>
              <a:rect l="l" t="t" r="r" b="b"/>
              <a:pathLst>
                <a:path w="434339" h="434339">
                  <a:moveTo>
                    <a:pt x="217067" y="434134"/>
                  </a:moveTo>
                  <a:lnTo>
                    <a:pt x="167295" y="428402"/>
                  </a:lnTo>
                  <a:lnTo>
                    <a:pt x="121606" y="412071"/>
                  </a:lnTo>
                  <a:lnTo>
                    <a:pt x="81302" y="386447"/>
                  </a:lnTo>
                  <a:lnTo>
                    <a:pt x="47687" y="352832"/>
                  </a:lnTo>
                  <a:lnTo>
                    <a:pt x="22062" y="312528"/>
                  </a:lnTo>
                  <a:lnTo>
                    <a:pt x="5732" y="266839"/>
                  </a:lnTo>
                  <a:lnTo>
                    <a:pt x="0" y="217067"/>
                  </a:ln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1"/>
                  </a:lnTo>
                  <a:lnTo>
                    <a:pt x="434134" y="217067"/>
                  </a:lnTo>
                  <a:lnTo>
                    <a:pt x="428402" y="266839"/>
                  </a:lnTo>
                  <a:lnTo>
                    <a:pt x="412071" y="312528"/>
                  </a:lnTo>
                  <a:lnTo>
                    <a:pt x="386447" y="352832"/>
                  </a:lnTo>
                  <a:lnTo>
                    <a:pt x="352832" y="386447"/>
                  </a:lnTo>
                  <a:lnTo>
                    <a:pt x="312528" y="412071"/>
                  </a:lnTo>
                  <a:lnTo>
                    <a:pt x="266838" y="428402"/>
                  </a:lnTo>
                  <a:lnTo>
                    <a:pt x="217067" y="434134"/>
                  </a:lnTo>
                  <a:close/>
                </a:path>
              </a:pathLst>
            </a:custGeom>
            <a:solidFill>
              <a:srgbClr val="FFFFFF"/>
            </a:solidFill>
            <a:ln>
              <a:solidFill>
                <a:schemeClr val="accent5"/>
              </a:solidFill>
            </a:ln>
          </p:spPr>
          <p:txBody>
            <a:bodyPr wrap="square" lIns="0" tIns="0" rIns="0" bIns="0" rtlCol="0"/>
            <a:lstStyle/>
            <a:p>
              <a:endParaRPr/>
            </a:p>
          </p:txBody>
        </p:sp>
        <p:sp>
          <p:nvSpPr>
            <p:cNvPr id="30" name="object 12">
              <a:extLst>
                <a:ext uri="{FF2B5EF4-FFF2-40B4-BE49-F238E27FC236}">
                  <a16:creationId xmlns:a16="http://schemas.microsoft.com/office/drawing/2014/main" id="{8CE29374-0A64-0065-FFD6-A7EE64480E00}"/>
                </a:ext>
              </a:extLst>
            </p:cNvPr>
            <p:cNvSpPr/>
            <p:nvPr/>
          </p:nvSpPr>
          <p:spPr>
            <a:xfrm>
              <a:off x="4731726" y="1477962"/>
              <a:ext cx="434340" cy="434340"/>
            </a:xfrm>
            <a:custGeom>
              <a:avLst/>
              <a:gdLst/>
              <a:ahLst/>
              <a:cxnLst/>
              <a:rect l="l" t="t" r="r" b="b"/>
              <a:pathLst>
                <a:path w="434339" h="434339">
                  <a:moveTo>
                    <a:pt x="0" y="217067"/>
                  </a:move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1"/>
                  </a:lnTo>
                  <a:lnTo>
                    <a:pt x="434134" y="217067"/>
                  </a:lnTo>
                  <a:lnTo>
                    <a:pt x="428402" y="266839"/>
                  </a:lnTo>
                  <a:lnTo>
                    <a:pt x="412071" y="312528"/>
                  </a:lnTo>
                  <a:lnTo>
                    <a:pt x="386447" y="352832"/>
                  </a:lnTo>
                  <a:lnTo>
                    <a:pt x="352832" y="386447"/>
                  </a:lnTo>
                  <a:lnTo>
                    <a:pt x="312528" y="412071"/>
                  </a:lnTo>
                  <a:lnTo>
                    <a:pt x="266838" y="428402"/>
                  </a:lnTo>
                  <a:lnTo>
                    <a:pt x="217067" y="434134"/>
                  </a:lnTo>
                  <a:lnTo>
                    <a:pt x="167295" y="428402"/>
                  </a:lnTo>
                  <a:lnTo>
                    <a:pt x="121606" y="412071"/>
                  </a:lnTo>
                  <a:lnTo>
                    <a:pt x="81302" y="386447"/>
                  </a:lnTo>
                  <a:lnTo>
                    <a:pt x="47687" y="352832"/>
                  </a:lnTo>
                  <a:lnTo>
                    <a:pt x="22062" y="312528"/>
                  </a:lnTo>
                  <a:lnTo>
                    <a:pt x="5732" y="266839"/>
                  </a:lnTo>
                  <a:lnTo>
                    <a:pt x="0" y="217067"/>
                  </a:lnTo>
                  <a:close/>
                </a:path>
              </a:pathLst>
            </a:custGeom>
            <a:ln w="28574">
              <a:solidFill>
                <a:schemeClr val="accent5"/>
              </a:solidFill>
            </a:ln>
          </p:spPr>
          <p:txBody>
            <a:bodyPr wrap="square" lIns="0" tIns="0" rIns="0" bIns="0" rtlCol="0"/>
            <a:lstStyle/>
            <a:p>
              <a:endParaRPr/>
            </a:p>
          </p:txBody>
        </p:sp>
      </p:grpSp>
      <p:sp>
        <p:nvSpPr>
          <p:cNvPr id="31" name="ZoneTexte 34">
            <a:extLst>
              <a:ext uri="{FF2B5EF4-FFF2-40B4-BE49-F238E27FC236}">
                <a16:creationId xmlns:a16="http://schemas.microsoft.com/office/drawing/2014/main" id="{FDDE2E2D-7ABE-2AFB-5B7A-871DA2167060}"/>
              </a:ext>
            </a:extLst>
          </p:cNvPr>
          <p:cNvSpPr txBox="1"/>
          <p:nvPr/>
        </p:nvSpPr>
        <p:spPr>
          <a:xfrm>
            <a:off x="4102200" y="5685256"/>
            <a:ext cx="6096000" cy="88036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Conversion d’un job freestyle existant en pipeline</a:t>
            </a:r>
          </a:p>
        </p:txBody>
      </p:sp>
      <p:sp>
        <p:nvSpPr>
          <p:cNvPr id="32" name="object 15">
            <a:extLst>
              <a:ext uri="{FF2B5EF4-FFF2-40B4-BE49-F238E27FC236}">
                <a16:creationId xmlns:a16="http://schemas.microsoft.com/office/drawing/2014/main" id="{4C54FC3F-5472-8A94-EF21-FC56398E2280}"/>
              </a:ext>
            </a:extLst>
          </p:cNvPr>
          <p:cNvSpPr txBox="1"/>
          <p:nvPr/>
        </p:nvSpPr>
        <p:spPr>
          <a:xfrm>
            <a:off x="3243739" y="5339073"/>
            <a:ext cx="203200" cy="328295"/>
          </a:xfrm>
          <a:prstGeom prst="rect">
            <a:avLst/>
          </a:prstGeom>
        </p:spPr>
        <p:txBody>
          <a:bodyPr vert="horz" wrap="square" lIns="0" tIns="17145" rIns="0" bIns="0" rtlCol="0">
            <a:spAutoFit/>
          </a:bodyPr>
          <a:lstStyle/>
          <a:p>
            <a:pPr marL="12700">
              <a:lnSpc>
                <a:spcPct val="100000"/>
              </a:lnSpc>
              <a:spcBef>
                <a:spcPts val="135"/>
              </a:spcBef>
            </a:pPr>
            <a:r>
              <a:rPr lang="fr-FR" sz="2000" dirty="0"/>
              <a:t>🚀</a:t>
            </a:r>
            <a:endParaRPr sz="1950" dirty="0">
              <a:latin typeface="Calibri"/>
              <a:cs typeface="Calibri"/>
            </a:endParaRPr>
          </a:p>
        </p:txBody>
      </p:sp>
    </p:spTree>
    <p:extLst>
      <p:ext uri="{BB962C8B-B14F-4D97-AF65-F5344CB8AC3E}">
        <p14:creationId xmlns:p14="http://schemas.microsoft.com/office/powerpoint/2010/main" val="3857517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D30EA93-7464-29AA-7577-55ECC7019C6A}"/>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6A78C139-E12D-44BE-757B-E7753F1387B1}"/>
              </a:ext>
            </a:extLst>
          </p:cNvPr>
          <p:cNvGrpSpPr/>
          <p:nvPr/>
        </p:nvGrpSpPr>
        <p:grpSpPr>
          <a:xfrm>
            <a:off x="-4760" y="-4762"/>
            <a:ext cx="3495862" cy="7566025"/>
            <a:chOff x="-4762" y="-4762"/>
            <a:chExt cx="5076825" cy="7566025"/>
          </a:xfrm>
          <a:solidFill>
            <a:schemeClr val="tx2">
              <a:lumMod val="75000"/>
            </a:schemeClr>
          </a:solidFill>
        </p:grpSpPr>
        <p:sp>
          <p:nvSpPr>
            <p:cNvPr id="3" name="object 3">
              <a:extLst>
                <a:ext uri="{FF2B5EF4-FFF2-40B4-BE49-F238E27FC236}">
                  <a16:creationId xmlns:a16="http://schemas.microsoft.com/office/drawing/2014/main" id="{57301201-34CD-3D9C-9131-B2749B301833}"/>
                </a:ext>
              </a:extLst>
            </p:cNvPr>
            <p:cNvSpPr/>
            <p:nvPr/>
          </p:nvSpPr>
          <p:spPr>
            <a:xfrm>
              <a:off x="0" y="0"/>
              <a:ext cx="4845685" cy="7556500"/>
            </a:xfrm>
            <a:custGeom>
              <a:avLst/>
              <a:gdLst/>
              <a:ahLst/>
              <a:cxnLst/>
              <a:rect l="l" t="t" r="r" b="b"/>
              <a:pathLst>
                <a:path w="4845685" h="7556500">
                  <a:moveTo>
                    <a:pt x="0" y="7556499"/>
                  </a:moveTo>
                  <a:lnTo>
                    <a:pt x="4845130" y="7556499"/>
                  </a:lnTo>
                  <a:lnTo>
                    <a:pt x="4845130" y="0"/>
                  </a:lnTo>
                  <a:lnTo>
                    <a:pt x="0" y="0"/>
                  </a:lnTo>
                  <a:lnTo>
                    <a:pt x="0" y="7556499"/>
                  </a:lnTo>
                  <a:close/>
                </a:path>
              </a:pathLst>
            </a:custGeom>
            <a:grpFill/>
          </p:spPr>
          <p:txBody>
            <a:bodyPr wrap="square" lIns="0" tIns="0" rIns="0" bIns="0" rtlCol="0"/>
            <a:lstStyle/>
            <a:p>
              <a:endParaRPr/>
            </a:p>
          </p:txBody>
        </p:sp>
        <p:sp>
          <p:nvSpPr>
            <p:cNvPr id="4" name="object 4">
              <a:extLst>
                <a:ext uri="{FF2B5EF4-FFF2-40B4-BE49-F238E27FC236}">
                  <a16:creationId xmlns:a16="http://schemas.microsoft.com/office/drawing/2014/main" id="{3216DB91-ECDD-6903-4C0A-8DDD1BCA957F}"/>
                </a:ext>
              </a:extLst>
            </p:cNvPr>
            <p:cNvSpPr/>
            <p:nvPr/>
          </p:nvSpPr>
          <p:spPr>
            <a:xfrm>
              <a:off x="0" y="0"/>
              <a:ext cx="4885055" cy="7556500"/>
            </a:xfrm>
            <a:custGeom>
              <a:avLst/>
              <a:gdLst/>
              <a:ahLst/>
              <a:cxnLst/>
              <a:rect l="l" t="t" r="r" b="b"/>
              <a:pathLst>
                <a:path w="4885055" h="7556500">
                  <a:moveTo>
                    <a:pt x="0" y="0"/>
                  </a:moveTo>
                  <a:lnTo>
                    <a:pt x="4885024" y="0"/>
                  </a:lnTo>
                  <a:lnTo>
                    <a:pt x="4885024" y="7556499"/>
                  </a:lnTo>
                </a:path>
                <a:path w="4885055" h="7556500">
                  <a:moveTo>
                    <a:pt x="0" y="7556499"/>
                  </a:moveTo>
                  <a:lnTo>
                    <a:pt x="0" y="0"/>
                  </a:lnTo>
                </a:path>
              </a:pathLst>
            </a:custGeom>
            <a:grpFill/>
            <a:ln w="9524">
              <a:solidFill>
                <a:srgbClr val="164052"/>
              </a:solidFill>
            </a:ln>
          </p:spPr>
          <p:txBody>
            <a:bodyPr wrap="square" lIns="0" tIns="0" rIns="0" bIns="0" rtlCol="0"/>
            <a:lstStyle/>
            <a:p>
              <a:endParaRPr/>
            </a:p>
          </p:txBody>
        </p:sp>
        <p:sp>
          <p:nvSpPr>
            <p:cNvPr id="5" name="object 5">
              <a:extLst>
                <a:ext uri="{FF2B5EF4-FFF2-40B4-BE49-F238E27FC236}">
                  <a16:creationId xmlns:a16="http://schemas.microsoft.com/office/drawing/2014/main" id="{271CF355-6DB9-06C8-90CE-34E22D53C94B}"/>
                </a:ext>
              </a:extLst>
            </p:cNvPr>
            <p:cNvSpPr/>
            <p:nvPr/>
          </p:nvSpPr>
          <p:spPr>
            <a:xfrm>
              <a:off x="4186796" y="12"/>
              <a:ext cx="885190" cy="7556500"/>
            </a:xfrm>
            <a:custGeom>
              <a:avLst/>
              <a:gdLst/>
              <a:ahLst/>
              <a:cxnLst/>
              <a:rect l="l" t="t" r="r" b="b"/>
              <a:pathLst>
                <a:path w="885189" h="7556500">
                  <a:moveTo>
                    <a:pt x="884694" y="0"/>
                  </a:moveTo>
                  <a:lnTo>
                    <a:pt x="658329" y="0"/>
                  </a:lnTo>
                  <a:lnTo>
                    <a:pt x="658329" y="945007"/>
                  </a:lnTo>
                  <a:lnTo>
                    <a:pt x="0" y="1072400"/>
                  </a:lnTo>
                  <a:lnTo>
                    <a:pt x="658329" y="1199807"/>
                  </a:lnTo>
                  <a:lnTo>
                    <a:pt x="658329" y="7556487"/>
                  </a:lnTo>
                  <a:lnTo>
                    <a:pt x="884694" y="7556487"/>
                  </a:lnTo>
                  <a:lnTo>
                    <a:pt x="884694" y="0"/>
                  </a:lnTo>
                  <a:close/>
                </a:path>
              </a:pathLst>
            </a:custGeom>
            <a:solidFill>
              <a:schemeClr val="accent5"/>
            </a:solidFill>
          </p:spPr>
          <p:txBody>
            <a:bodyPr wrap="square" lIns="0" tIns="0" rIns="0" bIns="0" rtlCol="0"/>
            <a:lstStyle/>
            <a:p>
              <a:endParaRPr/>
            </a:p>
          </p:txBody>
        </p:sp>
      </p:grpSp>
      <p:sp>
        <p:nvSpPr>
          <p:cNvPr id="6" name="object 6">
            <a:extLst>
              <a:ext uri="{FF2B5EF4-FFF2-40B4-BE49-F238E27FC236}">
                <a16:creationId xmlns:a16="http://schemas.microsoft.com/office/drawing/2014/main" id="{2CEC8E2B-8E3D-2652-DF97-E5E8C3AFEE92}"/>
              </a:ext>
            </a:extLst>
          </p:cNvPr>
          <p:cNvSpPr txBox="1"/>
          <p:nvPr/>
        </p:nvSpPr>
        <p:spPr>
          <a:xfrm>
            <a:off x="539750" y="2642525"/>
            <a:ext cx="2287905" cy="574040"/>
          </a:xfrm>
          <a:prstGeom prst="rect">
            <a:avLst/>
          </a:prstGeom>
        </p:spPr>
        <p:txBody>
          <a:bodyPr vert="horz" wrap="square" lIns="0" tIns="12700" rIns="0" bIns="0" rtlCol="0">
            <a:spAutoFit/>
          </a:bodyPr>
          <a:lstStyle/>
          <a:p>
            <a:pPr marL="12700">
              <a:lnSpc>
                <a:spcPct val="100000"/>
              </a:lnSpc>
              <a:spcBef>
                <a:spcPts val="100"/>
              </a:spcBef>
            </a:pPr>
            <a:r>
              <a:rPr sz="3600" b="1" spc="204" dirty="0">
                <a:solidFill>
                  <a:srgbClr val="FFFFFF"/>
                </a:solidFill>
                <a:latin typeface="Calibri"/>
                <a:cs typeface="Calibri"/>
              </a:rPr>
              <a:t>Calendrier</a:t>
            </a:r>
            <a:endParaRPr sz="3600" dirty="0">
              <a:latin typeface="Calibri"/>
              <a:cs typeface="Calibri"/>
            </a:endParaRPr>
          </a:p>
        </p:txBody>
      </p:sp>
      <p:sp>
        <p:nvSpPr>
          <p:cNvPr id="7" name="object 7">
            <a:extLst>
              <a:ext uri="{FF2B5EF4-FFF2-40B4-BE49-F238E27FC236}">
                <a16:creationId xmlns:a16="http://schemas.microsoft.com/office/drawing/2014/main" id="{D97BF147-7A36-2909-36DC-C340F9D11503}"/>
              </a:ext>
            </a:extLst>
          </p:cNvPr>
          <p:cNvSpPr/>
          <p:nvPr/>
        </p:nvSpPr>
        <p:spPr>
          <a:xfrm>
            <a:off x="1606550" y="890652"/>
            <a:ext cx="1286510" cy="375285"/>
          </a:xfrm>
          <a:custGeom>
            <a:avLst/>
            <a:gdLst/>
            <a:ahLst/>
            <a:cxnLst/>
            <a:rect l="l" t="t" r="r" b="b"/>
            <a:pathLst>
              <a:path w="1286510" h="375284">
                <a:moveTo>
                  <a:pt x="1098919" y="374726"/>
                </a:moveTo>
                <a:lnTo>
                  <a:pt x="187363" y="374726"/>
                </a:lnTo>
                <a:lnTo>
                  <a:pt x="137554" y="368034"/>
                </a:lnTo>
                <a:lnTo>
                  <a:pt x="92797" y="349146"/>
                </a:lnTo>
                <a:lnTo>
                  <a:pt x="54877" y="319849"/>
                </a:lnTo>
                <a:lnTo>
                  <a:pt x="25580" y="281929"/>
                </a:lnTo>
                <a:lnTo>
                  <a:pt x="6692" y="237172"/>
                </a:lnTo>
                <a:lnTo>
                  <a:pt x="0" y="187363"/>
                </a:lnTo>
                <a:lnTo>
                  <a:pt x="6692" y="137554"/>
                </a:lnTo>
                <a:lnTo>
                  <a:pt x="25580" y="92797"/>
                </a:lnTo>
                <a:lnTo>
                  <a:pt x="54877" y="54877"/>
                </a:lnTo>
                <a:lnTo>
                  <a:pt x="92797" y="25580"/>
                </a:lnTo>
                <a:lnTo>
                  <a:pt x="137554" y="6692"/>
                </a:lnTo>
                <a:lnTo>
                  <a:pt x="187363" y="0"/>
                </a:lnTo>
                <a:lnTo>
                  <a:pt x="1098919" y="0"/>
                </a:lnTo>
                <a:lnTo>
                  <a:pt x="1170620" y="14262"/>
                </a:lnTo>
                <a:lnTo>
                  <a:pt x="1231405" y="54877"/>
                </a:lnTo>
                <a:lnTo>
                  <a:pt x="1272020" y="115662"/>
                </a:lnTo>
                <a:lnTo>
                  <a:pt x="1286283" y="187363"/>
                </a:lnTo>
                <a:lnTo>
                  <a:pt x="1279590" y="237172"/>
                </a:lnTo>
                <a:lnTo>
                  <a:pt x="1260702" y="281929"/>
                </a:lnTo>
                <a:lnTo>
                  <a:pt x="1231405" y="319849"/>
                </a:lnTo>
                <a:lnTo>
                  <a:pt x="1193485" y="349146"/>
                </a:lnTo>
                <a:lnTo>
                  <a:pt x="1148728" y="368034"/>
                </a:lnTo>
                <a:lnTo>
                  <a:pt x="1098919" y="374726"/>
                </a:lnTo>
                <a:close/>
              </a:path>
            </a:pathLst>
          </a:custGeom>
          <a:solidFill>
            <a:schemeClr val="accent5"/>
          </a:solidFill>
        </p:spPr>
        <p:txBody>
          <a:bodyPr wrap="square" lIns="0" tIns="0" rIns="0" bIns="0" rtlCol="0"/>
          <a:lstStyle/>
          <a:p>
            <a:endParaRPr/>
          </a:p>
        </p:txBody>
      </p:sp>
      <p:sp>
        <p:nvSpPr>
          <p:cNvPr id="8" name="object 8">
            <a:extLst>
              <a:ext uri="{FF2B5EF4-FFF2-40B4-BE49-F238E27FC236}">
                <a16:creationId xmlns:a16="http://schemas.microsoft.com/office/drawing/2014/main" id="{150023ED-D1E1-CE80-0743-933C9A3B57B4}"/>
              </a:ext>
            </a:extLst>
          </p:cNvPr>
          <p:cNvSpPr txBox="1"/>
          <p:nvPr/>
        </p:nvSpPr>
        <p:spPr>
          <a:xfrm>
            <a:off x="1721857" y="882557"/>
            <a:ext cx="868680" cy="365125"/>
          </a:xfrm>
          <a:prstGeom prst="rect">
            <a:avLst/>
          </a:prstGeom>
        </p:spPr>
        <p:txBody>
          <a:bodyPr vert="horz" wrap="square" lIns="0" tIns="15875" rIns="0" bIns="0" rtlCol="0">
            <a:spAutoFit/>
          </a:bodyPr>
          <a:lstStyle/>
          <a:p>
            <a:pPr marL="12700">
              <a:lnSpc>
                <a:spcPct val="100000"/>
              </a:lnSpc>
              <a:spcBef>
                <a:spcPts val="125"/>
              </a:spcBef>
            </a:pPr>
            <a:r>
              <a:rPr sz="2200" b="1" spc="215" dirty="0">
                <a:solidFill>
                  <a:srgbClr val="FFFFFF"/>
                </a:solidFill>
                <a:latin typeface="Calibri"/>
                <a:cs typeface="Calibri"/>
              </a:rPr>
              <a:t>Jour</a:t>
            </a:r>
            <a:r>
              <a:rPr sz="2200" b="1" spc="130" dirty="0">
                <a:solidFill>
                  <a:srgbClr val="FFFFFF"/>
                </a:solidFill>
                <a:latin typeface="Calibri"/>
                <a:cs typeface="Calibri"/>
              </a:rPr>
              <a:t> </a:t>
            </a:r>
            <a:r>
              <a:rPr sz="2200" b="1" spc="70" dirty="0">
                <a:solidFill>
                  <a:srgbClr val="FFFFFF"/>
                </a:solidFill>
                <a:latin typeface="Calibri"/>
                <a:cs typeface="Calibri"/>
              </a:rPr>
              <a:t>2</a:t>
            </a:r>
            <a:endParaRPr sz="2200" dirty="0">
              <a:latin typeface="Calibri"/>
              <a:cs typeface="Calibri"/>
            </a:endParaRPr>
          </a:p>
        </p:txBody>
      </p:sp>
      <p:sp>
        <p:nvSpPr>
          <p:cNvPr id="9" name="object 9">
            <a:extLst>
              <a:ext uri="{FF2B5EF4-FFF2-40B4-BE49-F238E27FC236}">
                <a16:creationId xmlns:a16="http://schemas.microsoft.com/office/drawing/2014/main" id="{F1279053-AC0B-83EB-5F2D-F2A903870870}"/>
              </a:ext>
            </a:extLst>
          </p:cNvPr>
          <p:cNvSpPr txBox="1"/>
          <p:nvPr/>
        </p:nvSpPr>
        <p:spPr>
          <a:xfrm>
            <a:off x="4044950" y="442938"/>
            <a:ext cx="6324600" cy="351378"/>
          </a:xfrm>
          <a:prstGeom prst="rect">
            <a:avLst/>
          </a:prstGeom>
        </p:spPr>
        <p:txBody>
          <a:bodyPr vert="horz" wrap="square" lIns="0" tIns="12700" rIns="0" bIns="0" rtlCol="0">
            <a:spAutoFit/>
          </a:bodyPr>
          <a:lstStyle/>
          <a:p>
            <a:pPr marL="12700" marR="5080">
              <a:lnSpc>
                <a:spcPct val="100000"/>
              </a:lnSpc>
              <a:spcBef>
                <a:spcPts val="100"/>
              </a:spcBef>
            </a:pPr>
            <a:r>
              <a:rPr sz="2200" b="1" spc="114" dirty="0">
                <a:solidFill>
                  <a:srgbClr val="164052"/>
                </a:solidFill>
                <a:latin typeface="Calibri"/>
                <a:cs typeface="Calibri"/>
              </a:rPr>
              <a:t>Module</a:t>
            </a:r>
            <a:r>
              <a:rPr sz="2200" b="1" spc="130" dirty="0">
                <a:solidFill>
                  <a:srgbClr val="164052"/>
                </a:solidFill>
                <a:latin typeface="Calibri"/>
                <a:cs typeface="Calibri"/>
              </a:rPr>
              <a:t> </a:t>
            </a:r>
            <a:r>
              <a:rPr lang="fr-FR" sz="2200" b="1" spc="125" dirty="0">
                <a:solidFill>
                  <a:srgbClr val="164052"/>
                </a:solidFill>
                <a:latin typeface="Calibri"/>
                <a:cs typeface="Calibri"/>
              </a:rPr>
              <a:t>9</a:t>
            </a:r>
            <a:r>
              <a:rPr sz="2200" b="1" spc="130" dirty="0">
                <a:solidFill>
                  <a:srgbClr val="164052"/>
                </a:solidFill>
                <a:latin typeface="Calibri"/>
                <a:cs typeface="Calibri"/>
              </a:rPr>
              <a:t> </a:t>
            </a:r>
            <a:r>
              <a:rPr sz="2200" b="1" dirty="0">
                <a:solidFill>
                  <a:srgbClr val="164052"/>
                </a:solidFill>
                <a:latin typeface="Calibri"/>
                <a:cs typeface="Calibri"/>
              </a:rPr>
              <a:t>:</a:t>
            </a:r>
            <a:r>
              <a:rPr sz="2200" b="1" spc="135" dirty="0">
                <a:solidFill>
                  <a:srgbClr val="164052"/>
                </a:solidFill>
                <a:latin typeface="Calibri"/>
                <a:cs typeface="Calibri"/>
              </a:rPr>
              <a:t> </a:t>
            </a:r>
            <a:r>
              <a:rPr lang="fr-FR" sz="2200" b="1" spc="120" dirty="0">
                <a:solidFill>
                  <a:srgbClr val="164052"/>
                </a:solidFill>
                <a:latin typeface="Calibri"/>
                <a:cs typeface="Calibri"/>
              </a:rPr>
              <a:t>Plugins avancés et notifications</a:t>
            </a:r>
            <a:endParaRPr sz="2200" dirty="0">
              <a:latin typeface="Calibri"/>
              <a:cs typeface="Calibri"/>
            </a:endParaRPr>
          </a:p>
        </p:txBody>
      </p:sp>
      <p:grpSp>
        <p:nvGrpSpPr>
          <p:cNvPr id="10" name="object 10">
            <a:extLst>
              <a:ext uri="{FF2B5EF4-FFF2-40B4-BE49-F238E27FC236}">
                <a16:creationId xmlns:a16="http://schemas.microsoft.com/office/drawing/2014/main" id="{3C7ED745-346E-9AAC-6F6B-6142EC21995D}"/>
              </a:ext>
            </a:extLst>
          </p:cNvPr>
          <p:cNvGrpSpPr/>
          <p:nvPr/>
        </p:nvGrpSpPr>
        <p:grpSpPr>
          <a:xfrm>
            <a:off x="3178192" y="425450"/>
            <a:ext cx="462915" cy="462915"/>
            <a:chOff x="4700469" y="3122554"/>
            <a:chExt cx="462915" cy="462915"/>
          </a:xfrm>
        </p:grpSpPr>
        <p:sp>
          <p:nvSpPr>
            <p:cNvPr id="11" name="object 11">
              <a:extLst>
                <a:ext uri="{FF2B5EF4-FFF2-40B4-BE49-F238E27FC236}">
                  <a16:creationId xmlns:a16="http://schemas.microsoft.com/office/drawing/2014/main" id="{FBFCA817-7EFD-9F0C-548F-3CD616DD0125}"/>
                </a:ext>
              </a:extLst>
            </p:cNvPr>
            <p:cNvSpPr/>
            <p:nvPr/>
          </p:nvSpPr>
          <p:spPr>
            <a:xfrm>
              <a:off x="4714756" y="3136842"/>
              <a:ext cx="434340" cy="434340"/>
            </a:xfrm>
            <a:custGeom>
              <a:avLst/>
              <a:gdLst/>
              <a:ahLst/>
              <a:cxnLst/>
              <a:rect l="l" t="t" r="r" b="b"/>
              <a:pathLst>
                <a:path w="434339" h="434339">
                  <a:moveTo>
                    <a:pt x="217067" y="434134"/>
                  </a:moveTo>
                  <a:lnTo>
                    <a:pt x="167295" y="428402"/>
                  </a:lnTo>
                  <a:lnTo>
                    <a:pt x="121606" y="412071"/>
                  </a:lnTo>
                  <a:lnTo>
                    <a:pt x="81302" y="386447"/>
                  </a:lnTo>
                  <a:lnTo>
                    <a:pt x="47687" y="352832"/>
                  </a:lnTo>
                  <a:lnTo>
                    <a:pt x="22063" y="312528"/>
                  </a:lnTo>
                  <a:lnTo>
                    <a:pt x="5732" y="266839"/>
                  </a:lnTo>
                  <a:lnTo>
                    <a:pt x="0" y="217067"/>
                  </a:lnTo>
                  <a:lnTo>
                    <a:pt x="5732" y="167295"/>
                  </a:lnTo>
                  <a:lnTo>
                    <a:pt x="22063" y="121606"/>
                  </a:lnTo>
                  <a:lnTo>
                    <a:pt x="47687" y="81302"/>
                  </a:lnTo>
                  <a:lnTo>
                    <a:pt x="81302" y="47687"/>
                  </a:lnTo>
                  <a:lnTo>
                    <a:pt x="121606" y="22062"/>
                  </a:lnTo>
                  <a:lnTo>
                    <a:pt x="167295" y="5732"/>
                  </a:lnTo>
                  <a:lnTo>
                    <a:pt x="217067" y="0"/>
                  </a:lnTo>
                  <a:lnTo>
                    <a:pt x="259613" y="4209"/>
                  </a:lnTo>
                  <a:lnTo>
                    <a:pt x="300135" y="16523"/>
                  </a:lnTo>
                  <a:lnTo>
                    <a:pt x="337496" y="36469"/>
                  </a:lnTo>
                  <a:lnTo>
                    <a:pt x="370557" y="63577"/>
                  </a:lnTo>
                  <a:lnTo>
                    <a:pt x="397665" y="96638"/>
                  </a:lnTo>
                  <a:lnTo>
                    <a:pt x="417611" y="133999"/>
                  </a:lnTo>
                  <a:lnTo>
                    <a:pt x="429925" y="174521"/>
                  </a:lnTo>
                  <a:lnTo>
                    <a:pt x="434135" y="217067"/>
                  </a:lnTo>
                  <a:lnTo>
                    <a:pt x="428402" y="266839"/>
                  </a:lnTo>
                  <a:lnTo>
                    <a:pt x="412072" y="312528"/>
                  </a:lnTo>
                  <a:lnTo>
                    <a:pt x="386447" y="352832"/>
                  </a:lnTo>
                  <a:lnTo>
                    <a:pt x="352832" y="386447"/>
                  </a:lnTo>
                  <a:lnTo>
                    <a:pt x="312528" y="412071"/>
                  </a:lnTo>
                  <a:lnTo>
                    <a:pt x="266839" y="428402"/>
                  </a:lnTo>
                  <a:lnTo>
                    <a:pt x="217067" y="434134"/>
                  </a:lnTo>
                  <a:close/>
                </a:path>
              </a:pathLst>
            </a:custGeom>
            <a:solidFill>
              <a:srgbClr val="FFFFFF"/>
            </a:solidFill>
            <a:ln>
              <a:solidFill>
                <a:schemeClr val="accent5"/>
              </a:solidFill>
            </a:ln>
          </p:spPr>
          <p:txBody>
            <a:bodyPr wrap="square" lIns="0" tIns="0" rIns="0" bIns="0" rtlCol="0"/>
            <a:lstStyle/>
            <a:p>
              <a:endParaRPr/>
            </a:p>
          </p:txBody>
        </p:sp>
        <p:sp>
          <p:nvSpPr>
            <p:cNvPr id="12" name="object 12">
              <a:extLst>
                <a:ext uri="{FF2B5EF4-FFF2-40B4-BE49-F238E27FC236}">
                  <a16:creationId xmlns:a16="http://schemas.microsoft.com/office/drawing/2014/main" id="{0EB48E7A-F47C-1F30-326E-C1DAE3875146}"/>
                </a:ext>
              </a:extLst>
            </p:cNvPr>
            <p:cNvSpPr/>
            <p:nvPr/>
          </p:nvSpPr>
          <p:spPr>
            <a:xfrm>
              <a:off x="4714756" y="3136842"/>
              <a:ext cx="434340" cy="434340"/>
            </a:xfrm>
            <a:custGeom>
              <a:avLst/>
              <a:gdLst/>
              <a:ahLst/>
              <a:cxnLst/>
              <a:rect l="l" t="t" r="r" b="b"/>
              <a:pathLst>
                <a:path w="434339" h="434339">
                  <a:moveTo>
                    <a:pt x="0" y="217067"/>
                  </a:moveTo>
                  <a:lnTo>
                    <a:pt x="5732" y="167295"/>
                  </a:lnTo>
                  <a:lnTo>
                    <a:pt x="22063" y="121606"/>
                  </a:lnTo>
                  <a:lnTo>
                    <a:pt x="47687" y="81302"/>
                  </a:lnTo>
                  <a:lnTo>
                    <a:pt x="81302" y="47687"/>
                  </a:lnTo>
                  <a:lnTo>
                    <a:pt x="121606" y="22062"/>
                  </a:lnTo>
                  <a:lnTo>
                    <a:pt x="167295" y="5732"/>
                  </a:lnTo>
                  <a:lnTo>
                    <a:pt x="217067" y="0"/>
                  </a:lnTo>
                  <a:lnTo>
                    <a:pt x="259613" y="4209"/>
                  </a:lnTo>
                  <a:lnTo>
                    <a:pt x="300135" y="16523"/>
                  </a:lnTo>
                  <a:lnTo>
                    <a:pt x="337496" y="36469"/>
                  </a:lnTo>
                  <a:lnTo>
                    <a:pt x="370557" y="63577"/>
                  </a:lnTo>
                  <a:lnTo>
                    <a:pt x="397665" y="96638"/>
                  </a:lnTo>
                  <a:lnTo>
                    <a:pt x="417611" y="133999"/>
                  </a:lnTo>
                  <a:lnTo>
                    <a:pt x="429925" y="174521"/>
                  </a:lnTo>
                  <a:lnTo>
                    <a:pt x="434135" y="217067"/>
                  </a:lnTo>
                  <a:lnTo>
                    <a:pt x="428402" y="266839"/>
                  </a:lnTo>
                  <a:lnTo>
                    <a:pt x="412072" y="312528"/>
                  </a:lnTo>
                  <a:lnTo>
                    <a:pt x="386447" y="352832"/>
                  </a:lnTo>
                  <a:lnTo>
                    <a:pt x="352832" y="386447"/>
                  </a:lnTo>
                  <a:lnTo>
                    <a:pt x="312528" y="412071"/>
                  </a:lnTo>
                  <a:lnTo>
                    <a:pt x="266839" y="428402"/>
                  </a:lnTo>
                  <a:lnTo>
                    <a:pt x="217067" y="434134"/>
                  </a:lnTo>
                  <a:lnTo>
                    <a:pt x="167295" y="428402"/>
                  </a:lnTo>
                  <a:lnTo>
                    <a:pt x="121606" y="412071"/>
                  </a:lnTo>
                  <a:lnTo>
                    <a:pt x="81302" y="386447"/>
                  </a:lnTo>
                  <a:lnTo>
                    <a:pt x="47687" y="352832"/>
                  </a:lnTo>
                  <a:lnTo>
                    <a:pt x="22063" y="312528"/>
                  </a:lnTo>
                  <a:lnTo>
                    <a:pt x="5732" y="266839"/>
                  </a:lnTo>
                  <a:lnTo>
                    <a:pt x="0" y="217067"/>
                  </a:lnTo>
                  <a:close/>
                </a:path>
              </a:pathLst>
            </a:custGeom>
            <a:ln w="28574">
              <a:solidFill>
                <a:schemeClr val="accent5"/>
              </a:solidFill>
            </a:ln>
          </p:spPr>
          <p:txBody>
            <a:bodyPr wrap="square" lIns="0" tIns="0" rIns="0" bIns="0" rtlCol="0"/>
            <a:lstStyle/>
            <a:p>
              <a:endParaRPr/>
            </a:p>
          </p:txBody>
        </p:sp>
      </p:grpSp>
      <p:sp>
        <p:nvSpPr>
          <p:cNvPr id="13" name="object 13">
            <a:extLst>
              <a:ext uri="{FF2B5EF4-FFF2-40B4-BE49-F238E27FC236}">
                <a16:creationId xmlns:a16="http://schemas.microsoft.com/office/drawing/2014/main" id="{EF5B0C11-3403-193A-03FA-939BF9C81ED5}"/>
              </a:ext>
            </a:extLst>
          </p:cNvPr>
          <p:cNvSpPr txBox="1"/>
          <p:nvPr/>
        </p:nvSpPr>
        <p:spPr>
          <a:xfrm>
            <a:off x="3315120" y="481611"/>
            <a:ext cx="189230" cy="328295"/>
          </a:xfrm>
          <a:prstGeom prst="rect">
            <a:avLst/>
          </a:prstGeom>
        </p:spPr>
        <p:txBody>
          <a:bodyPr vert="horz" wrap="square" lIns="0" tIns="17145" rIns="0" bIns="0" rtlCol="0">
            <a:spAutoFit/>
          </a:bodyPr>
          <a:lstStyle/>
          <a:p>
            <a:pPr marL="12700">
              <a:lnSpc>
                <a:spcPct val="100000"/>
              </a:lnSpc>
              <a:spcBef>
                <a:spcPts val="135"/>
              </a:spcBef>
            </a:pPr>
            <a:r>
              <a:rPr lang="fr-FR" sz="1950" b="1" spc="280" dirty="0">
                <a:solidFill>
                  <a:schemeClr val="accent5"/>
                </a:solidFill>
                <a:latin typeface="Calibri"/>
                <a:cs typeface="Calibri"/>
              </a:rPr>
              <a:t>I</a:t>
            </a:r>
            <a:endParaRPr sz="1950" dirty="0">
              <a:solidFill>
                <a:schemeClr val="accent5"/>
              </a:solidFill>
              <a:latin typeface="Calibri"/>
              <a:cs typeface="Calibri"/>
            </a:endParaRPr>
          </a:p>
        </p:txBody>
      </p:sp>
      <p:sp>
        <p:nvSpPr>
          <p:cNvPr id="25" name="object 7">
            <a:extLst>
              <a:ext uri="{FF2B5EF4-FFF2-40B4-BE49-F238E27FC236}">
                <a16:creationId xmlns:a16="http://schemas.microsoft.com/office/drawing/2014/main" id="{AAD17D14-8442-3BBF-E4EB-8457375973AE}"/>
              </a:ext>
            </a:extLst>
          </p:cNvPr>
          <p:cNvSpPr txBox="1"/>
          <p:nvPr/>
        </p:nvSpPr>
        <p:spPr>
          <a:xfrm>
            <a:off x="4044950" y="2619368"/>
            <a:ext cx="3571240" cy="351378"/>
          </a:xfrm>
          <a:prstGeom prst="rect">
            <a:avLst/>
          </a:prstGeom>
        </p:spPr>
        <p:txBody>
          <a:bodyPr vert="horz" wrap="square" lIns="0" tIns="12700" rIns="0" bIns="0" rtlCol="0">
            <a:spAutoFit/>
          </a:bodyPr>
          <a:lstStyle/>
          <a:p>
            <a:pPr marL="12700" marR="5080">
              <a:lnSpc>
                <a:spcPct val="100000"/>
              </a:lnSpc>
              <a:spcBef>
                <a:spcPts val="100"/>
              </a:spcBef>
            </a:pPr>
            <a:r>
              <a:rPr lang="fr-FR" sz="2200" b="1" spc="114" dirty="0">
                <a:solidFill>
                  <a:srgbClr val="164052"/>
                </a:solidFill>
                <a:latin typeface="Calibri"/>
                <a:cs typeface="Calibri"/>
              </a:rPr>
              <a:t>Conclusion et Q&amp;A</a:t>
            </a:r>
            <a:endParaRPr sz="2200" dirty="0">
              <a:latin typeface="Calibri"/>
              <a:cs typeface="Calibri"/>
            </a:endParaRPr>
          </a:p>
        </p:txBody>
      </p:sp>
      <p:grpSp>
        <p:nvGrpSpPr>
          <p:cNvPr id="26" name="object 10">
            <a:extLst>
              <a:ext uri="{FF2B5EF4-FFF2-40B4-BE49-F238E27FC236}">
                <a16:creationId xmlns:a16="http://schemas.microsoft.com/office/drawing/2014/main" id="{C1E2F7B8-FFEA-D9F6-7DB9-61C2A72C13D1}"/>
              </a:ext>
            </a:extLst>
          </p:cNvPr>
          <p:cNvGrpSpPr/>
          <p:nvPr/>
        </p:nvGrpSpPr>
        <p:grpSpPr>
          <a:xfrm>
            <a:off x="3195161" y="2559050"/>
            <a:ext cx="462915" cy="462915"/>
            <a:chOff x="4717438" y="1463675"/>
            <a:chExt cx="462915" cy="462915"/>
          </a:xfrm>
        </p:grpSpPr>
        <p:sp>
          <p:nvSpPr>
            <p:cNvPr id="27" name="object 11">
              <a:extLst>
                <a:ext uri="{FF2B5EF4-FFF2-40B4-BE49-F238E27FC236}">
                  <a16:creationId xmlns:a16="http://schemas.microsoft.com/office/drawing/2014/main" id="{46ADAECD-E065-BC8F-DD11-B50785359A09}"/>
                </a:ext>
              </a:extLst>
            </p:cNvPr>
            <p:cNvSpPr/>
            <p:nvPr/>
          </p:nvSpPr>
          <p:spPr>
            <a:xfrm>
              <a:off x="4731726" y="1477962"/>
              <a:ext cx="434340" cy="434340"/>
            </a:xfrm>
            <a:custGeom>
              <a:avLst/>
              <a:gdLst/>
              <a:ahLst/>
              <a:cxnLst/>
              <a:rect l="l" t="t" r="r" b="b"/>
              <a:pathLst>
                <a:path w="434339" h="434339">
                  <a:moveTo>
                    <a:pt x="217067" y="434134"/>
                  </a:moveTo>
                  <a:lnTo>
                    <a:pt x="167295" y="428402"/>
                  </a:lnTo>
                  <a:lnTo>
                    <a:pt x="121606" y="412071"/>
                  </a:lnTo>
                  <a:lnTo>
                    <a:pt x="81302" y="386447"/>
                  </a:lnTo>
                  <a:lnTo>
                    <a:pt x="47687" y="352832"/>
                  </a:lnTo>
                  <a:lnTo>
                    <a:pt x="22062" y="312528"/>
                  </a:lnTo>
                  <a:lnTo>
                    <a:pt x="5732" y="266839"/>
                  </a:lnTo>
                  <a:lnTo>
                    <a:pt x="0" y="217067"/>
                  </a:ln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1"/>
                  </a:lnTo>
                  <a:lnTo>
                    <a:pt x="434134" y="217067"/>
                  </a:lnTo>
                  <a:lnTo>
                    <a:pt x="428402" y="266839"/>
                  </a:lnTo>
                  <a:lnTo>
                    <a:pt x="412071" y="312528"/>
                  </a:lnTo>
                  <a:lnTo>
                    <a:pt x="386447" y="352832"/>
                  </a:lnTo>
                  <a:lnTo>
                    <a:pt x="352832" y="386447"/>
                  </a:lnTo>
                  <a:lnTo>
                    <a:pt x="312528" y="412071"/>
                  </a:lnTo>
                  <a:lnTo>
                    <a:pt x="266838" y="428402"/>
                  </a:lnTo>
                  <a:lnTo>
                    <a:pt x="217067" y="434134"/>
                  </a:lnTo>
                  <a:close/>
                </a:path>
              </a:pathLst>
            </a:custGeom>
            <a:solidFill>
              <a:srgbClr val="FFFFFF"/>
            </a:solidFill>
            <a:ln>
              <a:solidFill>
                <a:schemeClr val="accent5"/>
              </a:solidFill>
            </a:ln>
          </p:spPr>
          <p:txBody>
            <a:bodyPr wrap="square" lIns="0" tIns="0" rIns="0" bIns="0" rtlCol="0"/>
            <a:lstStyle/>
            <a:p>
              <a:endParaRPr/>
            </a:p>
          </p:txBody>
        </p:sp>
        <p:sp>
          <p:nvSpPr>
            <p:cNvPr id="28" name="object 12">
              <a:extLst>
                <a:ext uri="{FF2B5EF4-FFF2-40B4-BE49-F238E27FC236}">
                  <a16:creationId xmlns:a16="http://schemas.microsoft.com/office/drawing/2014/main" id="{B786D44A-F05D-C27C-D841-0DCFF04D0ECE}"/>
                </a:ext>
              </a:extLst>
            </p:cNvPr>
            <p:cNvSpPr/>
            <p:nvPr/>
          </p:nvSpPr>
          <p:spPr>
            <a:xfrm>
              <a:off x="4731726" y="1477962"/>
              <a:ext cx="434340" cy="434340"/>
            </a:xfrm>
            <a:custGeom>
              <a:avLst/>
              <a:gdLst/>
              <a:ahLst/>
              <a:cxnLst/>
              <a:rect l="l" t="t" r="r" b="b"/>
              <a:pathLst>
                <a:path w="434339" h="434339">
                  <a:moveTo>
                    <a:pt x="0" y="217067"/>
                  </a:move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1"/>
                  </a:lnTo>
                  <a:lnTo>
                    <a:pt x="434134" y="217067"/>
                  </a:lnTo>
                  <a:lnTo>
                    <a:pt x="428402" y="266839"/>
                  </a:lnTo>
                  <a:lnTo>
                    <a:pt x="412071" y="312528"/>
                  </a:lnTo>
                  <a:lnTo>
                    <a:pt x="386447" y="352832"/>
                  </a:lnTo>
                  <a:lnTo>
                    <a:pt x="352832" y="386447"/>
                  </a:lnTo>
                  <a:lnTo>
                    <a:pt x="312528" y="412071"/>
                  </a:lnTo>
                  <a:lnTo>
                    <a:pt x="266838" y="428402"/>
                  </a:lnTo>
                  <a:lnTo>
                    <a:pt x="217067" y="434134"/>
                  </a:lnTo>
                  <a:lnTo>
                    <a:pt x="167295" y="428402"/>
                  </a:lnTo>
                  <a:lnTo>
                    <a:pt x="121606" y="412071"/>
                  </a:lnTo>
                  <a:lnTo>
                    <a:pt x="81302" y="386447"/>
                  </a:lnTo>
                  <a:lnTo>
                    <a:pt x="47687" y="352832"/>
                  </a:lnTo>
                  <a:lnTo>
                    <a:pt x="22062" y="312528"/>
                  </a:lnTo>
                  <a:lnTo>
                    <a:pt x="5732" y="266839"/>
                  </a:lnTo>
                  <a:lnTo>
                    <a:pt x="0" y="217067"/>
                  </a:lnTo>
                  <a:close/>
                </a:path>
              </a:pathLst>
            </a:custGeom>
            <a:ln w="28574">
              <a:solidFill>
                <a:schemeClr val="accent5"/>
              </a:solidFill>
            </a:ln>
          </p:spPr>
          <p:txBody>
            <a:bodyPr wrap="square" lIns="0" tIns="0" rIns="0" bIns="0" rtlCol="0"/>
            <a:lstStyle/>
            <a:p>
              <a:endParaRPr/>
            </a:p>
          </p:txBody>
        </p:sp>
      </p:grpSp>
      <p:sp>
        <p:nvSpPr>
          <p:cNvPr id="19" name="ZoneTexte 18">
            <a:extLst>
              <a:ext uri="{FF2B5EF4-FFF2-40B4-BE49-F238E27FC236}">
                <a16:creationId xmlns:a16="http://schemas.microsoft.com/office/drawing/2014/main" id="{8B170102-54F6-35DE-1109-12E4DFBCF824}"/>
              </a:ext>
            </a:extLst>
          </p:cNvPr>
          <p:cNvSpPr txBox="1"/>
          <p:nvPr/>
        </p:nvSpPr>
        <p:spPr>
          <a:xfrm>
            <a:off x="4044950" y="958850"/>
            <a:ext cx="6553200" cy="129586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Plugins utiles pour les tests et la qualité</a:t>
            </a:r>
          </a:p>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Intégration avec un chat d’équipe (</a:t>
            </a:r>
            <a:r>
              <a:rPr lang="fr-FR" b="1" spc="195" dirty="0" err="1">
                <a:solidFill>
                  <a:srgbClr val="164052"/>
                </a:solidFill>
                <a:latin typeface="Calibri"/>
                <a:cs typeface="Calibri"/>
              </a:rPr>
              <a:t>Zulip</a:t>
            </a:r>
            <a:r>
              <a:rPr lang="fr-FR" b="1" spc="195" dirty="0">
                <a:solidFill>
                  <a:srgbClr val="164052"/>
                </a:solidFill>
                <a:latin typeface="Calibri"/>
                <a:cs typeface="Calibri"/>
              </a:rPr>
              <a:t>)</a:t>
            </a:r>
          </a:p>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Introduction à Jenkins Templating Engine (JTE)</a:t>
            </a:r>
          </a:p>
        </p:txBody>
      </p:sp>
      <p:sp>
        <p:nvSpPr>
          <p:cNvPr id="35" name="ZoneTexte 34">
            <a:extLst>
              <a:ext uri="{FF2B5EF4-FFF2-40B4-BE49-F238E27FC236}">
                <a16:creationId xmlns:a16="http://schemas.microsoft.com/office/drawing/2014/main" id="{AE881D8D-B53F-9937-5D6A-81C7CE5CAE31}"/>
              </a:ext>
            </a:extLst>
          </p:cNvPr>
          <p:cNvSpPr txBox="1"/>
          <p:nvPr/>
        </p:nvSpPr>
        <p:spPr>
          <a:xfrm>
            <a:off x="4090611" y="2942056"/>
            <a:ext cx="6096000" cy="88036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Récapitulatif</a:t>
            </a:r>
          </a:p>
          <a:p>
            <a:pPr marL="342900" indent="-342900">
              <a:lnSpc>
                <a:spcPct val="150000"/>
              </a:lnSpc>
              <a:buFont typeface="Arial" panose="020B0604020202020204" pitchFamily="34" charset="0"/>
              <a:buChar char="•"/>
            </a:pPr>
            <a:r>
              <a:rPr lang="fr-FR" b="1" spc="195" dirty="0">
                <a:solidFill>
                  <a:srgbClr val="164052"/>
                </a:solidFill>
                <a:latin typeface="Calibri"/>
                <a:cs typeface="Calibri"/>
              </a:rPr>
              <a:t>Questions / réponses</a:t>
            </a:r>
          </a:p>
        </p:txBody>
      </p:sp>
      <p:sp>
        <p:nvSpPr>
          <p:cNvPr id="14" name="object 15">
            <a:extLst>
              <a:ext uri="{FF2B5EF4-FFF2-40B4-BE49-F238E27FC236}">
                <a16:creationId xmlns:a16="http://schemas.microsoft.com/office/drawing/2014/main" id="{F42D43E7-6482-1ED3-8558-EEB557644857}"/>
              </a:ext>
            </a:extLst>
          </p:cNvPr>
          <p:cNvSpPr txBox="1"/>
          <p:nvPr/>
        </p:nvSpPr>
        <p:spPr>
          <a:xfrm>
            <a:off x="3232150" y="2595873"/>
            <a:ext cx="203200" cy="328295"/>
          </a:xfrm>
          <a:prstGeom prst="rect">
            <a:avLst/>
          </a:prstGeom>
        </p:spPr>
        <p:txBody>
          <a:bodyPr vert="horz" wrap="square" lIns="0" tIns="17145" rIns="0" bIns="0" rtlCol="0">
            <a:spAutoFit/>
          </a:bodyPr>
          <a:lstStyle/>
          <a:p>
            <a:pPr marL="12700">
              <a:lnSpc>
                <a:spcPct val="100000"/>
              </a:lnSpc>
              <a:spcBef>
                <a:spcPts val="135"/>
              </a:spcBef>
            </a:pPr>
            <a:r>
              <a:rPr lang="fr-FR" sz="2000" dirty="0"/>
              <a:t>📌</a:t>
            </a:r>
            <a:endParaRPr sz="1950" dirty="0">
              <a:latin typeface="Calibri"/>
              <a:cs typeface="Calibri"/>
            </a:endParaRPr>
          </a:p>
        </p:txBody>
      </p:sp>
    </p:spTree>
    <p:extLst>
      <p:ext uri="{BB962C8B-B14F-4D97-AF65-F5344CB8AC3E}">
        <p14:creationId xmlns:p14="http://schemas.microsoft.com/office/powerpoint/2010/main" val="3501766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prstGeom prst="rect">
            <a:avLst/>
          </a:prstGeom>
        </p:spPr>
        <p:txBody>
          <a:bodyPr vert="horz" wrap="square" lIns="0" tIns="8255" rIns="0" bIns="0" rtlCol="0">
            <a:spAutoFit/>
          </a:bodyPr>
          <a:lstStyle/>
          <a:p>
            <a:pPr marL="80010">
              <a:lnSpc>
                <a:spcPct val="100000"/>
              </a:lnSpc>
              <a:spcBef>
                <a:spcPts val="65"/>
              </a:spcBef>
            </a:pPr>
            <a:fld id="{81D60167-4931-47E6-BA6A-407CBD079E47}" type="slidenum">
              <a:rPr spc="-25" dirty="0"/>
              <a:t>7</a:t>
            </a:fld>
            <a:endParaRPr spc="-25" dirty="0"/>
          </a:p>
        </p:txBody>
      </p:sp>
      <p:sp>
        <p:nvSpPr>
          <p:cNvPr id="4" name="object 4"/>
          <p:cNvSpPr txBox="1"/>
          <p:nvPr/>
        </p:nvSpPr>
        <p:spPr>
          <a:xfrm>
            <a:off x="466373" y="190131"/>
            <a:ext cx="194945" cy="391160"/>
          </a:xfrm>
          <a:prstGeom prst="rect">
            <a:avLst/>
          </a:prstGeom>
        </p:spPr>
        <p:txBody>
          <a:bodyPr vert="horz" wrap="square" lIns="0" tIns="12700" rIns="0" bIns="0" rtlCol="0">
            <a:spAutoFit/>
          </a:bodyPr>
          <a:lstStyle/>
          <a:p>
            <a:pPr marL="12700">
              <a:lnSpc>
                <a:spcPct val="100000"/>
              </a:lnSpc>
              <a:spcBef>
                <a:spcPts val="100"/>
              </a:spcBef>
            </a:pPr>
            <a:r>
              <a:rPr sz="2400" b="1" spc="70" dirty="0">
                <a:solidFill>
                  <a:srgbClr val="164052"/>
                </a:solidFill>
                <a:latin typeface="Calibri"/>
                <a:cs typeface="Calibri"/>
              </a:rPr>
              <a:t>1</a:t>
            </a:r>
            <a:endParaRPr sz="2400">
              <a:latin typeface="Calibri"/>
              <a:cs typeface="Calibri"/>
            </a:endParaRPr>
          </a:p>
        </p:txBody>
      </p:sp>
      <p:sp>
        <p:nvSpPr>
          <p:cNvPr id="5" name="object 5"/>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fr-FR" spc="-10" dirty="0"/>
              <a:t>Objectifs pédagogiques</a:t>
            </a:r>
            <a:endParaRPr spc="-10" dirty="0"/>
          </a:p>
        </p:txBody>
      </p:sp>
      <p:sp>
        <p:nvSpPr>
          <p:cNvPr id="8" name="Rectangle 7"/>
          <p:cNvSpPr/>
          <p:nvPr/>
        </p:nvSpPr>
        <p:spPr>
          <a:xfrm>
            <a:off x="896627" y="1339850"/>
            <a:ext cx="9575199" cy="5021055"/>
          </a:xfrm>
          <a:prstGeom prst="rect">
            <a:avLst/>
          </a:prstGeom>
        </p:spPr>
        <p:txBody>
          <a:bodyPr wrap="square">
            <a:spAutoFit/>
          </a:bodyPr>
          <a:lstStyle/>
          <a:p>
            <a:pPr marL="342900" indent="-342900">
              <a:lnSpc>
                <a:spcPct val="150000"/>
              </a:lnSpc>
              <a:buFont typeface="Arial" panose="020B0604020202020204" pitchFamily="34" charset="0"/>
              <a:buChar char="•"/>
            </a:pPr>
            <a:r>
              <a:rPr lang="fr-FR" sz="2400" dirty="0">
                <a:latin typeface="+mj-lt"/>
              </a:rPr>
              <a:t>Maîtriser les principes de livraison et déploiement continus et comprendre le rôle de Jenkins dans le cycle de développement logiciel</a:t>
            </a:r>
          </a:p>
          <a:p>
            <a:pPr marL="342900" indent="-342900">
              <a:lnSpc>
                <a:spcPct val="150000"/>
              </a:lnSpc>
              <a:buFont typeface="Arial" panose="020B0604020202020204" pitchFamily="34" charset="0"/>
              <a:buChar char="•"/>
            </a:pPr>
            <a:r>
              <a:rPr lang="fr-FR" sz="2400" dirty="0">
                <a:latin typeface="+mj-lt"/>
              </a:rPr>
              <a:t>Installer, configurer et dimensionner un serveur Jenkins</a:t>
            </a:r>
          </a:p>
          <a:p>
            <a:pPr marL="342900" indent="-342900">
              <a:lnSpc>
                <a:spcPct val="150000"/>
              </a:lnSpc>
              <a:buFont typeface="Arial" panose="020B0604020202020204" pitchFamily="34" charset="0"/>
              <a:buChar char="•"/>
            </a:pPr>
            <a:r>
              <a:rPr lang="fr-FR" sz="2400" dirty="0">
                <a:latin typeface="+mj-lt"/>
              </a:rPr>
              <a:t>Gérer l'intégration avec d'autres outils : Git, </a:t>
            </a:r>
            <a:r>
              <a:rPr lang="fr-FR" sz="2400" dirty="0" err="1">
                <a:latin typeface="+mj-lt"/>
              </a:rPr>
              <a:t>Gradle</a:t>
            </a:r>
            <a:r>
              <a:rPr lang="fr-FR" sz="2400" dirty="0">
                <a:latin typeface="+mj-lt"/>
              </a:rPr>
              <a:t>, Maven, Docker…</a:t>
            </a:r>
          </a:p>
          <a:p>
            <a:pPr marL="342900" indent="-342900">
              <a:lnSpc>
                <a:spcPct val="150000"/>
              </a:lnSpc>
              <a:buFont typeface="Arial" panose="020B0604020202020204" pitchFamily="34" charset="0"/>
              <a:buChar char="•"/>
            </a:pPr>
            <a:r>
              <a:rPr lang="fr-FR" sz="2400" dirty="0">
                <a:latin typeface="+mj-lt"/>
              </a:rPr>
              <a:t>Mettre en œuvre les bonnes pratiques pour automatiser </a:t>
            </a:r>
            <a:r>
              <a:rPr lang="fr-FR" sz="2400" dirty="0" err="1">
                <a:latin typeface="+mj-lt"/>
              </a:rPr>
              <a:t>builds</a:t>
            </a:r>
            <a:r>
              <a:rPr lang="fr-FR" sz="2400" dirty="0">
                <a:latin typeface="+mj-lt"/>
              </a:rPr>
              <a:t>, tests et déploiements</a:t>
            </a:r>
          </a:p>
          <a:p>
            <a:pPr marL="342900" indent="-342900">
              <a:lnSpc>
                <a:spcPct val="150000"/>
              </a:lnSpc>
              <a:buFont typeface="Arial" panose="020B0604020202020204" pitchFamily="34" charset="0"/>
              <a:buChar char="•"/>
            </a:pPr>
            <a:r>
              <a:rPr lang="fr-FR" sz="2400" dirty="0">
                <a:latin typeface="+mj-lt"/>
              </a:rPr>
              <a:t>Implémenter des pipelines de livraison continue avec la suite de plugins Jenkins Pipeline</a:t>
            </a:r>
          </a:p>
          <a:p>
            <a:pPr marL="342900" indent="-342900">
              <a:lnSpc>
                <a:spcPct val="150000"/>
              </a:lnSpc>
              <a:buFont typeface="Arial" panose="020B0604020202020204" pitchFamily="34" charset="0"/>
              <a:buChar char="•"/>
            </a:pPr>
            <a:r>
              <a:rPr lang="fr-FR" sz="2400" dirty="0">
                <a:latin typeface="+mj-lt"/>
              </a:rPr>
              <a:t>Adapter l'exploitation de Jenkins à son contexte professionnel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762" y="-4762"/>
            <a:ext cx="3516312" cy="7566025"/>
            <a:chOff x="-4762" y="-4762"/>
            <a:chExt cx="4894580" cy="7566025"/>
          </a:xfrm>
          <a:solidFill>
            <a:schemeClr val="tx2">
              <a:lumMod val="75000"/>
            </a:schemeClr>
          </a:solidFill>
        </p:grpSpPr>
        <p:sp>
          <p:nvSpPr>
            <p:cNvPr id="3" name="object 3"/>
            <p:cNvSpPr/>
            <p:nvPr/>
          </p:nvSpPr>
          <p:spPr>
            <a:xfrm>
              <a:off x="0" y="0"/>
              <a:ext cx="4885055" cy="7556500"/>
            </a:xfrm>
            <a:custGeom>
              <a:avLst/>
              <a:gdLst/>
              <a:ahLst/>
              <a:cxnLst/>
              <a:rect l="l" t="t" r="r" b="b"/>
              <a:pathLst>
                <a:path w="4885055" h="7556500">
                  <a:moveTo>
                    <a:pt x="0" y="0"/>
                  </a:moveTo>
                  <a:lnTo>
                    <a:pt x="4885024" y="0"/>
                  </a:lnTo>
                  <a:lnTo>
                    <a:pt x="4885024" y="7556499"/>
                  </a:lnTo>
                  <a:lnTo>
                    <a:pt x="0" y="7556499"/>
                  </a:lnTo>
                  <a:lnTo>
                    <a:pt x="0" y="0"/>
                  </a:lnTo>
                  <a:close/>
                </a:path>
              </a:pathLst>
            </a:custGeom>
            <a:grpFill/>
            <a:ln>
              <a:solidFill>
                <a:schemeClr val="accent5">
                  <a:lumMod val="50000"/>
                </a:schemeClr>
              </a:solidFill>
            </a:ln>
          </p:spPr>
          <p:txBody>
            <a:bodyPr wrap="square" lIns="0" tIns="0" rIns="0" bIns="0" rtlCol="0"/>
            <a:lstStyle/>
            <a:p>
              <a:endParaRPr/>
            </a:p>
          </p:txBody>
        </p:sp>
        <p:sp>
          <p:nvSpPr>
            <p:cNvPr id="4" name="object 4"/>
            <p:cNvSpPr/>
            <p:nvPr/>
          </p:nvSpPr>
          <p:spPr>
            <a:xfrm>
              <a:off x="0" y="0"/>
              <a:ext cx="4885055" cy="7556500"/>
            </a:xfrm>
            <a:custGeom>
              <a:avLst/>
              <a:gdLst/>
              <a:ahLst/>
              <a:cxnLst/>
              <a:rect l="l" t="t" r="r" b="b"/>
              <a:pathLst>
                <a:path w="4885055" h="7556500">
                  <a:moveTo>
                    <a:pt x="0" y="0"/>
                  </a:moveTo>
                  <a:lnTo>
                    <a:pt x="4885024" y="0"/>
                  </a:lnTo>
                  <a:lnTo>
                    <a:pt x="4885024" y="7556499"/>
                  </a:lnTo>
                </a:path>
                <a:path w="4885055" h="7556500">
                  <a:moveTo>
                    <a:pt x="0" y="7556499"/>
                  </a:moveTo>
                  <a:lnTo>
                    <a:pt x="0" y="0"/>
                  </a:lnTo>
                </a:path>
              </a:pathLst>
            </a:custGeom>
            <a:grpFill/>
            <a:ln w="9524">
              <a:solidFill>
                <a:schemeClr val="accent5">
                  <a:lumMod val="50000"/>
                </a:schemeClr>
              </a:solidFill>
            </a:ln>
          </p:spPr>
          <p:txBody>
            <a:bodyPr wrap="square" lIns="0" tIns="0" rIns="0" bIns="0" rtlCol="0"/>
            <a:lstStyle/>
            <a:p>
              <a:endParaRPr/>
            </a:p>
          </p:txBody>
        </p:sp>
      </p:grpSp>
      <p:sp>
        <p:nvSpPr>
          <p:cNvPr id="5" name="object 5"/>
          <p:cNvSpPr txBox="1"/>
          <p:nvPr/>
        </p:nvSpPr>
        <p:spPr>
          <a:xfrm>
            <a:off x="234950" y="882595"/>
            <a:ext cx="2910365" cy="1965346"/>
          </a:xfrm>
          <a:prstGeom prst="rect">
            <a:avLst/>
          </a:prstGeom>
        </p:spPr>
        <p:txBody>
          <a:bodyPr vert="horz" wrap="square" lIns="0" tIns="250190" rIns="0" bIns="0" rtlCol="0">
            <a:spAutoFit/>
          </a:bodyPr>
          <a:lstStyle/>
          <a:p>
            <a:pPr marL="196215">
              <a:lnSpc>
                <a:spcPct val="100000"/>
              </a:lnSpc>
              <a:spcBef>
                <a:spcPts val="1970"/>
              </a:spcBef>
              <a:tabLst>
                <a:tab pos="708660" algn="l"/>
                <a:tab pos="1186815" algn="l"/>
              </a:tabLst>
            </a:pPr>
            <a:r>
              <a:rPr sz="3600" spc="-25" dirty="0">
                <a:solidFill>
                  <a:srgbClr val="FFFFFF"/>
                </a:solidFill>
                <a:latin typeface="Calibri"/>
                <a:cs typeface="Calibri"/>
              </a:rPr>
              <a:t>//</a:t>
            </a:r>
            <a:r>
              <a:rPr sz="3600" dirty="0">
                <a:solidFill>
                  <a:srgbClr val="FFFFFF"/>
                </a:solidFill>
                <a:latin typeface="Calibri"/>
                <a:cs typeface="Calibri"/>
              </a:rPr>
              <a:t>	</a:t>
            </a:r>
            <a:r>
              <a:rPr sz="5400" b="1" spc="315" baseline="2314" dirty="0">
                <a:solidFill>
                  <a:srgbClr val="FFFFFF"/>
                </a:solidFill>
                <a:latin typeface="Calibri"/>
                <a:cs typeface="Calibri"/>
              </a:rPr>
              <a:t>A</a:t>
            </a:r>
            <a:r>
              <a:rPr sz="5400" b="1" baseline="2314" dirty="0">
                <a:solidFill>
                  <a:srgbClr val="FFFFFF"/>
                </a:solidFill>
                <a:latin typeface="Calibri"/>
                <a:cs typeface="Calibri"/>
              </a:rPr>
              <a:t>	</a:t>
            </a:r>
            <a:r>
              <a:rPr sz="3600" spc="-25" dirty="0">
                <a:solidFill>
                  <a:srgbClr val="FFFFFF"/>
                </a:solidFill>
                <a:latin typeface="Calibri"/>
                <a:cs typeface="Calibri"/>
              </a:rPr>
              <a:t>//</a:t>
            </a:r>
            <a:endParaRPr sz="3600" dirty="0">
              <a:latin typeface="Calibri"/>
              <a:cs typeface="Calibri"/>
            </a:endParaRPr>
          </a:p>
          <a:p>
            <a:pPr marL="12700">
              <a:lnSpc>
                <a:spcPct val="100000"/>
              </a:lnSpc>
              <a:spcBef>
                <a:spcPts val="1875"/>
              </a:spcBef>
            </a:pPr>
            <a:r>
              <a:rPr sz="3600" b="1" spc="375" dirty="0">
                <a:solidFill>
                  <a:srgbClr val="FFFFFF"/>
                </a:solidFill>
                <a:latin typeface="Calibri"/>
                <a:cs typeface="Calibri"/>
              </a:rPr>
              <a:t>MODULE</a:t>
            </a:r>
            <a:r>
              <a:rPr sz="3600" b="1" spc="185" dirty="0">
                <a:solidFill>
                  <a:srgbClr val="FFFFFF"/>
                </a:solidFill>
                <a:latin typeface="Calibri"/>
                <a:cs typeface="Calibri"/>
              </a:rPr>
              <a:t> </a:t>
            </a:r>
            <a:r>
              <a:rPr sz="3600" b="1" spc="160" dirty="0">
                <a:solidFill>
                  <a:srgbClr val="FFFFFF"/>
                </a:solidFill>
                <a:latin typeface="Calibri"/>
                <a:cs typeface="Calibri"/>
              </a:rPr>
              <a:t>1</a:t>
            </a:r>
            <a:r>
              <a:rPr sz="3600" b="1" spc="190" dirty="0">
                <a:solidFill>
                  <a:srgbClr val="FFFFFF"/>
                </a:solidFill>
                <a:latin typeface="Calibri"/>
                <a:cs typeface="Calibri"/>
              </a:rPr>
              <a:t> </a:t>
            </a:r>
            <a:r>
              <a:rPr sz="3600" b="1" spc="310" dirty="0">
                <a:solidFill>
                  <a:srgbClr val="FFFFFF"/>
                </a:solidFill>
                <a:latin typeface="Calibri"/>
                <a:cs typeface="Calibri"/>
              </a:rPr>
              <a:t>-</a:t>
            </a:r>
            <a:endParaRPr sz="3600" dirty="0">
              <a:latin typeface="Calibri"/>
              <a:cs typeface="Calibri"/>
            </a:endParaRPr>
          </a:p>
          <a:p>
            <a:pPr marL="12700" marR="878205">
              <a:lnSpc>
                <a:spcPct val="100699"/>
              </a:lnSpc>
            </a:pPr>
            <a:r>
              <a:rPr lang="fr-FR" sz="2400" b="1" spc="215" dirty="0">
                <a:solidFill>
                  <a:srgbClr val="FFFFFF"/>
                </a:solidFill>
                <a:latin typeface="Calibri"/>
                <a:cs typeface="Calibri"/>
              </a:rPr>
              <a:t>Introduction</a:t>
            </a:r>
            <a:endParaRPr sz="2400" dirty="0">
              <a:latin typeface="Calibri"/>
              <a:cs typeface="Calibri"/>
            </a:endParaRPr>
          </a:p>
        </p:txBody>
      </p:sp>
      <p:grpSp>
        <p:nvGrpSpPr>
          <p:cNvPr id="21" name="object 21"/>
          <p:cNvGrpSpPr/>
          <p:nvPr/>
        </p:nvGrpSpPr>
        <p:grpSpPr>
          <a:xfrm>
            <a:off x="3274653" y="1807142"/>
            <a:ext cx="462915" cy="462915"/>
            <a:chOff x="4635613" y="4245542"/>
            <a:chExt cx="462915" cy="462915"/>
          </a:xfrm>
        </p:grpSpPr>
        <p:sp>
          <p:nvSpPr>
            <p:cNvPr id="22" name="object 22"/>
            <p:cNvSpPr/>
            <p:nvPr/>
          </p:nvSpPr>
          <p:spPr>
            <a:xfrm>
              <a:off x="4649901" y="4259829"/>
              <a:ext cx="434340" cy="434340"/>
            </a:xfrm>
            <a:custGeom>
              <a:avLst/>
              <a:gdLst/>
              <a:ahLst/>
              <a:cxnLst/>
              <a:rect l="l" t="t" r="r" b="b"/>
              <a:pathLst>
                <a:path w="434339" h="434339">
                  <a:moveTo>
                    <a:pt x="217067" y="434135"/>
                  </a:moveTo>
                  <a:lnTo>
                    <a:pt x="167295" y="428402"/>
                  </a:lnTo>
                  <a:lnTo>
                    <a:pt x="121606" y="412072"/>
                  </a:lnTo>
                  <a:lnTo>
                    <a:pt x="81302" y="386447"/>
                  </a:lnTo>
                  <a:lnTo>
                    <a:pt x="47687" y="352832"/>
                  </a:lnTo>
                  <a:lnTo>
                    <a:pt x="22062" y="312528"/>
                  </a:lnTo>
                  <a:lnTo>
                    <a:pt x="5732" y="266839"/>
                  </a:lnTo>
                  <a:lnTo>
                    <a:pt x="0" y="217067"/>
                  </a:ln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close/>
                </a:path>
              </a:pathLst>
            </a:custGeom>
            <a:solidFill>
              <a:srgbClr val="FFFFFF"/>
            </a:solidFill>
          </p:spPr>
          <p:txBody>
            <a:bodyPr wrap="square" lIns="0" tIns="0" rIns="0" bIns="0" rtlCol="0"/>
            <a:lstStyle/>
            <a:p>
              <a:endParaRPr/>
            </a:p>
          </p:txBody>
        </p:sp>
        <p:sp>
          <p:nvSpPr>
            <p:cNvPr id="23" name="object 23"/>
            <p:cNvSpPr/>
            <p:nvPr/>
          </p:nvSpPr>
          <p:spPr>
            <a:xfrm>
              <a:off x="4649901" y="4259829"/>
              <a:ext cx="434340" cy="434340"/>
            </a:xfrm>
            <a:custGeom>
              <a:avLst/>
              <a:gdLst/>
              <a:ahLst/>
              <a:cxnLst/>
              <a:rect l="l" t="t" r="r" b="b"/>
              <a:pathLst>
                <a:path w="434339" h="434339">
                  <a:moveTo>
                    <a:pt x="0" y="217067"/>
                  </a:move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lnTo>
                    <a:pt x="167295" y="428402"/>
                  </a:lnTo>
                  <a:lnTo>
                    <a:pt x="121606" y="412072"/>
                  </a:lnTo>
                  <a:lnTo>
                    <a:pt x="81302" y="386447"/>
                  </a:lnTo>
                  <a:lnTo>
                    <a:pt x="47687" y="352832"/>
                  </a:lnTo>
                  <a:lnTo>
                    <a:pt x="22062" y="312528"/>
                  </a:lnTo>
                  <a:lnTo>
                    <a:pt x="5732" y="266839"/>
                  </a:lnTo>
                  <a:lnTo>
                    <a:pt x="0" y="217067"/>
                  </a:lnTo>
                  <a:close/>
                </a:path>
              </a:pathLst>
            </a:custGeom>
            <a:ln w="28574">
              <a:solidFill>
                <a:srgbClr val="8CB939"/>
              </a:solidFill>
            </a:ln>
          </p:spPr>
          <p:txBody>
            <a:bodyPr wrap="square" lIns="0" tIns="0" rIns="0" bIns="0" rtlCol="0"/>
            <a:lstStyle/>
            <a:p>
              <a:endParaRPr/>
            </a:p>
          </p:txBody>
        </p:sp>
      </p:grpSp>
      <p:sp>
        <p:nvSpPr>
          <p:cNvPr id="24" name="object 24"/>
          <p:cNvSpPr txBox="1"/>
          <p:nvPr/>
        </p:nvSpPr>
        <p:spPr>
          <a:xfrm>
            <a:off x="3423160" y="1863303"/>
            <a:ext cx="166370" cy="328295"/>
          </a:xfrm>
          <a:prstGeom prst="rect">
            <a:avLst/>
          </a:prstGeom>
        </p:spPr>
        <p:txBody>
          <a:bodyPr vert="horz" wrap="square" lIns="0" tIns="17145" rIns="0" bIns="0" rtlCol="0">
            <a:spAutoFit/>
          </a:bodyPr>
          <a:lstStyle/>
          <a:p>
            <a:pPr marL="12700">
              <a:lnSpc>
                <a:spcPct val="100000"/>
              </a:lnSpc>
              <a:spcBef>
                <a:spcPts val="135"/>
              </a:spcBef>
            </a:pPr>
            <a:r>
              <a:rPr lang="fr-FR" sz="1950" b="1" spc="55" dirty="0">
                <a:solidFill>
                  <a:srgbClr val="8CB939"/>
                </a:solidFill>
                <a:latin typeface="Calibri"/>
                <a:cs typeface="Calibri"/>
              </a:rPr>
              <a:t>1</a:t>
            </a:r>
            <a:endParaRPr sz="1950" dirty="0">
              <a:latin typeface="Calibri"/>
              <a:cs typeface="Calibri"/>
            </a:endParaRPr>
          </a:p>
        </p:txBody>
      </p:sp>
      <p:sp>
        <p:nvSpPr>
          <p:cNvPr id="25" name="object 25"/>
          <p:cNvSpPr txBox="1"/>
          <p:nvPr/>
        </p:nvSpPr>
        <p:spPr>
          <a:xfrm>
            <a:off x="4208331" y="1720850"/>
            <a:ext cx="6085019" cy="782265"/>
          </a:xfrm>
          <a:prstGeom prst="rect">
            <a:avLst/>
          </a:prstGeom>
        </p:spPr>
        <p:txBody>
          <a:bodyPr vert="horz" wrap="square" lIns="0" tIns="12700" rIns="0" bIns="0" rtlCol="0">
            <a:spAutoFit/>
          </a:bodyPr>
          <a:lstStyle/>
          <a:p>
            <a:pPr marL="12700">
              <a:lnSpc>
                <a:spcPct val="100000"/>
              </a:lnSpc>
              <a:spcBef>
                <a:spcPts val="100"/>
              </a:spcBef>
            </a:pPr>
            <a:r>
              <a:rPr lang="fr-FR" sz="2500" b="1" spc="200" dirty="0">
                <a:solidFill>
                  <a:srgbClr val="164052"/>
                </a:solidFill>
                <a:latin typeface="Calibri"/>
                <a:cs typeface="Calibri"/>
              </a:rPr>
              <a:t>Agilité, DevOps et la philosophie « continue » (CI/CD, feedbacks)</a:t>
            </a:r>
          </a:p>
        </p:txBody>
      </p:sp>
      <p:sp>
        <p:nvSpPr>
          <p:cNvPr id="36" name="TextBox 35">
            <a:extLst>
              <a:ext uri="{FF2B5EF4-FFF2-40B4-BE49-F238E27FC236}">
                <a16:creationId xmlns:a16="http://schemas.microsoft.com/office/drawing/2014/main" id="{BADFC34C-D5BC-D036-4C3E-EA6728791D7D}"/>
              </a:ext>
            </a:extLst>
          </p:cNvPr>
          <p:cNvSpPr txBox="1"/>
          <p:nvPr/>
        </p:nvSpPr>
        <p:spPr>
          <a:xfrm>
            <a:off x="9988550" y="7158851"/>
            <a:ext cx="5339166" cy="276999"/>
          </a:xfrm>
          <a:prstGeom prst="rect">
            <a:avLst/>
          </a:prstGeom>
          <a:noFill/>
        </p:spPr>
        <p:txBody>
          <a:bodyPr wrap="square">
            <a:spAutoFit/>
          </a:bodyPr>
          <a:lstStyle/>
          <a:p>
            <a:pPr marL="80010" marR="0" lvl="0" indent="0" defTabSz="914400" eaLnBrk="1" fontAlgn="auto" latinLnBrk="0" hangingPunct="1">
              <a:lnSpc>
                <a:spcPct val="100000"/>
              </a:lnSpc>
              <a:spcBef>
                <a:spcPts val="65"/>
              </a:spcBef>
              <a:spcAft>
                <a:spcPts val="0"/>
              </a:spcAft>
              <a:buClrTx/>
              <a:buSzTx/>
              <a:buFontTx/>
              <a:buNone/>
              <a:tabLst/>
              <a:defRPr/>
            </a:pPr>
            <a:fld id="{81D60167-4931-47E6-BA6A-407CBD079E47}" type="slidenum">
              <a:rPr kumimoji="0" lang="fr-FR" sz="1200" b="0" i="0" u="none" strike="noStrike" kern="0" cap="none" spc="-25" normalizeH="0" baseline="0" noProof="0" smtClean="0">
                <a:ln>
                  <a:noFill/>
                </a:ln>
                <a:solidFill>
                  <a:prstClr val="white"/>
                </a:solidFill>
                <a:effectLst/>
                <a:uLnTx/>
                <a:uFillTx/>
                <a:latin typeface="Calibri"/>
                <a:cs typeface="Calibri"/>
              </a:rPr>
              <a:pPr marL="80010" marR="0" lvl="0" indent="0" defTabSz="914400" eaLnBrk="1" fontAlgn="auto" latinLnBrk="0" hangingPunct="1">
                <a:lnSpc>
                  <a:spcPct val="100000"/>
                </a:lnSpc>
                <a:spcBef>
                  <a:spcPts val="65"/>
                </a:spcBef>
                <a:spcAft>
                  <a:spcPts val="0"/>
                </a:spcAft>
                <a:buClrTx/>
                <a:buSzTx/>
                <a:buFontTx/>
                <a:buNone/>
                <a:tabLst/>
                <a:defRPr/>
              </a:pPr>
              <a:t>8</a:t>
            </a:fld>
            <a:endParaRPr kumimoji="0" lang="fr-FR" sz="1200" b="0" i="0" u="none" strike="noStrike" kern="0" cap="none" spc="-25" normalizeH="0" baseline="0" noProof="0" dirty="0">
              <a:ln>
                <a:noFill/>
              </a:ln>
              <a:solidFill>
                <a:prstClr val="white"/>
              </a:solidFill>
              <a:effectLst/>
              <a:uLnTx/>
              <a:uFillTx/>
              <a:latin typeface="Calibri"/>
              <a:cs typeface="Calibri"/>
            </a:endParaRPr>
          </a:p>
        </p:txBody>
      </p:sp>
      <p:grpSp>
        <p:nvGrpSpPr>
          <p:cNvPr id="11" name="object 21">
            <a:extLst>
              <a:ext uri="{FF2B5EF4-FFF2-40B4-BE49-F238E27FC236}">
                <a16:creationId xmlns:a16="http://schemas.microsoft.com/office/drawing/2014/main" id="{DE7BF650-D559-6EC6-1E3C-4935EF54A14F}"/>
              </a:ext>
            </a:extLst>
          </p:cNvPr>
          <p:cNvGrpSpPr/>
          <p:nvPr/>
        </p:nvGrpSpPr>
        <p:grpSpPr>
          <a:xfrm>
            <a:off x="3282950" y="3996677"/>
            <a:ext cx="462915" cy="462915"/>
            <a:chOff x="4635613" y="4245542"/>
            <a:chExt cx="462915" cy="462915"/>
          </a:xfrm>
        </p:grpSpPr>
        <p:sp>
          <p:nvSpPr>
            <p:cNvPr id="12" name="object 22">
              <a:extLst>
                <a:ext uri="{FF2B5EF4-FFF2-40B4-BE49-F238E27FC236}">
                  <a16:creationId xmlns:a16="http://schemas.microsoft.com/office/drawing/2014/main" id="{ACBA645F-F728-00EC-0BC5-CED870EB1EB4}"/>
                </a:ext>
              </a:extLst>
            </p:cNvPr>
            <p:cNvSpPr/>
            <p:nvPr/>
          </p:nvSpPr>
          <p:spPr>
            <a:xfrm>
              <a:off x="4649901" y="4259829"/>
              <a:ext cx="434340" cy="434340"/>
            </a:xfrm>
            <a:custGeom>
              <a:avLst/>
              <a:gdLst/>
              <a:ahLst/>
              <a:cxnLst/>
              <a:rect l="l" t="t" r="r" b="b"/>
              <a:pathLst>
                <a:path w="434339" h="434339">
                  <a:moveTo>
                    <a:pt x="217067" y="434135"/>
                  </a:moveTo>
                  <a:lnTo>
                    <a:pt x="167295" y="428402"/>
                  </a:lnTo>
                  <a:lnTo>
                    <a:pt x="121606" y="412072"/>
                  </a:lnTo>
                  <a:lnTo>
                    <a:pt x="81302" y="386447"/>
                  </a:lnTo>
                  <a:lnTo>
                    <a:pt x="47687" y="352832"/>
                  </a:lnTo>
                  <a:lnTo>
                    <a:pt x="22062" y="312528"/>
                  </a:lnTo>
                  <a:lnTo>
                    <a:pt x="5732" y="266839"/>
                  </a:lnTo>
                  <a:lnTo>
                    <a:pt x="0" y="217067"/>
                  </a:ln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close/>
                </a:path>
              </a:pathLst>
            </a:custGeom>
            <a:solidFill>
              <a:srgbClr val="FFFFFF"/>
            </a:solidFill>
          </p:spPr>
          <p:txBody>
            <a:bodyPr wrap="square" lIns="0" tIns="0" rIns="0" bIns="0" rtlCol="0"/>
            <a:lstStyle/>
            <a:p>
              <a:endParaRPr/>
            </a:p>
          </p:txBody>
        </p:sp>
        <p:sp>
          <p:nvSpPr>
            <p:cNvPr id="13" name="object 23">
              <a:extLst>
                <a:ext uri="{FF2B5EF4-FFF2-40B4-BE49-F238E27FC236}">
                  <a16:creationId xmlns:a16="http://schemas.microsoft.com/office/drawing/2014/main" id="{1A957A45-8B5F-944E-7D95-C1AAE085F115}"/>
                </a:ext>
              </a:extLst>
            </p:cNvPr>
            <p:cNvSpPr/>
            <p:nvPr/>
          </p:nvSpPr>
          <p:spPr>
            <a:xfrm>
              <a:off x="4649901" y="4259829"/>
              <a:ext cx="434340" cy="434340"/>
            </a:xfrm>
            <a:custGeom>
              <a:avLst/>
              <a:gdLst/>
              <a:ahLst/>
              <a:cxnLst/>
              <a:rect l="l" t="t" r="r" b="b"/>
              <a:pathLst>
                <a:path w="434339" h="434339">
                  <a:moveTo>
                    <a:pt x="0" y="217067"/>
                  </a:move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lnTo>
                    <a:pt x="167295" y="428402"/>
                  </a:lnTo>
                  <a:lnTo>
                    <a:pt x="121606" y="412072"/>
                  </a:lnTo>
                  <a:lnTo>
                    <a:pt x="81302" y="386447"/>
                  </a:lnTo>
                  <a:lnTo>
                    <a:pt x="47687" y="352832"/>
                  </a:lnTo>
                  <a:lnTo>
                    <a:pt x="22062" y="312528"/>
                  </a:lnTo>
                  <a:lnTo>
                    <a:pt x="5732" y="266839"/>
                  </a:lnTo>
                  <a:lnTo>
                    <a:pt x="0" y="217067"/>
                  </a:lnTo>
                  <a:close/>
                </a:path>
              </a:pathLst>
            </a:custGeom>
            <a:ln w="28574">
              <a:solidFill>
                <a:srgbClr val="8CB939"/>
              </a:solidFill>
            </a:ln>
          </p:spPr>
          <p:txBody>
            <a:bodyPr wrap="square" lIns="0" tIns="0" rIns="0" bIns="0" rtlCol="0"/>
            <a:lstStyle/>
            <a:p>
              <a:endParaRPr/>
            </a:p>
          </p:txBody>
        </p:sp>
      </p:grpSp>
      <p:sp>
        <p:nvSpPr>
          <p:cNvPr id="14" name="object 24">
            <a:extLst>
              <a:ext uri="{FF2B5EF4-FFF2-40B4-BE49-F238E27FC236}">
                <a16:creationId xmlns:a16="http://schemas.microsoft.com/office/drawing/2014/main" id="{4EEA1439-6C82-C8DD-11A1-67A518500877}"/>
              </a:ext>
            </a:extLst>
          </p:cNvPr>
          <p:cNvSpPr txBox="1"/>
          <p:nvPr/>
        </p:nvSpPr>
        <p:spPr>
          <a:xfrm>
            <a:off x="3431457" y="4052838"/>
            <a:ext cx="166370" cy="328295"/>
          </a:xfrm>
          <a:prstGeom prst="rect">
            <a:avLst/>
          </a:prstGeom>
        </p:spPr>
        <p:txBody>
          <a:bodyPr vert="horz" wrap="square" lIns="0" tIns="17145" rIns="0" bIns="0" rtlCol="0">
            <a:spAutoFit/>
          </a:bodyPr>
          <a:lstStyle/>
          <a:p>
            <a:pPr marL="12700">
              <a:lnSpc>
                <a:spcPct val="100000"/>
              </a:lnSpc>
              <a:spcBef>
                <a:spcPts val="135"/>
              </a:spcBef>
            </a:pPr>
            <a:r>
              <a:rPr lang="fr-FR" sz="1950" b="1" spc="55" dirty="0">
                <a:solidFill>
                  <a:srgbClr val="8CB939"/>
                </a:solidFill>
                <a:latin typeface="Calibri"/>
                <a:cs typeface="Calibri"/>
              </a:rPr>
              <a:t>2</a:t>
            </a:r>
            <a:endParaRPr sz="1950" dirty="0">
              <a:latin typeface="Calibri"/>
              <a:cs typeface="Calibri"/>
            </a:endParaRPr>
          </a:p>
        </p:txBody>
      </p:sp>
      <p:sp>
        <p:nvSpPr>
          <p:cNvPr id="15" name="object 25">
            <a:extLst>
              <a:ext uri="{FF2B5EF4-FFF2-40B4-BE49-F238E27FC236}">
                <a16:creationId xmlns:a16="http://schemas.microsoft.com/office/drawing/2014/main" id="{8BADBA58-A500-3AAB-646E-16B3AD8AF185}"/>
              </a:ext>
            </a:extLst>
          </p:cNvPr>
          <p:cNvSpPr txBox="1"/>
          <p:nvPr/>
        </p:nvSpPr>
        <p:spPr>
          <a:xfrm>
            <a:off x="4216628" y="3910385"/>
            <a:ext cx="6085019" cy="782265"/>
          </a:xfrm>
          <a:prstGeom prst="rect">
            <a:avLst/>
          </a:prstGeom>
        </p:spPr>
        <p:txBody>
          <a:bodyPr vert="horz" wrap="square" lIns="0" tIns="12700" rIns="0" bIns="0" rtlCol="0">
            <a:spAutoFit/>
          </a:bodyPr>
          <a:lstStyle/>
          <a:p>
            <a:pPr marL="12700">
              <a:lnSpc>
                <a:spcPct val="100000"/>
              </a:lnSpc>
              <a:spcBef>
                <a:spcPts val="100"/>
              </a:spcBef>
            </a:pPr>
            <a:r>
              <a:rPr lang="fr-FR" sz="2500" b="1" spc="200" dirty="0">
                <a:solidFill>
                  <a:srgbClr val="164052"/>
                </a:solidFill>
                <a:latin typeface="Calibri"/>
                <a:cs typeface="Calibri"/>
              </a:rPr>
              <a:t>Test logiciel et automatisation (TDD, BDD)</a:t>
            </a:r>
          </a:p>
        </p:txBody>
      </p:sp>
    </p:spTree>
    <p:extLst>
      <p:ext uri="{BB962C8B-B14F-4D97-AF65-F5344CB8AC3E}">
        <p14:creationId xmlns:p14="http://schemas.microsoft.com/office/powerpoint/2010/main" val="1774626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66373" y="190131"/>
            <a:ext cx="194945" cy="391160"/>
          </a:xfrm>
          <a:prstGeom prst="rect">
            <a:avLst/>
          </a:prstGeom>
        </p:spPr>
        <p:txBody>
          <a:bodyPr vert="horz" wrap="square" lIns="0" tIns="12700" rIns="0" bIns="0" rtlCol="0">
            <a:spAutoFit/>
          </a:bodyPr>
          <a:lstStyle/>
          <a:p>
            <a:pPr marL="12700">
              <a:lnSpc>
                <a:spcPct val="100000"/>
              </a:lnSpc>
              <a:spcBef>
                <a:spcPts val="100"/>
              </a:spcBef>
            </a:pPr>
            <a:r>
              <a:rPr sz="2400" b="1" spc="70" dirty="0">
                <a:solidFill>
                  <a:srgbClr val="164052"/>
                </a:solidFill>
                <a:latin typeface="Calibri"/>
                <a:cs typeface="Calibri"/>
              </a:rPr>
              <a:t>1</a:t>
            </a:r>
            <a:endParaRPr sz="2400">
              <a:latin typeface="Calibri"/>
              <a:cs typeface="Calibri"/>
            </a:endParaRPr>
          </a:p>
        </p:txBody>
      </p:sp>
      <p:sp>
        <p:nvSpPr>
          <p:cNvPr id="3" name="object 3"/>
          <p:cNvSpPr txBox="1">
            <a:spLocks noGrp="1"/>
          </p:cNvSpPr>
          <p:nvPr>
            <p:ph type="title"/>
          </p:nvPr>
        </p:nvSpPr>
        <p:spPr>
          <a:xfrm>
            <a:off x="1054048" y="98310"/>
            <a:ext cx="8572603" cy="997709"/>
          </a:xfrm>
          <a:prstGeom prst="rect">
            <a:avLst/>
          </a:prstGeom>
        </p:spPr>
        <p:txBody>
          <a:bodyPr vert="horz" wrap="square" lIns="0" tIns="12700" rIns="0" bIns="0" rtlCol="0">
            <a:spAutoFit/>
          </a:bodyPr>
          <a:lstStyle/>
          <a:p>
            <a:pPr marL="12700">
              <a:lnSpc>
                <a:spcPct val="100000"/>
              </a:lnSpc>
              <a:spcBef>
                <a:spcPts val="100"/>
              </a:spcBef>
            </a:pPr>
            <a:r>
              <a:rPr lang="fr-FR" sz="3200" dirty="0"/>
              <a:t>Agilité, DevOps et la philosophie « continue » (CI/CD, feedbacks)</a:t>
            </a:r>
          </a:p>
        </p:txBody>
      </p:sp>
      <p:pic>
        <p:nvPicPr>
          <p:cNvPr id="4" name="object 4"/>
          <p:cNvPicPr/>
          <p:nvPr/>
        </p:nvPicPr>
        <p:blipFill>
          <a:blip r:embed="rId2" cstate="print"/>
          <a:stretch>
            <a:fillRect/>
          </a:stretch>
        </p:blipFill>
        <p:spPr>
          <a:xfrm>
            <a:off x="6917924" y="2126170"/>
            <a:ext cx="2746385" cy="3988045"/>
          </a:xfrm>
          <a:prstGeom prst="rect">
            <a:avLst/>
          </a:prstGeom>
        </p:spPr>
      </p:pic>
      <p:grpSp>
        <p:nvGrpSpPr>
          <p:cNvPr id="5" name="object 5"/>
          <p:cNvGrpSpPr/>
          <p:nvPr/>
        </p:nvGrpSpPr>
        <p:grpSpPr>
          <a:xfrm>
            <a:off x="316288" y="1927114"/>
            <a:ext cx="6483350" cy="4539615"/>
            <a:chOff x="316288" y="1927114"/>
            <a:chExt cx="6483350" cy="4539615"/>
          </a:xfrm>
        </p:grpSpPr>
        <p:pic>
          <p:nvPicPr>
            <p:cNvPr id="6" name="object 6"/>
            <p:cNvPicPr/>
            <p:nvPr/>
          </p:nvPicPr>
          <p:blipFill>
            <a:blip r:embed="rId3" cstate="print"/>
            <a:stretch>
              <a:fillRect/>
            </a:stretch>
          </p:blipFill>
          <p:spPr>
            <a:xfrm>
              <a:off x="316288" y="1927114"/>
              <a:ext cx="6482880" cy="4539167"/>
            </a:xfrm>
            <a:prstGeom prst="rect">
              <a:avLst/>
            </a:prstGeom>
          </p:spPr>
        </p:pic>
        <p:sp>
          <p:nvSpPr>
            <p:cNvPr id="7" name="object 7"/>
            <p:cNvSpPr/>
            <p:nvPr/>
          </p:nvSpPr>
          <p:spPr>
            <a:xfrm>
              <a:off x="356287" y="1944114"/>
              <a:ext cx="6403340" cy="4459605"/>
            </a:xfrm>
            <a:custGeom>
              <a:avLst/>
              <a:gdLst/>
              <a:ahLst/>
              <a:cxnLst/>
              <a:rect l="l" t="t" r="r" b="b"/>
              <a:pathLst>
                <a:path w="6403340" h="4459605">
                  <a:moveTo>
                    <a:pt x="4970857" y="4459167"/>
                  </a:moveTo>
                  <a:lnTo>
                    <a:pt x="743194" y="4459167"/>
                  </a:lnTo>
                  <a:lnTo>
                    <a:pt x="694329" y="4457586"/>
                  </a:lnTo>
                  <a:lnTo>
                    <a:pt x="646308" y="4452909"/>
                  </a:lnTo>
                  <a:lnTo>
                    <a:pt x="599228" y="4445233"/>
                  </a:lnTo>
                  <a:lnTo>
                    <a:pt x="553189" y="4434657"/>
                  </a:lnTo>
                  <a:lnTo>
                    <a:pt x="508287" y="4421278"/>
                  </a:lnTo>
                  <a:lnTo>
                    <a:pt x="464621" y="4405195"/>
                  </a:lnTo>
                  <a:lnTo>
                    <a:pt x="422289" y="4386505"/>
                  </a:lnTo>
                  <a:lnTo>
                    <a:pt x="381388" y="4365306"/>
                  </a:lnTo>
                  <a:lnTo>
                    <a:pt x="342017" y="4341696"/>
                  </a:lnTo>
                  <a:lnTo>
                    <a:pt x="304273" y="4315773"/>
                  </a:lnTo>
                  <a:lnTo>
                    <a:pt x="268255" y="4287636"/>
                  </a:lnTo>
                  <a:lnTo>
                    <a:pt x="234059" y="4257381"/>
                  </a:lnTo>
                  <a:lnTo>
                    <a:pt x="201785" y="4225107"/>
                  </a:lnTo>
                  <a:lnTo>
                    <a:pt x="171531" y="4190912"/>
                  </a:lnTo>
                  <a:lnTo>
                    <a:pt x="143393" y="4154893"/>
                  </a:lnTo>
                  <a:lnTo>
                    <a:pt x="117470" y="4117149"/>
                  </a:lnTo>
                  <a:lnTo>
                    <a:pt x="93860" y="4077778"/>
                  </a:lnTo>
                  <a:lnTo>
                    <a:pt x="72662" y="4036877"/>
                  </a:lnTo>
                  <a:lnTo>
                    <a:pt x="53971" y="3994545"/>
                  </a:lnTo>
                  <a:lnTo>
                    <a:pt x="37888" y="3950879"/>
                  </a:lnTo>
                  <a:lnTo>
                    <a:pt x="24509" y="3905977"/>
                  </a:lnTo>
                  <a:lnTo>
                    <a:pt x="13933" y="3859938"/>
                  </a:lnTo>
                  <a:lnTo>
                    <a:pt x="6258" y="3812859"/>
                  </a:lnTo>
                  <a:lnTo>
                    <a:pt x="1580" y="3764837"/>
                  </a:lnTo>
                  <a:lnTo>
                    <a:pt x="0" y="3715972"/>
                  </a:lnTo>
                  <a:lnTo>
                    <a:pt x="0" y="743194"/>
                  </a:lnTo>
                  <a:lnTo>
                    <a:pt x="1580" y="694329"/>
                  </a:lnTo>
                  <a:lnTo>
                    <a:pt x="6258" y="646308"/>
                  </a:lnTo>
                  <a:lnTo>
                    <a:pt x="13933" y="599228"/>
                  </a:lnTo>
                  <a:lnTo>
                    <a:pt x="24509" y="553189"/>
                  </a:lnTo>
                  <a:lnTo>
                    <a:pt x="37888" y="508287"/>
                  </a:lnTo>
                  <a:lnTo>
                    <a:pt x="53971" y="464621"/>
                  </a:lnTo>
                  <a:lnTo>
                    <a:pt x="72662" y="422289"/>
                  </a:lnTo>
                  <a:lnTo>
                    <a:pt x="93860" y="381388"/>
                  </a:lnTo>
                  <a:lnTo>
                    <a:pt x="117470" y="342017"/>
                  </a:lnTo>
                  <a:lnTo>
                    <a:pt x="143393" y="304273"/>
                  </a:lnTo>
                  <a:lnTo>
                    <a:pt x="171531" y="268255"/>
                  </a:lnTo>
                  <a:lnTo>
                    <a:pt x="201785" y="234059"/>
                  </a:lnTo>
                  <a:lnTo>
                    <a:pt x="234059" y="201785"/>
                  </a:lnTo>
                  <a:lnTo>
                    <a:pt x="268255" y="171531"/>
                  </a:lnTo>
                  <a:lnTo>
                    <a:pt x="304273" y="143393"/>
                  </a:lnTo>
                  <a:lnTo>
                    <a:pt x="342017" y="117470"/>
                  </a:lnTo>
                  <a:lnTo>
                    <a:pt x="381388" y="93860"/>
                  </a:lnTo>
                  <a:lnTo>
                    <a:pt x="422289" y="72662"/>
                  </a:lnTo>
                  <a:lnTo>
                    <a:pt x="464621" y="53971"/>
                  </a:lnTo>
                  <a:lnTo>
                    <a:pt x="508287" y="37888"/>
                  </a:lnTo>
                  <a:lnTo>
                    <a:pt x="553189" y="24509"/>
                  </a:lnTo>
                  <a:lnTo>
                    <a:pt x="599228" y="13933"/>
                  </a:lnTo>
                  <a:lnTo>
                    <a:pt x="646308" y="6258"/>
                  </a:lnTo>
                  <a:lnTo>
                    <a:pt x="694329" y="1580"/>
                  </a:lnTo>
                  <a:lnTo>
                    <a:pt x="743194" y="0"/>
                  </a:lnTo>
                  <a:lnTo>
                    <a:pt x="4970857" y="0"/>
                  </a:lnTo>
                  <a:lnTo>
                    <a:pt x="5019941" y="1621"/>
                  </a:lnTo>
                  <a:lnTo>
                    <a:pt x="5068545" y="6445"/>
                  </a:lnTo>
                  <a:lnTo>
                    <a:pt x="5116524" y="14412"/>
                  </a:lnTo>
                  <a:lnTo>
                    <a:pt x="5163733" y="25462"/>
                  </a:lnTo>
                  <a:lnTo>
                    <a:pt x="5210028" y="39535"/>
                  </a:lnTo>
                  <a:lnTo>
                    <a:pt x="5255265" y="56572"/>
                  </a:lnTo>
                  <a:lnTo>
                    <a:pt x="5299299" y="76512"/>
                  </a:lnTo>
                  <a:lnTo>
                    <a:pt x="5341986" y="99297"/>
                  </a:lnTo>
                  <a:lnTo>
                    <a:pt x="5383181" y="124865"/>
                  </a:lnTo>
                  <a:lnTo>
                    <a:pt x="5422741" y="153157"/>
                  </a:lnTo>
                  <a:lnTo>
                    <a:pt x="5460520" y="184115"/>
                  </a:lnTo>
                  <a:lnTo>
                    <a:pt x="5496375" y="217676"/>
                  </a:lnTo>
                  <a:lnTo>
                    <a:pt x="5529936" y="253531"/>
                  </a:lnTo>
                  <a:lnTo>
                    <a:pt x="5560893" y="291310"/>
                  </a:lnTo>
                  <a:lnTo>
                    <a:pt x="5589186" y="330869"/>
                  </a:lnTo>
                  <a:lnTo>
                    <a:pt x="5614754" y="372065"/>
                  </a:lnTo>
                  <a:lnTo>
                    <a:pt x="5637539" y="414752"/>
                  </a:lnTo>
                  <a:lnTo>
                    <a:pt x="5657479" y="458786"/>
                  </a:lnTo>
                  <a:lnTo>
                    <a:pt x="5674516" y="504023"/>
                  </a:lnTo>
                  <a:lnTo>
                    <a:pt x="5688589" y="550318"/>
                  </a:lnTo>
                  <a:lnTo>
                    <a:pt x="5699639" y="597527"/>
                  </a:lnTo>
                  <a:lnTo>
                    <a:pt x="5707606" y="645506"/>
                  </a:lnTo>
                  <a:lnTo>
                    <a:pt x="5712430" y="694109"/>
                  </a:lnTo>
                  <a:lnTo>
                    <a:pt x="5714051" y="743194"/>
                  </a:lnTo>
                  <a:lnTo>
                    <a:pt x="6402880" y="1676646"/>
                  </a:lnTo>
                  <a:lnTo>
                    <a:pt x="5714051" y="1857986"/>
                  </a:lnTo>
                  <a:lnTo>
                    <a:pt x="5714051" y="3715972"/>
                  </a:lnTo>
                  <a:lnTo>
                    <a:pt x="5712471" y="3764837"/>
                  </a:lnTo>
                  <a:lnTo>
                    <a:pt x="5707793" y="3812859"/>
                  </a:lnTo>
                  <a:lnTo>
                    <a:pt x="5700118" y="3859938"/>
                  </a:lnTo>
                  <a:lnTo>
                    <a:pt x="5689542" y="3905977"/>
                  </a:lnTo>
                  <a:lnTo>
                    <a:pt x="5676163" y="3950879"/>
                  </a:lnTo>
                  <a:lnTo>
                    <a:pt x="5660080" y="3994545"/>
                  </a:lnTo>
                  <a:lnTo>
                    <a:pt x="5641389" y="4036877"/>
                  </a:lnTo>
                  <a:lnTo>
                    <a:pt x="5620191" y="4077778"/>
                  </a:lnTo>
                  <a:lnTo>
                    <a:pt x="5596581" y="4117149"/>
                  </a:lnTo>
                  <a:lnTo>
                    <a:pt x="5570658" y="4154893"/>
                  </a:lnTo>
                  <a:lnTo>
                    <a:pt x="5542520" y="4190912"/>
                  </a:lnTo>
                  <a:lnTo>
                    <a:pt x="5512266" y="4225107"/>
                  </a:lnTo>
                  <a:lnTo>
                    <a:pt x="5479992" y="4257381"/>
                  </a:lnTo>
                  <a:lnTo>
                    <a:pt x="5445796" y="4287636"/>
                  </a:lnTo>
                  <a:lnTo>
                    <a:pt x="5409778" y="4315773"/>
                  </a:lnTo>
                  <a:lnTo>
                    <a:pt x="5372034" y="4341696"/>
                  </a:lnTo>
                  <a:lnTo>
                    <a:pt x="5332663" y="4365306"/>
                  </a:lnTo>
                  <a:lnTo>
                    <a:pt x="5291762" y="4386505"/>
                  </a:lnTo>
                  <a:lnTo>
                    <a:pt x="5249430" y="4405195"/>
                  </a:lnTo>
                  <a:lnTo>
                    <a:pt x="5205764" y="4421278"/>
                  </a:lnTo>
                  <a:lnTo>
                    <a:pt x="5160862" y="4434657"/>
                  </a:lnTo>
                  <a:lnTo>
                    <a:pt x="5114823" y="4445233"/>
                  </a:lnTo>
                  <a:lnTo>
                    <a:pt x="5067743" y="4452909"/>
                  </a:lnTo>
                  <a:lnTo>
                    <a:pt x="5019722" y="4457586"/>
                  </a:lnTo>
                  <a:lnTo>
                    <a:pt x="4970857" y="4459167"/>
                  </a:lnTo>
                  <a:close/>
                </a:path>
              </a:pathLst>
            </a:custGeom>
            <a:solidFill>
              <a:srgbClr val="DAEEF3"/>
            </a:solidFill>
          </p:spPr>
          <p:txBody>
            <a:bodyPr wrap="square" lIns="0" tIns="0" rIns="0" bIns="0" rtlCol="0"/>
            <a:lstStyle/>
            <a:p>
              <a:endParaRPr/>
            </a:p>
          </p:txBody>
        </p:sp>
      </p:grpSp>
      <p:sp>
        <p:nvSpPr>
          <p:cNvPr id="8" name="object 8"/>
          <p:cNvSpPr txBox="1"/>
          <p:nvPr/>
        </p:nvSpPr>
        <p:spPr>
          <a:xfrm>
            <a:off x="623012" y="1461289"/>
            <a:ext cx="5109845" cy="4549775"/>
          </a:xfrm>
          <a:prstGeom prst="rect">
            <a:avLst/>
          </a:prstGeom>
        </p:spPr>
        <p:txBody>
          <a:bodyPr vert="horz" wrap="square" lIns="0" tIns="12700" rIns="0" bIns="0" rtlCol="0">
            <a:spAutoFit/>
          </a:bodyPr>
          <a:lstStyle/>
          <a:p>
            <a:pPr marL="385445" indent="-372745">
              <a:lnSpc>
                <a:spcPct val="100000"/>
              </a:lnSpc>
              <a:spcBef>
                <a:spcPts val="100"/>
              </a:spcBef>
              <a:buClr>
                <a:srgbClr val="12717A"/>
              </a:buClr>
              <a:buFont typeface="Arial"/>
              <a:buChar char="●"/>
              <a:tabLst>
                <a:tab pos="385445" algn="l"/>
              </a:tabLst>
            </a:pPr>
            <a:r>
              <a:rPr sz="2300" spc="110" dirty="0">
                <a:solidFill>
                  <a:srgbClr val="262E37"/>
                </a:solidFill>
                <a:latin typeface="Calibri"/>
                <a:cs typeface="Calibri"/>
              </a:rPr>
              <a:t>Qu’est-</a:t>
            </a:r>
            <a:r>
              <a:rPr sz="2300" spc="125" dirty="0">
                <a:solidFill>
                  <a:srgbClr val="262E37"/>
                </a:solidFill>
                <a:latin typeface="Calibri"/>
                <a:cs typeface="Calibri"/>
              </a:rPr>
              <a:t>ce</a:t>
            </a:r>
            <a:r>
              <a:rPr sz="2300" spc="130" dirty="0">
                <a:solidFill>
                  <a:srgbClr val="262E37"/>
                </a:solidFill>
                <a:latin typeface="Calibri"/>
                <a:cs typeface="Calibri"/>
              </a:rPr>
              <a:t> </a:t>
            </a:r>
            <a:r>
              <a:rPr sz="2300" spc="90" dirty="0">
                <a:solidFill>
                  <a:srgbClr val="262E37"/>
                </a:solidFill>
                <a:latin typeface="Calibri"/>
                <a:cs typeface="Calibri"/>
              </a:rPr>
              <a:t>que</a:t>
            </a:r>
            <a:r>
              <a:rPr sz="2300" spc="130" dirty="0">
                <a:solidFill>
                  <a:srgbClr val="262E37"/>
                </a:solidFill>
                <a:latin typeface="Calibri"/>
                <a:cs typeface="Calibri"/>
              </a:rPr>
              <a:t> </a:t>
            </a:r>
            <a:r>
              <a:rPr sz="2300" spc="165" dirty="0">
                <a:solidFill>
                  <a:srgbClr val="262E37"/>
                </a:solidFill>
                <a:latin typeface="Calibri"/>
                <a:cs typeface="Calibri"/>
              </a:rPr>
              <a:t>DevOps</a:t>
            </a:r>
            <a:r>
              <a:rPr sz="2300" spc="130" dirty="0">
                <a:solidFill>
                  <a:srgbClr val="262E37"/>
                </a:solidFill>
                <a:latin typeface="Calibri"/>
                <a:cs typeface="Calibri"/>
              </a:rPr>
              <a:t> </a:t>
            </a:r>
            <a:r>
              <a:rPr sz="2300" spc="160" dirty="0">
                <a:solidFill>
                  <a:srgbClr val="262E37"/>
                </a:solidFill>
                <a:latin typeface="Calibri"/>
                <a:cs typeface="Calibri"/>
              </a:rPr>
              <a:t>?</a:t>
            </a:r>
            <a:endParaRPr sz="2300" dirty="0">
              <a:latin typeface="Calibri"/>
              <a:cs typeface="Calibri"/>
            </a:endParaRPr>
          </a:p>
          <a:p>
            <a:pPr>
              <a:lnSpc>
                <a:spcPct val="100000"/>
              </a:lnSpc>
              <a:spcBef>
                <a:spcPts val="1220"/>
              </a:spcBef>
            </a:pPr>
            <a:endParaRPr sz="2300" dirty="0">
              <a:latin typeface="Calibri"/>
              <a:cs typeface="Calibri"/>
            </a:endParaRPr>
          </a:p>
          <a:p>
            <a:pPr marL="79375" marR="5080" indent="635" algn="ctr">
              <a:lnSpc>
                <a:spcPts val="2630"/>
              </a:lnSpc>
              <a:spcBef>
                <a:spcPts val="5"/>
              </a:spcBef>
            </a:pPr>
            <a:r>
              <a:rPr sz="2200" dirty="0">
                <a:latin typeface="Calibri"/>
                <a:cs typeface="Calibri"/>
              </a:rPr>
              <a:t>«</a:t>
            </a:r>
            <a:r>
              <a:rPr sz="2200" spc="-40" dirty="0">
                <a:latin typeface="Calibri"/>
                <a:cs typeface="Calibri"/>
              </a:rPr>
              <a:t> </a:t>
            </a:r>
            <a:r>
              <a:rPr sz="2200" dirty="0">
                <a:latin typeface="Calibri"/>
                <a:cs typeface="Calibri"/>
              </a:rPr>
              <a:t>Imaginez</a:t>
            </a:r>
            <a:r>
              <a:rPr sz="2200" spc="-35" dirty="0">
                <a:latin typeface="Calibri"/>
                <a:cs typeface="Calibri"/>
              </a:rPr>
              <a:t> </a:t>
            </a:r>
            <a:r>
              <a:rPr sz="2200" dirty="0">
                <a:latin typeface="Calibri"/>
                <a:cs typeface="Calibri"/>
              </a:rPr>
              <a:t>un</a:t>
            </a:r>
            <a:r>
              <a:rPr sz="2200" spc="-40" dirty="0">
                <a:latin typeface="Calibri"/>
                <a:cs typeface="Calibri"/>
              </a:rPr>
              <a:t> </a:t>
            </a:r>
            <a:r>
              <a:rPr sz="2200" dirty="0">
                <a:latin typeface="Calibri"/>
                <a:cs typeface="Calibri"/>
              </a:rPr>
              <a:t>monde</a:t>
            </a:r>
            <a:r>
              <a:rPr sz="2200" spc="-35" dirty="0">
                <a:latin typeface="Calibri"/>
                <a:cs typeface="Calibri"/>
              </a:rPr>
              <a:t> </a:t>
            </a:r>
            <a:r>
              <a:rPr sz="2200" dirty="0">
                <a:latin typeface="Calibri"/>
                <a:cs typeface="Calibri"/>
              </a:rPr>
              <a:t>où</a:t>
            </a:r>
            <a:r>
              <a:rPr sz="2200" spc="-35" dirty="0">
                <a:latin typeface="Calibri"/>
                <a:cs typeface="Calibri"/>
              </a:rPr>
              <a:t> </a:t>
            </a:r>
            <a:r>
              <a:rPr sz="2200" dirty="0">
                <a:latin typeface="Calibri"/>
                <a:cs typeface="Calibri"/>
              </a:rPr>
              <a:t>les</a:t>
            </a:r>
            <a:r>
              <a:rPr sz="2200" spc="-40" dirty="0">
                <a:latin typeface="Calibri"/>
                <a:cs typeface="Calibri"/>
              </a:rPr>
              <a:t> </a:t>
            </a:r>
            <a:r>
              <a:rPr sz="2200" spc="-10" dirty="0">
                <a:latin typeface="Calibri"/>
                <a:cs typeface="Calibri"/>
              </a:rPr>
              <a:t>Product Owners,</a:t>
            </a:r>
            <a:r>
              <a:rPr sz="2200" spc="-45" dirty="0">
                <a:latin typeface="Calibri"/>
                <a:cs typeface="Calibri"/>
              </a:rPr>
              <a:t> </a:t>
            </a:r>
            <a:r>
              <a:rPr sz="2200" spc="-10" dirty="0">
                <a:latin typeface="Calibri"/>
                <a:cs typeface="Calibri"/>
              </a:rPr>
              <a:t>développeurs,</a:t>
            </a:r>
            <a:r>
              <a:rPr sz="2200" spc="-40" dirty="0">
                <a:latin typeface="Calibri"/>
                <a:cs typeface="Calibri"/>
              </a:rPr>
              <a:t> </a:t>
            </a:r>
            <a:r>
              <a:rPr sz="2200" spc="-10" dirty="0">
                <a:latin typeface="Calibri"/>
                <a:cs typeface="Calibri"/>
              </a:rPr>
              <a:t>responsables </a:t>
            </a:r>
            <a:r>
              <a:rPr sz="2200" dirty="0">
                <a:latin typeface="Calibri"/>
                <a:cs typeface="Calibri"/>
              </a:rPr>
              <a:t>qualité,</a:t>
            </a:r>
            <a:r>
              <a:rPr sz="2200" spc="-65" dirty="0">
                <a:latin typeface="Calibri"/>
                <a:cs typeface="Calibri"/>
              </a:rPr>
              <a:t> </a:t>
            </a:r>
            <a:r>
              <a:rPr sz="2200" dirty="0">
                <a:latin typeface="Calibri"/>
                <a:cs typeface="Calibri"/>
              </a:rPr>
              <a:t>opérationnels</a:t>
            </a:r>
            <a:r>
              <a:rPr sz="2200" spc="-60" dirty="0">
                <a:latin typeface="Calibri"/>
                <a:cs typeface="Calibri"/>
              </a:rPr>
              <a:t> </a:t>
            </a:r>
            <a:r>
              <a:rPr sz="2200" dirty="0">
                <a:latin typeface="Calibri"/>
                <a:cs typeface="Calibri"/>
              </a:rPr>
              <a:t>IT</a:t>
            </a:r>
            <a:r>
              <a:rPr sz="2200" spc="-65" dirty="0">
                <a:latin typeface="Calibri"/>
                <a:cs typeface="Calibri"/>
              </a:rPr>
              <a:t> </a:t>
            </a:r>
            <a:r>
              <a:rPr sz="2200" dirty="0">
                <a:latin typeface="Calibri"/>
                <a:cs typeface="Calibri"/>
              </a:rPr>
              <a:t>et</a:t>
            </a:r>
            <a:r>
              <a:rPr sz="2200" spc="-60" dirty="0">
                <a:latin typeface="Calibri"/>
                <a:cs typeface="Calibri"/>
              </a:rPr>
              <a:t> </a:t>
            </a:r>
            <a:r>
              <a:rPr sz="2200" spc="-10" dirty="0">
                <a:latin typeface="Calibri"/>
                <a:cs typeface="Calibri"/>
              </a:rPr>
              <a:t>responsables </a:t>
            </a:r>
            <a:r>
              <a:rPr sz="2200" dirty="0">
                <a:latin typeface="Calibri"/>
                <a:cs typeface="Calibri"/>
              </a:rPr>
              <a:t>sécurité</a:t>
            </a:r>
            <a:r>
              <a:rPr sz="2200" spc="-70" dirty="0">
                <a:latin typeface="Calibri"/>
                <a:cs typeface="Calibri"/>
              </a:rPr>
              <a:t> </a:t>
            </a:r>
            <a:r>
              <a:rPr sz="2200" spc="-10" dirty="0">
                <a:latin typeface="Calibri"/>
                <a:cs typeface="Calibri"/>
              </a:rPr>
              <a:t>travaillent</a:t>
            </a:r>
            <a:r>
              <a:rPr sz="2200" spc="-65" dirty="0">
                <a:latin typeface="Calibri"/>
                <a:cs typeface="Calibri"/>
              </a:rPr>
              <a:t> </a:t>
            </a:r>
            <a:r>
              <a:rPr sz="2200" spc="-10" dirty="0">
                <a:latin typeface="Calibri"/>
                <a:cs typeface="Calibri"/>
              </a:rPr>
              <a:t>ensemble,</a:t>
            </a:r>
            <a:r>
              <a:rPr sz="2200" spc="-70" dirty="0">
                <a:latin typeface="Calibri"/>
                <a:cs typeface="Calibri"/>
              </a:rPr>
              <a:t> </a:t>
            </a:r>
            <a:r>
              <a:rPr sz="2200" spc="-25" dirty="0">
                <a:latin typeface="Calibri"/>
                <a:cs typeface="Calibri"/>
              </a:rPr>
              <a:t>non </a:t>
            </a:r>
            <a:r>
              <a:rPr sz="2200" spc="-10" dirty="0">
                <a:latin typeface="Calibri"/>
                <a:cs typeface="Calibri"/>
              </a:rPr>
              <a:t>seulement</a:t>
            </a:r>
            <a:r>
              <a:rPr sz="2200" spc="-45" dirty="0">
                <a:latin typeface="Calibri"/>
                <a:cs typeface="Calibri"/>
              </a:rPr>
              <a:t> </a:t>
            </a:r>
            <a:r>
              <a:rPr sz="2200" dirty="0">
                <a:latin typeface="Calibri"/>
                <a:cs typeface="Calibri"/>
              </a:rPr>
              <a:t>pour</a:t>
            </a:r>
            <a:r>
              <a:rPr sz="2200" spc="-40" dirty="0">
                <a:latin typeface="Calibri"/>
                <a:cs typeface="Calibri"/>
              </a:rPr>
              <a:t> </a:t>
            </a:r>
            <a:r>
              <a:rPr sz="2200" spc="-25" dirty="0">
                <a:latin typeface="Calibri"/>
                <a:cs typeface="Calibri"/>
              </a:rPr>
              <a:t>s'entraider,</a:t>
            </a:r>
            <a:r>
              <a:rPr sz="2200" spc="-40" dirty="0">
                <a:latin typeface="Calibri"/>
                <a:cs typeface="Calibri"/>
              </a:rPr>
              <a:t> </a:t>
            </a:r>
            <a:r>
              <a:rPr sz="2200" dirty="0">
                <a:latin typeface="Calibri"/>
                <a:cs typeface="Calibri"/>
              </a:rPr>
              <a:t>mais</a:t>
            </a:r>
            <a:r>
              <a:rPr sz="2200" spc="-40" dirty="0">
                <a:latin typeface="Calibri"/>
                <a:cs typeface="Calibri"/>
              </a:rPr>
              <a:t> </a:t>
            </a:r>
            <a:r>
              <a:rPr sz="2200" spc="-10" dirty="0">
                <a:latin typeface="Calibri"/>
                <a:cs typeface="Calibri"/>
              </a:rPr>
              <a:t>également </a:t>
            </a:r>
            <a:r>
              <a:rPr sz="2200" dirty="0">
                <a:latin typeface="Calibri"/>
                <a:cs typeface="Calibri"/>
              </a:rPr>
              <a:t>pour</a:t>
            </a:r>
            <a:r>
              <a:rPr sz="2200" spc="-35" dirty="0">
                <a:latin typeface="Calibri"/>
                <a:cs typeface="Calibri"/>
              </a:rPr>
              <a:t> </a:t>
            </a:r>
            <a:r>
              <a:rPr sz="2200" spc="-10" dirty="0">
                <a:latin typeface="Calibri"/>
                <a:cs typeface="Calibri"/>
              </a:rPr>
              <a:t>garantir</a:t>
            </a:r>
            <a:r>
              <a:rPr sz="2200" spc="-35" dirty="0">
                <a:latin typeface="Calibri"/>
                <a:cs typeface="Calibri"/>
              </a:rPr>
              <a:t> </a:t>
            </a:r>
            <a:r>
              <a:rPr sz="2200" dirty="0">
                <a:latin typeface="Calibri"/>
                <a:cs typeface="Calibri"/>
              </a:rPr>
              <a:t>le</a:t>
            </a:r>
            <a:r>
              <a:rPr sz="2200" spc="-35" dirty="0">
                <a:latin typeface="Calibri"/>
                <a:cs typeface="Calibri"/>
              </a:rPr>
              <a:t> </a:t>
            </a:r>
            <a:r>
              <a:rPr sz="2200" dirty="0">
                <a:latin typeface="Calibri"/>
                <a:cs typeface="Calibri"/>
              </a:rPr>
              <a:t>succès</a:t>
            </a:r>
            <a:r>
              <a:rPr sz="2200" spc="-35" dirty="0">
                <a:latin typeface="Calibri"/>
                <a:cs typeface="Calibri"/>
              </a:rPr>
              <a:t> </a:t>
            </a:r>
            <a:r>
              <a:rPr sz="2200" dirty="0">
                <a:latin typeface="Calibri"/>
                <a:cs typeface="Calibri"/>
              </a:rPr>
              <a:t>de</a:t>
            </a:r>
            <a:r>
              <a:rPr sz="2200" spc="-35" dirty="0">
                <a:latin typeface="Calibri"/>
                <a:cs typeface="Calibri"/>
              </a:rPr>
              <a:t> </a:t>
            </a:r>
            <a:r>
              <a:rPr sz="2200" spc="-10" dirty="0">
                <a:latin typeface="Calibri"/>
                <a:cs typeface="Calibri"/>
              </a:rPr>
              <a:t>l'ensemble</a:t>
            </a:r>
            <a:r>
              <a:rPr sz="2200" spc="-35" dirty="0">
                <a:latin typeface="Calibri"/>
                <a:cs typeface="Calibri"/>
              </a:rPr>
              <a:t> </a:t>
            </a:r>
            <a:r>
              <a:rPr sz="2200" spc="-25" dirty="0">
                <a:latin typeface="Calibri"/>
                <a:cs typeface="Calibri"/>
              </a:rPr>
              <a:t>de </a:t>
            </a:r>
            <a:r>
              <a:rPr sz="2200" spc="-10" dirty="0">
                <a:latin typeface="Calibri"/>
                <a:cs typeface="Calibri"/>
              </a:rPr>
              <a:t>l'organisation.</a:t>
            </a:r>
            <a:r>
              <a:rPr sz="2200" spc="-45" dirty="0">
                <a:latin typeface="Calibri"/>
                <a:cs typeface="Calibri"/>
              </a:rPr>
              <a:t> </a:t>
            </a:r>
            <a:r>
              <a:rPr sz="2200" dirty="0">
                <a:latin typeface="Calibri"/>
                <a:cs typeface="Calibri"/>
              </a:rPr>
              <a:t>En</a:t>
            </a:r>
            <a:r>
              <a:rPr sz="2200" spc="-35" dirty="0">
                <a:latin typeface="Calibri"/>
                <a:cs typeface="Calibri"/>
              </a:rPr>
              <a:t> </a:t>
            </a:r>
            <a:r>
              <a:rPr sz="2200" spc="-10" dirty="0">
                <a:latin typeface="Calibri"/>
                <a:cs typeface="Calibri"/>
              </a:rPr>
              <a:t>travaillant</a:t>
            </a:r>
            <a:r>
              <a:rPr sz="2200" spc="-35" dirty="0">
                <a:latin typeface="Calibri"/>
                <a:cs typeface="Calibri"/>
              </a:rPr>
              <a:t> </a:t>
            </a:r>
            <a:r>
              <a:rPr sz="2200" spc="-10" dirty="0">
                <a:latin typeface="Calibri"/>
                <a:cs typeface="Calibri"/>
              </a:rPr>
              <a:t>ensemble</a:t>
            </a:r>
            <a:r>
              <a:rPr sz="2200" spc="-30" dirty="0">
                <a:latin typeface="Calibri"/>
                <a:cs typeface="Calibri"/>
              </a:rPr>
              <a:t> </a:t>
            </a:r>
            <a:r>
              <a:rPr sz="2200" spc="-20" dirty="0">
                <a:latin typeface="Calibri"/>
                <a:cs typeface="Calibri"/>
              </a:rPr>
              <a:t>vers </a:t>
            </a:r>
            <a:r>
              <a:rPr sz="2200" dirty="0">
                <a:latin typeface="Calibri"/>
                <a:cs typeface="Calibri"/>
              </a:rPr>
              <a:t>un</a:t>
            </a:r>
            <a:r>
              <a:rPr sz="2200" spc="-40" dirty="0">
                <a:latin typeface="Calibri"/>
                <a:cs typeface="Calibri"/>
              </a:rPr>
              <a:t> </a:t>
            </a:r>
            <a:r>
              <a:rPr sz="2200" dirty="0">
                <a:latin typeface="Calibri"/>
                <a:cs typeface="Calibri"/>
              </a:rPr>
              <a:t>objectif</a:t>
            </a:r>
            <a:r>
              <a:rPr sz="2200" spc="-40" dirty="0">
                <a:latin typeface="Calibri"/>
                <a:cs typeface="Calibri"/>
              </a:rPr>
              <a:t> </a:t>
            </a:r>
            <a:r>
              <a:rPr sz="2200" spc="-10" dirty="0">
                <a:latin typeface="Calibri"/>
                <a:cs typeface="Calibri"/>
              </a:rPr>
              <a:t>commun,</a:t>
            </a:r>
            <a:r>
              <a:rPr sz="2200" spc="-40" dirty="0">
                <a:latin typeface="Calibri"/>
                <a:cs typeface="Calibri"/>
              </a:rPr>
              <a:t> </a:t>
            </a:r>
            <a:r>
              <a:rPr sz="2200" dirty="0">
                <a:latin typeface="Calibri"/>
                <a:cs typeface="Calibri"/>
              </a:rPr>
              <a:t>ils</a:t>
            </a:r>
            <a:r>
              <a:rPr sz="2200" spc="-40" dirty="0">
                <a:latin typeface="Calibri"/>
                <a:cs typeface="Calibri"/>
              </a:rPr>
              <a:t> </a:t>
            </a:r>
            <a:r>
              <a:rPr sz="2200" spc="-10" dirty="0">
                <a:latin typeface="Calibri"/>
                <a:cs typeface="Calibri"/>
              </a:rPr>
              <a:t>permettent</a:t>
            </a:r>
            <a:r>
              <a:rPr sz="2200" spc="-40" dirty="0">
                <a:latin typeface="Calibri"/>
                <a:cs typeface="Calibri"/>
              </a:rPr>
              <a:t> </a:t>
            </a:r>
            <a:r>
              <a:rPr sz="2200" dirty="0">
                <a:latin typeface="Calibri"/>
                <a:cs typeface="Calibri"/>
              </a:rPr>
              <a:t>la</a:t>
            </a:r>
            <a:r>
              <a:rPr sz="2200" spc="-40" dirty="0">
                <a:latin typeface="Calibri"/>
                <a:cs typeface="Calibri"/>
              </a:rPr>
              <a:t> </a:t>
            </a:r>
            <a:r>
              <a:rPr sz="2200" spc="-20" dirty="0">
                <a:latin typeface="Calibri"/>
                <a:cs typeface="Calibri"/>
              </a:rPr>
              <a:t>mise </a:t>
            </a:r>
            <a:r>
              <a:rPr sz="2200" dirty="0">
                <a:latin typeface="Calibri"/>
                <a:cs typeface="Calibri"/>
              </a:rPr>
              <a:t>en</a:t>
            </a:r>
            <a:r>
              <a:rPr sz="2200" spc="-60" dirty="0">
                <a:latin typeface="Calibri"/>
                <a:cs typeface="Calibri"/>
              </a:rPr>
              <a:t> </a:t>
            </a:r>
            <a:r>
              <a:rPr sz="2200" dirty="0">
                <a:latin typeface="Calibri"/>
                <a:cs typeface="Calibri"/>
              </a:rPr>
              <a:t>production</a:t>
            </a:r>
            <a:r>
              <a:rPr sz="2200" spc="-50" dirty="0">
                <a:latin typeface="Calibri"/>
                <a:cs typeface="Calibri"/>
              </a:rPr>
              <a:t> </a:t>
            </a:r>
            <a:r>
              <a:rPr sz="2200" dirty="0">
                <a:latin typeface="Calibri"/>
                <a:cs typeface="Calibri"/>
              </a:rPr>
              <a:t>rapide</a:t>
            </a:r>
            <a:r>
              <a:rPr sz="2200" spc="-50" dirty="0">
                <a:latin typeface="Calibri"/>
                <a:cs typeface="Calibri"/>
              </a:rPr>
              <a:t> </a:t>
            </a:r>
            <a:r>
              <a:rPr sz="2200" dirty="0">
                <a:latin typeface="Calibri"/>
                <a:cs typeface="Calibri"/>
              </a:rPr>
              <a:t>du</a:t>
            </a:r>
            <a:r>
              <a:rPr sz="2200" spc="-50" dirty="0">
                <a:latin typeface="Calibri"/>
                <a:cs typeface="Calibri"/>
              </a:rPr>
              <a:t> </a:t>
            </a:r>
            <a:r>
              <a:rPr sz="2200" spc="-10" dirty="0">
                <a:latin typeface="Calibri"/>
                <a:cs typeface="Calibri"/>
              </a:rPr>
              <a:t>travail</a:t>
            </a:r>
            <a:r>
              <a:rPr sz="2200" spc="-50" dirty="0">
                <a:latin typeface="Calibri"/>
                <a:cs typeface="Calibri"/>
              </a:rPr>
              <a:t> </a:t>
            </a:r>
            <a:r>
              <a:rPr sz="2200" dirty="0">
                <a:latin typeface="Calibri"/>
                <a:cs typeface="Calibri"/>
              </a:rPr>
              <a:t>planifié,</a:t>
            </a:r>
            <a:r>
              <a:rPr sz="2200" spc="-50" dirty="0">
                <a:latin typeface="Calibri"/>
                <a:cs typeface="Calibri"/>
              </a:rPr>
              <a:t> </a:t>
            </a:r>
            <a:r>
              <a:rPr sz="2200" spc="-20" dirty="0">
                <a:latin typeface="Calibri"/>
                <a:cs typeface="Calibri"/>
              </a:rPr>
              <a:t>tout </a:t>
            </a:r>
            <a:r>
              <a:rPr sz="2200" dirty="0">
                <a:latin typeface="Calibri"/>
                <a:cs typeface="Calibri"/>
              </a:rPr>
              <a:t>en</a:t>
            </a:r>
            <a:r>
              <a:rPr sz="2200" spc="-60" dirty="0">
                <a:latin typeface="Calibri"/>
                <a:cs typeface="Calibri"/>
              </a:rPr>
              <a:t> </a:t>
            </a:r>
            <a:r>
              <a:rPr sz="2200" dirty="0">
                <a:latin typeface="Calibri"/>
                <a:cs typeface="Calibri"/>
              </a:rPr>
              <a:t>assurant</a:t>
            </a:r>
            <a:r>
              <a:rPr sz="2200" spc="-60" dirty="0">
                <a:latin typeface="Calibri"/>
                <a:cs typeface="Calibri"/>
              </a:rPr>
              <a:t> </a:t>
            </a:r>
            <a:r>
              <a:rPr sz="2200" dirty="0">
                <a:latin typeface="Calibri"/>
                <a:cs typeface="Calibri"/>
              </a:rPr>
              <a:t>une</a:t>
            </a:r>
            <a:r>
              <a:rPr sz="2200" spc="-55" dirty="0">
                <a:latin typeface="Calibri"/>
                <a:cs typeface="Calibri"/>
              </a:rPr>
              <a:t> </a:t>
            </a:r>
            <a:r>
              <a:rPr sz="2200" dirty="0">
                <a:latin typeface="Calibri"/>
                <a:cs typeface="Calibri"/>
              </a:rPr>
              <a:t>stabilité,</a:t>
            </a:r>
            <a:r>
              <a:rPr sz="2200" spc="390" dirty="0">
                <a:latin typeface="Calibri"/>
                <a:cs typeface="Calibri"/>
              </a:rPr>
              <a:t> </a:t>
            </a:r>
            <a:r>
              <a:rPr sz="2200" spc="-10" dirty="0">
                <a:latin typeface="Calibri"/>
                <a:cs typeface="Calibri"/>
              </a:rPr>
              <a:t>fiabilité, </a:t>
            </a:r>
            <a:r>
              <a:rPr sz="2200" dirty="0">
                <a:latin typeface="Calibri"/>
                <a:cs typeface="Calibri"/>
              </a:rPr>
              <a:t>disponibilité</a:t>
            </a:r>
            <a:r>
              <a:rPr sz="2200" spc="-70" dirty="0">
                <a:latin typeface="Calibri"/>
                <a:cs typeface="Calibri"/>
              </a:rPr>
              <a:t> </a:t>
            </a:r>
            <a:r>
              <a:rPr sz="2200" dirty="0">
                <a:latin typeface="Calibri"/>
                <a:cs typeface="Calibri"/>
              </a:rPr>
              <a:t>et</a:t>
            </a:r>
            <a:r>
              <a:rPr sz="2200" spc="-70" dirty="0">
                <a:latin typeface="Calibri"/>
                <a:cs typeface="Calibri"/>
              </a:rPr>
              <a:t> </a:t>
            </a:r>
            <a:r>
              <a:rPr sz="2200" dirty="0">
                <a:latin typeface="Calibri"/>
                <a:cs typeface="Calibri"/>
              </a:rPr>
              <a:t>sécurité</a:t>
            </a:r>
            <a:r>
              <a:rPr sz="2200" spc="-65" dirty="0">
                <a:latin typeface="Calibri"/>
                <a:cs typeface="Calibri"/>
              </a:rPr>
              <a:t> </a:t>
            </a:r>
            <a:r>
              <a:rPr sz="2200" dirty="0">
                <a:latin typeface="Calibri"/>
                <a:cs typeface="Calibri"/>
              </a:rPr>
              <a:t>de</a:t>
            </a:r>
            <a:r>
              <a:rPr sz="2200" spc="-70" dirty="0">
                <a:latin typeface="Calibri"/>
                <a:cs typeface="Calibri"/>
              </a:rPr>
              <a:t> </a:t>
            </a:r>
            <a:r>
              <a:rPr sz="2200" dirty="0">
                <a:latin typeface="Calibri"/>
                <a:cs typeface="Calibri"/>
              </a:rPr>
              <a:t>premier</a:t>
            </a:r>
            <a:r>
              <a:rPr sz="2200" spc="-65" dirty="0">
                <a:latin typeface="Calibri"/>
                <a:cs typeface="Calibri"/>
              </a:rPr>
              <a:t> </a:t>
            </a:r>
            <a:r>
              <a:rPr sz="2200" dirty="0">
                <a:latin typeface="Calibri"/>
                <a:cs typeface="Calibri"/>
              </a:rPr>
              <a:t>ordre.</a:t>
            </a:r>
            <a:r>
              <a:rPr sz="2200" spc="-70" dirty="0">
                <a:latin typeface="Calibri"/>
                <a:cs typeface="Calibri"/>
              </a:rPr>
              <a:t> </a:t>
            </a:r>
            <a:r>
              <a:rPr sz="2200" spc="-50" dirty="0">
                <a:latin typeface="Calibri"/>
                <a:cs typeface="Calibri"/>
              </a:rPr>
              <a:t>»</a:t>
            </a:r>
            <a:endParaRPr sz="2200" dirty="0">
              <a:latin typeface="Calibri"/>
              <a:cs typeface="Calibri"/>
            </a:endParaRPr>
          </a:p>
        </p:txBody>
      </p:sp>
      <p:sp>
        <p:nvSpPr>
          <p:cNvPr id="9" name="object 9"/>
          <p:cNvSpPr txBox="1">
            <a:spLocks noGrp="1"/>
          </p:cNvSpPr>
          <p:nvPr>
            <p:ph type="sldNum" sz="quarter" idx="7"/>
          </p:nvPr>
        </p:nvSpPr>
        <p:spPr>
          <a:prstGeom prst="rect">
            <a:avLst/>
          </a:prstGeom>
        </p:spPr>
        <p:txBody>
          <a:bodyPr vert="horz" wrap="square" lIns="0" tIns="8255" rIns="0" bIns="0" rtlCol="0">
            <a:spAutoFit/>
          </a:bodyPr>
          <a:lstStyle/>
          <a:p>
            <a:pPr marL="80010">
              <a:lnSpc>
                <a:spcPct val="100000"/>
              </a:lnSpc>
              <a:spcBef>
                <a:spcPts val="65"/>
              </a:spcBef>
            </a:pPr>
            <a:fld id="{81D60167-4931-47E6-BA6A-407CBD079E47}" type="slidenum">
              <a:rPr spc="-25" dirty="0"/>
              <a:t>9</a:t>
            </a:fld>
            <a:endParaRPr spc="-25" dirty="0"/>
          </a:p>
        </p:txBody>
      </p:sp>
    </p:spTree>
    <p:extLst>
      <p:ext uri="{BB962C8B-B14F-4D97-AF65-F5344CB8AC3E}">
        <p14:creationId xmlns:p14="http://schemas.microsoft.com/office/powerpoint/2010/main" val="542000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76910"/>
            <a:ext cx="10680700" cy="6774180"/>
            <a:chOff x="0" y="76910"/>
            <a:chExt cx="10680700" cy="6774180"/>
          </a:xfrm>
        </p:grpSpPr>
        <p:pic>
          <p:nvPicPr>
            <p:cNvPr id="3" name="object 3"/>
            <p:cNvPicPr/>
            <p:nvPr/>
          </p:nvPicPr>
          <p:blipFill>
            <a:blip r:embed="rId2" cstate="print"/>
            <a:stretch>
              <a:fillRect/>
            </a:stretch>
          </p:blipFill>
          <p:spPr>
            <a:xfrm>
              <a:off x="4676279" y="775253"/>
              <a:ext cx="6004420" cy="6012358"/>
            </a:xfrm>
            <a:prstGeom prst="rect">
              <a:avLst/>
            </a:prstGeom>
          </p:spPr>
        </p:pic>
        <p:pic>
          <p:nvPicPr>
            <p:cNvPr id="4" name="object 4"/>
            <p:cNvPicPr/>
            <p:nvPr/>
          </p:nvPicPr>
          <p:blipFill>
            <a:blip r:embed="rId3" cstate="print"/>
            <a:stretch>
              <a:fillRect/>
            </a:stretch>
          </p:blipFill>
          <p:spPr>
            <a:xfrm>
              <a:off x="0" y="758246"/>
              <a:ext cx="5621844" cy="6092359"/>
            </a:xfrm>
            <a:prstGeom prst="rect">
              <a:avLst/>
            </a:prstGeom>
          </p:spPr>
        </p:pic>
        <p:sp>
          <p:nvSpPr>
            <p:cNvPr id="5" name="object 5"/>
            <p:cNvSpPr/>
            <p:nvPr/>
          </p:nvSpPr>
          <p:spPr>
            <a:xfrm>
              <a:off x="0" y="775245"/>
              <a:ext cx="5582285" cy="6012815"/>
            </a:xfrm>
            <a:custGeom>
              <a:avLst/>
              <a:gdLst/>
              <a:ahLst/>
              <a:cxnLst/>
              <a:rect l="l" t="t" r="r" b="b"/>
              <a:pathLst>
                <a:path w="5582285" h="6012815">
                  <a:moveTo>
                    <a:pt x="5581844" y="6012358"/>
                  </a:moveTo>
                  <a:lnTo>
                    <a:pt x="0" y="6012358"/>
                  </a:lnTo>
                  <a:lnTo>
                    <a:pt x="0" y="0"/>
                  </a:lnTo>
                  <a:lnTo>
                    <a:pt x="5581844" y="0"/>
                  </a:lnTo>
                  <a:lnTo>
                    <a:pt x="5581844" y="6012358"/>
                  </a:lnTo>
                  <a:close/>
                </a:path>
              </a:pathLst>
            </a:custGeom>
            <a:solidFill>
              <a:srgbClr val="DAEEF3"/>
            </a:solidFill>
          </p:spPr>
          <p:txBody>
            <a:bodyPr wrap="square" lIns="0" tIns="0" rIns="0" bIns="0" rtlCol="0"/>
            <a:lstStyle/>
            <a:p>
              <a:endParaRPr/>
            </a:p>
          </p:txBody>
        </p:sp>
      </p:grpSp>
      <p:sp>
        <p:nvSpPr>
          <p:cNvPr id="6" name="object 6"/>
          <p:cNvSpPr txBox="1"/>
          <p:nvPr/>
        </p:nvSpPr>
        <p:spPr>
          <a:xfrm>
            <a:off x="161291" y="2424049"/>
            <a:ext cx="5255260" cy="2694305"/>
          </a:xfrm>
          <a:prstGeom prst="rect">
            <a:avLst/>
          </a:prstGeom>
        </p:spPr>
        <p:txBody>
          <a:bodyPr vert="horz" wrap="square" lIns="0" tIns="26034" rIns="0" bIns="0" rtlCol="0">
            <a:spAutoFit/>
          </a:bodyPr>
          <a:lstStyle/>
          <a:p>
            <a:pPr marL="12065" marR="5080" indent="1905" algn="ctr">
              <a:lnSpc>
                <a:spcPts val="2620"/>
              </a:lnSpc>
              <a:spcBef>
                <a:spcPts val="204"/>
              </a:spcBef>
            </a:pPr>
            <a:r>
              <a:rPr sz="2200" dirty="0">
                <a:latin typeface="Calibri"/>
                <a:cs typeface="Calibri"/>
              </a:rPr>
              <a:t>«</a:t>
            </a:r>
            <a:r>
              <a:rPr sz="2200" spc="-50" dirty="0">
                <a:latin typeface="Calibri"/>
                <a:cs typeface="Calibri"/>
              </a:rPr>
              <a:t> </a:t>
            </a:r>
            <a:r>
              <a:rPr sz="2200" dirty="0">
                <a:latin typeface="Calibri"/>
                <a:cs typeface="Calibri"/>
              </a:rPr>
              <a:t>En</a:t>
            </a:r>
            <a:r>
              <a:rPr sz="2200" spc="-45" dirty="0">
                <a:latin typeface="Calibri"/>
                <a:cs typeface="Calibri"/>
              </a:rPr>
              <a:t> </a:t>
            </a:r>
            <a:r>
              <a:rPr sz="2200" dirty="0">
                <a:latin typeface="Calibri"/>
                <a:cs typeface="Calibri"/>
              </a:rPr>
              <a:t>un</a:t>
            </a:r>
            <a:r>
              <a:rPr sz="2200" spc="-45" dirty="0">
                <a:latin typeface="Calibri"/>
                <a:cs typeface="Calibri"/>
              </a:rPr>
              <a:t> </a:t>
            </a:r>
            <a:r>
              <a:rPr sz="2200" dirty="0">
                <a:latin typeface="Calibri"/>
                <a:cs typeface="Calibri"/>
              </a:rPr>
              <a:t>sens,</a:t>
            </a:r>
            <a:r>
              <a:rPr sz="2200" spc="-45" dirty="0">
                <a:latin typeface="Calibri"/>
                <a:cs typeface="Calibri"/>
              </a:rPr>
              <a:t> </a:t>
            </a:r>
            <a:r>
              <a:rPr sz="2200" dirty="0">
                <a:latin typeface="Calibri"/>
                <a:cs typeface="Calibri"/>
              </a:rPr>
              <a:t>DevOps</a:t>
            </a:r>
            <a:r>
              <a:rPr sz="2200" spc="-50" dirty="0">
                <a:latin typeface="Calibri"/>
                <a:cs typeface="Calibri"/>
              </a:rPr>
              <a:t> </a:t>
            </a:r>
            <a:r>
              <a:rPr sz="2200" dirty="0">
                <a:latin typeface="Calibri"/>
                <a:cs typeface="Calibri"/>
              </a:rPr>
              <a:t>consiste</a:t>
            </a:r>
            <a:r>
              <a:rPr sz="2200" spc="-45" dirty="0">
                <a:latin typeface="Calibri"/>
                <a:cs typeface="Calibri"/>
              </a:rPr>
              <a:t> </a:t>
            </a:r>
            <a:r>
              <a:rPr sz="2200" dirty="0">
                <a:latin typeface="Calibri"/>
                <a:cs typeface="Calibri"/>
              </a:rPr>
              <a:t>à</a:t>
            </a:r>
            <a:r>
              <a:rPr sz="2200" spc="-45" dirty="0">
                <a:latin typeface="Calibri"/>
                <a:cs typeface="Calibri"/>
              </a:rPr>
              <a:t> </a:t>
            </a:r>
            <a:r>
              <a:rPr sz="2200" spc="-10" dirty="0">
                <a:latin typeface="Calibri"/>
                <a:cs typeface="Calibri"/>
              </a:rPr>
              <a:t>mettre</a:t>
            </a:r>
            <a:r>
              <a:rPr sz="2200" spc="-45" dirty="0">
                <a:latin typeface="Calibri"/>
                <a:cs typeface="Calibri"/>
              </a:rPr>
              <a:t> </a:t>
            </a:r>
            <a:r>
              <a:rPr sz="2200" spc="-25" dirty="0">
                <a:latin typeface="Calibri"/>
                <a:cs typeface="Calibri"/>
              </a:rPr>
              <a:t>en </a:t>
            </a:r>
            <a:r>
              <a:rPr sz="2200" dirty="0">
                <a:latin typeface="Calibri"/>
                <a:cs typeface="Calibri"/>
              </a:rPr>
              <a:t>place</a:t>
            </a:r>
            <a:r>
              <a:rPr sz="2200" spc="-35" dirty="0">
                <a:latin typeface="Calibri"/>
                <a:cs typeface="Calibri"/>
              </a:rPr>
              <a:t> </a:t>
            </a:r>
            <a:r>
              <a:rPr sz="2200" dirty="0">
                <a:latin typeface="Calibri"/>
                <a:cs typeface="Calibri"/>
              </a:rPr>
              <a:t>une</a:t>
            </a:r>
            <a:r>
              <a:rPr sz="2200" spc="-30" dirty="0">
                <a:latin typeface="Calibri"/>
                <a:cs typeface="Calibri"/>
              </a:rPr>
              <a:t> </a:t>
            </a:r>
            <a:r>
              <a:rPr sz="2200" dirty="0">
                <a:latin typeface="Calibri"/>
                <a:cs typeface="Calibri"/>
              </a:rPr>
              <a:t>chaîne</a:t>
            </a:r>
            <a:r>
              <a:rPr sz="2200" spc="-30" dirty="0">
                <a:latin typeface="Calibri"/>
                <a:cs typeface="Calibri"/>
              </a:rPr>
              <a:t> </a:t>
            </a:r>
            <a:r>
              <a:rPr sz="2200" dirty="0">
                <a:latin typeface="Calibri"/>
                <a:cs typeface="Calibri"/>
              </a:rPr>
              <a:t>de</a:t>
            </a:r>
            <a:r>
              <a:rPr sz="2200" spc="-35" dirty="0">
                <a:latin typeface="Calibri"/>
                <a:cs typeface="Calibri"/>
              </a:rPr>
              <a:t> </a:t>
            </a:r>
            <a:r>
              <a:rPr sz="2200" dirty="0">
                <a:latin typeface="Calibri"/>
                <a:cs typeface="Calibri"/>
              </a:rPr>
              <a:t>livraison</a:t>
            </a:r>
            <a:r>
              <a:rPr sz="2200" spc="-30" dirty="0">
                <a:latin typeface="Calibri"/>
                <a:cs typeface="Calibri"/>
              </a:rPr>
              <a:t> </a:t>
            </a:r>
            <a:r>
              <a:rPr sz="2200" dirty="0">
                <a:latin typeface="Calibri"/>
                <a:cs typeface="Calibri"/>
              </a:rPr>
              <a:t>de</a:t>
            </a:r>
            <a:r>
              <a:rPr sz="2200" spc="-30" dirty="0">
                <a:latin typeface="Calibri"/>
                <a:cs typeface="Calibri"/>
              </a:rPr>
              <a:t> </a:t>
            </a:r>
            <a:r>
              <a:rPr sz="2200" dirty="0">
                <a:latin typeface="Calibri"/>
                <a:cs typeface="Calibri"/>
              </a:rPr>
              <a:t>valeur</a:t>
            </a:r>
            <a:r>
              <a:rPr sz="2200" spc="-35" dirty="0">
                <a:latin typeface="Calibri"/>
                <a:cs typeface="Calibri"/>
              </a:rPr>
              <a:t> </a:t>
            </a:r>
            <a:r>
              <a:rPr sz="2200" dirty="0">
                <a:latin typeface="Calibri"/>
                <a:cs typeface="Calibri"/>
              </a:rPr>
              <a:t>-</a:t>
            </a:r>
            <a:r>
              <a:rPr sz="2200" spc="-30" dirty="0">
                <a:latin typeface="Calibri"/>
                <a:cs typeface="Calibri"/>
              </a:rPr>
              <a:t> </a:t>
            </a:r>
            <a:r>
              <a:rPr sz="2200" spc="-25" dirty="0">
                <a:latin typeface="Calibri"/>
                <a:cs typeface="Calibri"/>
              </a:rPr>
              <a:t>un </a:t>
            </a:r>
            <a:r>
              <a:rPr sz="2200" dirty="0">
                <a:latin typeface="Calibri"/>
                <a:cs typeface="Calibri"/>
              </a:rPr>
              <a:t>pipeline</a:t>
            </a:r>
            <a:r>
              <a:rPr sz="2200" spc="-55" dirty="0">
                <a:latin typeface="Calibri"/>
                <a:cs typeface="Calibri"/>
              </a:rPr>
              <a:t> </a:t>
            </a:r>
            <a:r>
              <a:rPr sz="2200" dirty="0">
                <a:latin typeface="Calibri"/>
                <a:cs typeface="Calibri"/>
              </a:rPr>
              <a:t>rationalisé</a:t>
            </a:r>
            <a:r>
              <a:rPr sz="2200" spc="-50" dirty="0">
                <a:latin typeface="Calibri"/>
                <a:cs typeface="Calibri"/>
              </a:rPr>
              <a:t> </a:t>
            </a:r>
            <a:r>
              <a:rPr sz="2200" dirty="0">
                <a:latin typeface="Calibri"/>
                <a:cs typeface="Calibri"/>
              </a:rPr>
              <a:t>sans</a:t>
            </a:r>
            <a:r>
              <a:rPr sz="2200" spc="-50" dirty="0">
                <a:latin typeface="Calibri"/>
                <a:cs typeface="Calibri"/>
              </a:rPr>
              <a:t> </a:t>
            </a:r>
            <a:r>
              <a:rPr sz="2200" spc="-10" dirty="0">
                <a:latin typeface="Calibri"/>
                <a:cs typeface="Calibri"/>
              </a:rPr>
              <a:t>gaspillage</a:t>
            </a:r>
            <a:r>
              <a:rPr sz="2200" spc="-50" dirty="0">
                <a:latin typeface="Calibri"/>
                <a:cs typeface="Calibri"/>
              </a:rPr>
              <a:t> </a:t>
            </a:r>
            <a:r>
              <a:rPr sz="2200" spc="-10" dirty="0">
                <a:latin typeface="Calibri"/>
                <a:cs typeface="Calibri"/>
              </a:rPr>
              <a:t>grâce </a:t>
            </a:r>
            <a:r>
              <a:rPr sz="2200" dirty="0">
                <a:latin typeface="Calibri"/>
                <a:cs typeface="Calibri"/>
              </a:rPr>
              <a:t>auquel</a:t>
            </a:r>
            <a:r>
              <a:rPr sz="2200" spc="-40" dirty="0">
                <a:latin typeface="Calibri"/>
                <a:cs typeface="Calibri"/>
              </a:rPr>
              <a:t> </a:t>
            </a:r>
            <a:r>
              <a:rPr sz="2200" dirty="0">
                <a:latin typeface="Calibri"/>
                <a:cs typeface="Calibri"/>
              </a:rPr>
              <a:t>la</a:t>
            </a:r>
            <a:r>
              <a:rPr sz="2200" spc="-40" dirty="0">
                <a:latin typeface="Calibri"/>
                <a:cs typeface="Calibri"/>
              </a:rPr>
              <a:t> </a:t>
            </a:r>
            <a:r>
              <a:rPr sz="2200" dirty="0">
                <a:latin typeface="Calibri"/>
                <a:cs typeface="Calibri"/>
              </a:rPr>
              <a:t>valeur</a:t>
            </a:r>
            <a:r>
              <a:rPr sz="2200" spc="-40" dirty="0">
                <a:latin typeface="Calibri"/>
                <a:cs typeface="Calibri"/>
              </a:rPr>
              <a:t> </a:t>
            </a:r>
            <a:r>
              <a:rPr sz="2200" dirty="0">
                <a:latin typeface="Calibri"/>
                <a:cs typeface="Calibri"/>
              </a:rPr>
              <a:t>peut</a:t>
            </a:r>
            <a:r>
              <a:rPr sz="2200" spc="-40" dirty="0">
                <a:latin typeface="Calibri"/>
                <a:cs typeface="Calibri"/>
              </a:rPr>
              <a:t> </a:t>
            </a:r>
            <a:r>
              <a:rPr sz="2200" dirty="0">
                <a:latin typeface="Calibri"/>
                <a:cs typeface="Calibri"/>
              </a:rPr>
              <a:t>être</a:t>
            </a:r>
            <a:r>
              <a:rPr sz="2200" spc="-40" dirty="0">
                <a:latin typeface="Calibri"/>
                <a:cs typeface="Calibri"/>
              </a:rPr>
              <a:t> </a:t>
            </a:r>
            <a:r>
              <a:rPr sz="2200" dirty="0">
                <a:latin typeface="Calibri"/>
                <a:cs typeface="Calibri"/>
              </a:rPr>
              <a:t>livrée</a:t>
            </a:r>
            <a:r>
              <a:rPr sz="2200" spc="-35" dirty="0">
                <a:latin typeface="Calibri"/>
                <a:cs typeface="Calibri"/>
              </a:rPr>
              <a:t> </a:t>
            </a:r>
            <a:r>
              <a:rPr sz="2200" dirty="0">
                <a:latin typeface="Calibri"/>
                <a:cs typeface="Calibri"/>
              </a:rPr>
              <a:t>à</a:t>
            </a:r>
            <a:r>
              <a:rPr sz="2200" spc="-40" dirty="0">
                <a:latin typeface="Calibri"/>
                <a:cs typeface="Calibri"/>
              </a:rPr>
              <a:t> </a:t>
            </a:r>
            <a:r>
              <a:rPr sz="2200" spc="-10" dirty="0">
                <a:latin typeface="Calibri"/>
                <a:cs typeface="Calibri"/>
              </a:rPr>
              <a:t>l'entreprise </a:t>
            </a:r>
            <a:r>
              <a:rPr sz="2200" dirty="0">
                <a:latin typeface="Calibri"/>
                <a:cs typeface="Calibri"/>
              </a:rPr>
              <a:t>avec</a:t>
            </a:r>
            <a:r>
              <a:rPr sz="2200" spc="-65" dirty="0">
                <a:latin typeface="Calibri"/>
                <a:cs typeface="Calibri"/>
              </a:rPr>
              <a:t> </a:t>
            </a:r>
            <a:r>
              <a:rPr sz="2200" dirty="0">
                <a:latin typeface="Calibri"/>
                <a:cs typeface="Calibri"/>
              </a:rPr>
              <a:t>une</a:t>
            </a:r>
            <a:r>
              <a:rPr sz="2200" spc="-55" dirty="0">
                <a:latin typeface="Calibri"/>
                <a:cs typeface="Calibri"/>
              </a:rPr>
              <a:t> </a:t>
            </a:r>
            <a:r>
              <a:rPr sz="2200" dirty="0">
                <a:latin typeface="Calibri"/>
                <a:cs typeface="Calibri"/>
              </a:rPr>
              <a:t>durée</a:t>
            </a:r>
            <a:r>
              <a:rPr sz="2200" spc="-55" dirty="0">
                <a:latin typeface="Calibri"/>
                <a:cs typeface="Calibri"/>
              </a:rPr>
              <a:t> </a:t>
            </a:r>
            <a:r>
              <a:rPr sz="2200" dirty="0">
                <a:latin typeface="Calibri"/>
                <a:cs typeface="Calibri"/>
              </a:rPr>
              <a:t>de</a:t>
            </a:r>
            <a:r>
              <a:rPr sz="2200" spc="-60" dirty="0">
                <a:latin typeface="Calibri"/>
                <a:cs typeface="Calibri"/>
              </a:rPr>
              <a:t> </a:t>
            </a:r>
            <a:r>
              <a:rPr sz="2200" dirty="0">
                <a:latin typeface="Calibri"/>
                <a:cs typeface="Calibri"/>
              </a:rPr>
              <a:t>cycle</a:t>
            </a:r>
            <a:r>
              <a:rPr sz="2200" spc="-55" dirty="0">
                <a:latin typeface="Calibri"/>
                <a:cs typeface="Calibri"/>
              </a:rPr>
              <a:t> </a:t>
            </a:r>
            <a:r>
              <a:rPr sz="2200" dirty="0">
                <a:latin typeface="Calibri"/>
                <a:cs typeface="Calibri"/>
              </a:rPr>
              <a:t>courte</a:t>
            </a:r>
            <a:r>
              <a:rPr sz="2200" spc="-55" dirty="0">
                <a:latin typeface="Calibri"/>
                <a:cs typeface="Calibri"/>
              </a:rPr>
              <a:t> </a:t>
            </a:r>
            <a:r>
              <a:rPr sz="2200" dirty="0">
                <a:latin typeface="Calibri"/>
                <a:cs typeface="Calibri"/>
              </a:rPr>
              <a:t>et</a:t>
            </a:r>
            <a:r>
              <a:rPr sz="2200" spc="-60" dirty="0">
                <a:latin typeface="Calibri"/>
                <a:cs typeface="Calibri"/>
              </a:rPr>
              <a:t> </a:t>
            </a:r>
            <a:r>
              <a:rPr sz="2200" dirty="0">
                <a:latin typeface="Calibri"/>
                <a:cs typeface="Calibri"/>
              </a:rPr>
              <a:t>prévisible.</a:t>
            </a:r>
            <a:r>
              <a:rPr sz="2200" spc="-55" dirty="0">
                <a:latin typeface="Calibri"/>
                <a:cs typeface="Calibri"/>
              </a:rPr>
              <a:t> </a:t>
            </a:r>
            <a:r>
              <a:rPr sz="2200" spc="-50" dirty="0">
                <a:latin typeface="Calibri"/>
                <a:cs typeface="Calibri"/>
              </a:rPr>
              <a:t>»</a:t>
            </a:r>
            <a:endParaRPr sz="2200" dirty="0">
              <a:latin typeface="Calibri"/>
              <a:cs typeface="Calibri"/>
            </a:endParaRPr>
          </a:p>
          <a:p>
            <a:pPr marL="3810" algn="ctr">
              <a:lnSpc>
                <a:spcPts val="2630"/>
              </a:lnSpc>
              <a:spcBef>
                <a:spcPts val="2545"/>
              </a:spcBef>
            </a:pPr>
            <a:r>
              <a:rPr sz="2200" i="1" dirty="0">
                <a:latin typeface="Calibri"/>
                <a:cs typeface="Calibri"/>
              </a:rPr>
              <a:t>Mark</a:t>
            </a:r>
            <a:r>
              <a:rPr sz="2200" i="1" spc="-20" dirty="0">
                <a:latin typeface="Calibri"/>
                <a:cs typeface="Calibri"/>
              </a:rPr>
              <a:t> </a:t>
            </a:r>
            <a:r>
              <a:rPr sz="2200" i="1" spc="-10" dirty="0">
                <a:latin typeface="Calibri"/>
                <a:cs typeface="Calibri"/>
              </a:rPr>
              <a:t>Schwartz</a:t>
            </a:r>
            <a:endParaRPr sz="2200" dirty="0">
              <a:latin typeface="Calibri"/>
              <a:cs typeface="Calibri"/>
            </a:endParaRPr>
          </a:p>
          <a:p>
            <a:pPr marL="1905" algn="ctr">
              <a:lnSpc>
                <a:spcPts val="2635"/>
              </a:lnSpc>
            </a:pPr>
            <a:r>
              <a:rPr sz="2200" i="1" dirty="0">
                <a:latin typeface="Calibri"/>
                <a:cs typeface="Calibri"/>
              </a:rPr>
              <a:t>‘The Art of Business </a:t>
            </a:r>
            <a:r>
              <a:rPr sz="2200" i="1" spc="-10" dirty="0">
                <a:latin typeface="Calibri"/>
                <a:cs typeface="Calibri"/>
              </a:rPr>
              <a:t>Value’</a:t>
            </a:r>
            <a:endParaRPr sz="2200" dirty="0">
              <a:latin typeface="Calibri"/>
              <a:cs typeface="Calibri"/>
            </a:endParaRPr>
          </a:p>
        </p:txBody>
      </p:sp>
      <p:sp>
        <p:nvSpPr>
          <p:cNvPr id="9" name="object 9"/>
          <p:cNvSpPr txBox="1">
            <a:spLocks noGrp="1"/>
          </p:cNvSpPr>
          <p:nvPr>
            <p:ph type="sldNum" sz="quarter" idx="7"/>
          </p:nvPr>
        </p:nvSpPr>
        <p:spPr>
          <a:prstGeom prst="rect">
            <a:avLst/>
          </a:prstGeom>
        </p:spPr>
        <p:txBody>
          <a:bodyPr vert="horz" wrap="square" lIns="0" tIns="8255" rIns="0" bIns="0" rtlCol="0">
            <a:spAutoFit/>
          </a:bodyPr>
          <a:lstStyle/>
          <a:p>
            <a:pPr marL="80010">
              <a:lnSpc>
                <a:spcPct val="100000"/>
              </a:lnSpc>
              <a:spcBef>
                <a:spcPts val="65"/>
              </a:spcBef>
            </a:pPr>
            <a:fld id="{81D60167-4931-47E6-BA6A-407CBD079E47}" type="slidenum">
              <a:rPr spc="-25" dirty="0"/>
              <a:t>10</a:t>
            </a:fld>
            <a:endParaRPr spc="-25" dirty="0"/>
          </a:p>
        </p:txBody>
      </p:sp>
      <p:sp>
        <p:nvSpPr>
          <p:cNvPr id="7" name="object 7"/>
          <p:cNvSpPr txBox="1"/>
          <p:nvPr/>
        </p:nvSpPr>
        <p:spPr>
          <a:xfrm>
            <a:off x="466373" y="190131"/>
            <a:ext cx="194945" cy="391160"/>
          </a:xfrm>
          <a:prstGeom prst="rect">
            <a:avLst/>
          </a:prstGeom>
        </p:spPr>
        <p:txBody>
          <a:bodyPr vert="horz" wrap="square" lIns="0" tIns="12700" rIns="0" bIns="0" rtlCol="0">
            <a:spAutoFit/>
          </a:bodyPr>
          <a:lstStyle/>
          <a:p>
            <a:pPr marL="12700">
              <a:lnSpc>
                <a:spcPct val="100000"/>
              </a:lnSpc>
              <a:spcBef>
                <a:spcPts val="100"/>
              </a:spcBef>
            </a:pPr>
            <a:r>
              <a:rPr sz="2400" b="1" spc="70" dirty="0">
                <a:solidFill>
                  <a:srgbClr val="164052"/>
                </a:solidFill>
                <a:latin typeface="Calibri"/>
                <a:cs typeface="Calibri"/>
              </a:rPr>
              <a:t>1</a:t>
            </a:r>
            <a:endParaRPr sz="2400">
              <a:latin typeface="Calibri"/>
              <a:cs typeface="Calibri"/>
            </a:endParaRPr>
          </a:p>
        </p:txBody>
      </p:sp>
      <p:sp>
        <p:nvSpPr>
          <p:cNvPr id="8" name="object 8"/>
          <p:cNvSpPr txBox="1">
            <a:spLocks noGrp="1"/>
          </p:cNvSpPr>
          <p:nvPr>
            <p:ph type="title"/>
          </p:nvPr>
        </p:nvSpPr>
        <p:spPr>
          <a:xfrm>
            <a:off x="1054048" y="98310"/>
            <a:ext cx="9417778" cy="443711"/>
          </a:xfrm>
          <a:prstGeom prst="rect">
            <a:avLst/>
          </a:prstGeom>
        </p:spPr>
        <p:txBody>
          <a:bodyPr vert="horz" wrap="square" lIns="0" tIns="12700" rIns="0" bIns="0" rtlCol="0">
            <a:spAutoFit/>
          </a:bodyPr>
          <a:lstStyle/>
          <a:p>
            <a:pPr marL="12700">
              <a:lnSpc>
                <a:spcPct val="100000"/>
              </a:lnSpc>
              <a:spcBef>
                <a:spcPts val="100"/>
              </a:spcBef>
            </a:pPr>
            <a:r>
              <a:rPr lang="fr-FR" sz="2800" dirty="0"/>
              <a:t>Agilité, DevOps et la philosophie « continue » (CI/CD, feedbacks)</a:t>
            </a:r>
          </a:p>
        </p:txBody>
      </p:sp>
    </p:spTree>
    <p:extLst>
      <p:ext uri="{BB962C8B-B14F-4D97-AF65-F5344CB8AC3E}">
        <p14:creationId xmlns:p14="http://schemas.microsoft.com/office/powerpoint/2010/main" val="1128627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433390" y="1466815"/>
            <a:ext cx="5247640" cy="4699000"/>
            <a:chOff x="5433390" y="1466815"/>
            <a:chExt cx="5247640" cy="4699000"/>
          </a:xfrm>
        </p:grpSpPr>
        <p:pic>
          <p:nvPicPr>
            <p:cNvPr id="3" name="object 3"/>
            <p:cNvPicPr/>
            <p:nvPr/>
          </p:nvPicPr>
          <p:blipFill>
            <a:blip r:embed="rId2" cstate="print"/>
            <a:stretch>
              <a:fillRect/>
            </a:stretch>
          </p:blipFill>
          <p:spPr>
            <a:xfrm>
              <a:off x="5433390" y="1466815"/>
              <a:ext cx="5247309" cy="4699000"/>
            </a:xfrm>
            <a:prstGeom prst="rect">
              <a:avLst/>
            </a:prstGeom>
          </p:spPr>
        </p:pic>
        <p:sp>
          <p:nvSpPr>
            <p:cNvPr id="4" name="object 4"/>
            <p:cNvSpPr/>
            <p:nvPr/>
          </p:nvSpPr>
          <p:spPr>
            <a:xfrm>
              <a:off x="5825167" y="3364549"/>
              <a:ext cx="4472305" cy="1475105"/>
            </a:xfrm>
            <a:custGeom>
              <a:avLst/>
              <a:gdLst/>
              <a:ahLst/>
              <a:cxnLst/>
              <a:rect l="l" t="t" r="r" b="b"/>
              <a:pathLst>
                <a:path w="4472305" h="1475104">
                  <a:moveTo>
                    <a:pt x="4471691" y="1474924"/>
                  </a:moveTo>
                  <a:lnTo>
                    <a:pt x="0" y="1474924"/>
                  </a:lnTo>
                  <a:lnTo>
                    <a:pt x="0" y="0"/>
                  </a:lnTo>
                  <a:lnTo>
                    <a:pt x="4471691" y="0"/>
                  </a:lnTo>
                  <a:lnTo>
                    <a:pt x="4471691" y="1474924"/>
                  </a:lnTo>
                  <a:close/>
                </a:path>
              </a:pathLst>
            </a:custGeom>
            <a:solidFill>
              <a:srgbClr val="DAEEF3"/>
            </a:solidFill>
          </p:spPr>
          <p:txBody>
            <a:bodyPr wrap="square" lIns="0" tIns="0" rIns="0" bIns="0" rtlCol="0"/>
            <a:lstStyle/>
            <a:p>
              <a:endParaRPr/>
            </a:p>
          </p:txBody>
        </p:sp>
      </p:grpSp>
      <p:sp>
        <p:nvSpPr>
          <p:cNvPr id="5" name="object 5"/>
          <p:cNvSpPr txBox="1"/>
          <p:nvPr/>
        </p:nvSpPr>
        <p:spPr>
          <a:xfrm>
            <a:off x="466373" y="190131"/>
            <a:ext cx="194945" cy="391160"/>
          </a:xfrm>
          <a:prstGeom prst="rect">
            <a:avLst/>
          </a:prstGeom>
        </p:spPr>
        <p:txBody>
          <a:bodyPr vert="horz" wrap="square" lIns="0" tIns="12700" rIns="0" bIns="0" rtlCol="0">
            <a:spAutoFit/>
          </a:bodyPr>
          <a:lstStyle/>
          <a:p>
            <a:pPr marL="12700">
              <a:lnSpc>
                <a:spcPct val="100000"/>
              </a:lnSpc>
              <a:spcBef>
                <a:spcPts val="100"/>
              </a:spcBef>
            </a:pPr>
            <a:r>
              <a:rPr sz="2400" b="1" spc="70" dirty="0">
                <a:solidFill>
                  <a:srgbClr val="164052"/>
                </a:solidFill>
                <a:latin typeface="Calibri"/>
                <a:cs typeface="Calibri"/>
              </a:rPr>
              <a:t>1</a:t>
            </a:r>
            <a:endParaRPr sz="2400">
              <a:latin typeface="Calibri"/>
              <a:cs typeface="Calibri"/>
            </a:endParaRPr>
          </a:p>
        </p:txBody>
      </p:sp>
      <p:sp>
        <p:nvSpPr>
          <p:cNvPr id="6" name="object 6"/>
          <p:cNvSpPr txBox="1"/>
          <p:nvPr/>
        </p:nvSpPr>
        <p:spPr>
          <a:xfrm>
            <a:off x="1056640" y="777557"/>
            <a:ext cx="2844165" cy="330200"/>
          </a:xfrm>
          <a:prstGeom prst="rect">
            <a:avLst/>
          </a:prstGeom>
        </p:spPr>
        <p:txBody>
          <a:bodyPr vert="horz" wrap="square" lIns="0" tIns="12700" rIns="0" bIns="0" rtlCol="0">
            <a:spAutoFit/>
          </a:bodyPr>
          <a:lstStyle/>
          <a:p>
            <a:pPr marL="12700">
              <a:lnSpc>
                <a:spcPct val="100000"/>
              </a:lnSpc>
              <a:spcBef>
                <a:spcPts val="100"/>
              </a:spcBef>
            </a:pPr>
            <a:r>
              <a:rPr sz="2000" spc="180" dirty="0">
                <a:solidFill>
                  <a:srgbClr val="12717A"/>
                </a:solidFill>
                <a:latin typeface="Calibri"/>
                <a:cs typeface="Calibri"/>
              </a:rPr>
              <a:t>Ce </a:t>
            </a:r>
            <a:r>
              <a:rPr sz="2000" dirty="0">
                <a:solidFill>
                  <a:srgbClr val="12717A"/>
                </a:solidFill>
                <a:latin typeface="Calibri"/>
                <a:cs typeface="Calibri"/>
              </a:rPr>
              <a:t>que</a:t>
            </a:r>
            <a:r>
              <a:rPr sz="2000" spc="185" dirty="0">
                <a:solidFill>
                  <a:srgbClr val="12717A"/>
                </a:solidFill>
                <a:latin typeface="Calibri"/>
                <a:cs typeface="Calibri"/>
              </a:rPr>
              <a:t> </a:t>
            </a:r>
            <a:r>
              <a:rPr sz="2000" spc="100" dirty="0">
                <a:solidFill>
                  <a:srgbClr val="12717A"/>
                </a:solidFill>
                <a:latin typeface="Calibri"/>
                <a:cs typeface="Calibri"/>
              </a:rPr>
              <a:t>DevOps</a:t>
            </a:r>
            <a:r>
              <a:rPr sz="2000" spc="180" dirty="0">
                <a:solidFill>
                  <a:srgbClr val="12717A"/>
                </a:solidFill>
                <a:latin typeface="Calibri"/>
                <a:cs typeface="Calibri"/>
              </a:rPr>
              <a:t> </a:t>
            </a:r>
            <a:r>
              <a:rPr sz="2000" dirty="0">
                <a:solidFill>
                  <a:srgbClr val="12717A"/>
                </a:solidFill>
                <a:latin typeface="Calibri"/>
                <a:cs typeface="Calibri"/>
              </a:rPr>
              <a:t>n’est</a:t>
            </a:r>
            <a:r>
              <a:rPr sz="2000" spc="185" dirty="0">
                <a:solidFill>
                  <a:srgbClr val="12717A"/>
                </a:solidFill>
                <a:latin typeface="Calibri"/>
                <a:cs typeface="Calibri"/>
              </a:rPr>
              <a:t> </a:t>
            </a:r>
            <a:r>
              <a:rPr sz="2000" spc="80" dirty="0">
                <a:solidFill>
                  <a:srgbClr val="12717A"/>
                </a:solidFill>
                <a:latin typeface="Calibri"/>
                <a:cs typeface="Calibri"/>
              </a:rPr>
              <a:t>pas</a:t>
            </a:r>
            <a:endParaRPr sz="2000" dirty="0">
              <a:latin typeface="Calibri"/>
              <a:cs typeface="Calibri"/>
            </a:endParaRPr>
          </a:p>
        </p:txBody>
      </p:sp>
      <p:sp>
        <p:nvSpPr>
          <p:cNvPr id="7" name="object 7"/>
          <p:cNvSpPr txBox="1">
            <a:spLocks noGrp="1"/>
          </p:cNvSpPr>
          <p:nvPr>
            <p:ph type="title"/>
          </p:nvPr>
        </p:nvSpPr>
        <p:spPr>
          <a:xfrm>
            <a:off x="1054048" y="98310"/>
            <a:ext cx="9417778" cy="443711"/>
          </a:xfrm>
          <a:prstGeom prst="rect">
            <a:avLst/>
          </a:prstGeom>
        </p:spPr>
        <p:txBody>
          <a:bodyPr vert="horz" wrap="square" lIns="0" tIns="12700" rIns="0" bIns="0" rtlCol="0">
            <a:spAutoFit/>
          </a:bodyPr>
          <a:lstStyle/>
          <a:p>
            <a:pPr marL="12700">
              <a:lnSpc>
                <a:spcPct val="100000"/>
              </a:lnSpc>
              <a:spcBef>
                <a:spcPts val="100"/>
              </a:spcBef>
            </a:pPr>
            <a:r>
              <a:rPr lang="fr-FR" sz="2800" dirty="0"/>
              <a:t>Agilité, DevOps et la philosophie « continue » (CI/CD, feedbacks)</a:t>
            </a:r>
          </a:p>
        </p:txBody>
      </p:sp>
      <p:sp>
        <p:nvSpPr>
          <p:cNvPr id="8" name="object 8"/>
          <p:cNvSpPr txBox="1"/>
          <p:nvPr/>
        </p:nvSpPr>
        <p:spPr>
          <a:xfrm>
            <a:off x="623012" y="1332384"/>
            <a:ext cx="4419600" cy="3743974"/>
          </a:xfrm>
          <a:prstGeom prst="rect">
            <a:avLst/>
          </a:prstGeom>
        </p:spPr>
        <p:txBody>
          <a:bodyPr vert="horz" wrap="square" lIns="0" tIns="141605" rIns="0" bIns="0" rtlCol="0">
            <a:spAutoFit/>
          </a:bodyPr>
          <a:lstStyle/>
          <a:p>
            <a:pPr marL="385445" indent="-372745">
              <a:lnSpc>
                <a:spcPct val="100000"/>
              </a:lnSpc>
              <a:spcBef>
                <a:spcPts val="1115"/>
              </a:spcBef>
              <a:buClr>
                <a:srgbClr val="12717A"/>
              </a:buClr>
              <a:buFont typeface="Arial"/>
              <a:buChar char="●"/>
              <a:tabLst>
                <a:tab pos="385445" algn="l"/>
              </a:tabLst>
            </a:pPr>
            <a:r>
              <a:rPr sz="2300" spc="114" dirty="0">
                <a:solidFill>
                  <a:srgbClr val="262E37"/>
                </a:solidFill>
                <a:latin typeface="Calibri"/>
                <a:cs typeface="Calibri"/>
              </a:rPr>
              <a:t>Un</a:t>
            </a:r>
            <a:r>
              <a:rPr sz="2300" spc="120" dirty="0">
                <a:solidFill>
                  <a:srgbClr val="262E37"/>
                </a:solidFill>
                <a:latin typeface="Calibri"/>
                <a:cs typeface="Calibri"/>
              </a:rPr>
              <a:t> </a:t>
            </a:r>
            <a:r>
              <a:rPr sz="2300" spc="-20" dirty="0">
                <a:solidFill>
                  <a:srgbClr val="262E37"/>
                </a:solidFill>
                <a:latin typeface="Calibri"/>
                <a:cs typeface="Calibri"/>
              </a:rPr>
              <a:t>titre</a:t>
            </a:r>
            <a:endParaRPr sz="2300" dirty="0">
              <a:latin typeface="Calibri"/>
              <a:cs typeface="Calibri"/>
            </a:endParaRPr>
          </a:p>
          <a:p>
            <a:pPr marL="385445" indent="-372745">
              <a:lnSpc>
                <a:spcPct val="100000"/>
              </a:lnSpc>
              <a:spcBef>
                <a:spcPts val="1015"/>
              </a:spcBef>
              <a:buClr>
                <a:srgbClr val="12717A"/>
              </a:buClr>
              <a:buFont typeface="Arial"/>
              <a:buChar char="●"/>
              <a:tabLst>
                <a:tab pos="385445" algn="l"/>
              </a:tabLst>
            </a:pPr>
            <a:r>
              <a:rPr sz="2300" spc="95" dirty="0">
                <a:solidFill>
                  <a:srgbClr val="262E37"/>
                </a:solidFill>
                <a:latin typeface="Calibri"/>
                <a:cs typeface="Calibri"/>
              </a:rPr>
              <a:t>Une</a:t>
            </a:r>
            <a:r>
              <a:rPr sz="2300" spc="120" dirty="0">
                <a:solidFill>
                  <a:srgbClr val="262E37"/>
                </a:solidFill>
                <a:latin typeface="Calibri"/>
                <a:cs typeface="Calibri"/>
              </a:rPr>
              <a:t> </a:t>
            </a:r>
            <a:r>
              <a:rPr sz="2300" spc="80" dirty="0">
                <a:solidFill>
                  <a:srgbClr val="262E37"/>
                </a:solidFill>
                <a:latin typeface="Calibri"/>
                <a:cs typeface="Calibri"/>
              </a:rPr>
              <a:t>équipe</a:t>
            </a:r>
            <a:r>
              <a:rPr sz="2300" spc="125" dirty="0">
                <a:solidFill>
                  <a:srgbClr val="262E37"/>
                </a:solidFill>
                <a:latin typeface="Calibri"/>
                <a:cs typeface="Calibri"/>
              </a:rPr>
              <a:t> </a:t>
            </a:r>
            <a:r>
              <a:rPr sz="2300" spc="130" dirty="0">
                <a:solidFill>
                  <a:srgbClr val="262E37"/>
                </a:solidFill>
                <a:latin typeface="Calibri"/>
                <a:cs typeface="Calibri"/>
              </a:rPr>
              <a:t>à</a:t>
            </a:r>
            <a:r>
              <a:rPr sz="2300" spc="125" dirty="0">
                <a:solidFill>
                  <a:srgbClr val="262E37"/>
                </a:solidFill>
                <a:latin typeface="Calibri"/>
                <a:cs typeface="Calibri"/>
              </a:rPr>
              <a:t> </a:t>
            </a:r>
            <a:r>
              <a:rPr sz="2300" spc="-20" dirty="0">
                <a:solidFill>
                  <a:srgbClr val="262E37"/>
                </a:solidFill>
                <a:latin typeface="Calibri"/>
                <a:cs typeface="Calibri"/>
              </a:rPr>
              <a:t>part</a:t>
            </a:r>
            <a:endParaRPr sz="2300" dirty="0">
              <a:latin typeface="Calibri"/>
              <a:cs typeface="Calibri"/>
            </a:endParaRPr>
          </a:p>
          <a:p>
            <a:pPr marL="385445" indent="-372745">
              <a:lnSpc>
                <a:spcPct val="100000"/>
              </a:lnSpc>
              <a:spcBef>
                <a:spcPts val="990"/>
              </a:spcBef>
              <a:buClr>
                <a:srgbClr val="12717A"/>
              </a:buClr>
              <a:buFont typeface="Arial"/>
              <a:buChar char="●"/>
              <a:tabLst>
                <a:tab pos="385445" algn="l"/>
              </a:tabLst>
            </a:pPr>
            <a:r>
              <a:rPr sz="2300" spc="114" dirty="0">
                <a:solidFill>
                  <a:srgbClr val="262E37"/>
                </a:solidFill>
                <a:latin typeface="Calibri"/>
                <a:cs typeface="Calibri"/>
              </a:rPr>
              <a:t>Un</a:t>
            </a:r>
            <a:r>
              <a:rPr sz="2300" spc="120" dirty="0">
                <a:solidFill>
                  <a:srgbClr val="262E37"/>
                </a:solidFill>
                <a:latin typeface="Calibri"/>
                <a:cs typeface="Calibri"/>
              </a:rPr>
              <a:t> </a:t>
            </a:r>
            <a:r>
              <a:rPr sz="2300" spc="-20" dirty="0">
                <a:solidFill>
                  <a:srgbClr val="262E37"/>
                </a:solidFill>
                <a:latin typeface="Calibri"/>
                <a:cs typeface="Calibri"/>
              </a:rPr>
              <a:t>outil</a:t>
            </a:r>
            <a:endParaRPr sz="2300" dirty="0">
              <a:latin typeface="Calibri"/>
              <a:cs typeface="Calibri"/>
            </a:endParaRPr>
          </a:p>
          <a:p>
            <a:pPr marL="385445" indent="-372745">
              <a:lnSpc>
                <a:spcPct val="100000"/>
              </a:lnSpc>
              <a:spcBef>
                <a:spcPts val="990"/>
              </a:spcBef>
              <a:buClr>
                <a:srgbClr val="12717A"/>
              </a:buClr>
              <a:buFont typeface="Arial"/>
              <a:buChar char="●"/>
              <a:tabLst>
                <a:tab pos="385445" algn="l"/>
              </a:tabLst>
            </a:pPr>
            <a:r>
              <a:rPr sz="2300" spc="85" dirty="0">
                <a:solidFill>
                  <a:srgbClr val="262E37"/>
                </a:solidFill>
                <a:latin typeface="Calibri"/>
                <a:cs typeface="Calibri"/>
              </a:rPr>
              <a:t>Seulement</a:t>
            </a:r>
            <a:r>
              <a:rPr sz="2300" spc="120" dirty="0">
                <a:solidFill>
                  <a:srgbClr val="262E37"/>
                </a:solidFill>
                <a:latin typeface="Calibri"/>
                <a:cs typeface="Calibri"/>
              </a:rPr>
              <a:t> </a:t>
            </a:r>
            <a:r>
              <a:rPr sz="2300" spc="65" dirty="0">
                <a:solidFill>
                  <a:srgbClr val="262E37"/>
                </a:solidFill>
                <a:latin typeface="Calibri"/>
                <a:cs typeface="Calibri"/>
              </a:rPr>
              <a:t>une</a:t>
            </a:r>
            <a:r>
              <a:rPr sz="2300" spc="120" dirty="0">
                <a:solidFill>
                  <a:srgbClr val="262E37"/>
                </a:solidFill>
                <a:latin typeface="Calibri"/>
                <a:cs typeface="Calibri"/>
              </a:rPr>
              <a:t> </a:t>
            </a:r>
            <a:r>
              <a:rPr sz="2300" spc="-10" dirty="0">
                <a:solidFill>
                  <a:srgbClr val="262E37"/>
                </a:solidFill>
                <a:latin typeface="Calibri"/>
                <a:cs typeface="Calibri"/>
              </a:rPr>
              <a:t>culture</a:t>
            </a:r>
            <a:endParaRPr sz="2300" dirty="0">
              <a:latin typeface="Calibri"/>
              <a:cs typeface="Calibri"/>
            </a:endParaRPr>
          </a:p>
          <a:p>
            <a:pPr marL="385445" indent="-372745">
              <a:lnSpc>
                <a:spcPct val="100000"/>
              </a:lnSpc>
              <a:spcBef>
                <a:spcPts val="990"/>
              </a:spcBef>
              <a:buClr>
                <a:srgbClr val="12717A"/>
              </a:buClr>
              <a:buFont typeface="Arial"/>
              <a:buChar char="●"/>
              <a:tabLst>
                <a:tab pos="385445" algn="l"/>
              </a:tabLst>
            </a:pPr>
            <a:r>
              <a:rPr sz="2300" spc="85" dirty="0">
                <a:solidFill>
                  <a:srgbClr val="262E37"/>
                </a:solidFill>
                <a:latin typeface="Calibri"/>
                <a:cs typeface="Calibri"/>
              </a:rPr>
              <a:t>Seulement</a:t>
            </a:r>
            <a:r>
              <a:rPr sz="2300" spc="120" dirty="0">
                <a:solidFill>
                  <a:srgbClr val="262E37"/>
                </a:solidFill>
                <a:latin typeface="Calibri"/>
                <a:cs typeface="Calibri"/>
              </a:rPr>
              <a:t> </a:t>
            </a:r>
            <a:r>
              <a:rPr sz="2300" spc="65" dirty="0">
                <a:solidFill>
                  <a:srgbClr val="262E37"/>
                </a:solidFill>
                <a:latin typeface="Calibri"/>
                <a:cs typeface="Calibri"/>
              </a:rPr>
              <a:t>une</a:t>
            </a:r>
            <a:r>
              <a:rPr sz="2300" spc="120" dirty="0">
                <a:solidFill>
                  <a:srgbClr val="262E37"/>
                </a:solidFill>
                <a:latin typeface="Calibri"/>
                <a:cs typeface="Calibri"/>
              </a:rPr>
              <a:t> </a:t>
            </a:r>
            <a:r>
              <a:rPr sz="2300" spc="45" dirty="0">
                <a:solidFill>
                  <a:srgbClr val="262E37"/>
                </a:solidFill>
                <a:latin typeface="Calibri"/>
                <a:cs typeface="Calibri"/>
              </a:rPr>
              <a:t>automatisation</a:t>
            </a:r>
            <a:endParaRPr sz="2300" dirty="0">
              <a:latin typeface="Calibri"/>
              <a:cs typeface="Calibri"/>
            </a:endParaRPr>
          </a:p>
          <a:p>
            <a:pPr marL="385445" indent="-372745">
              <a:lnSpc>
                <a:spcPct val="100000"/>
              </a:lnSpc>
              <a:spcBef>
                <a:spcPts val="990"/>
              </a:spcBef>
              <a:buClr>
                <a:srgbClr val="12717A"/>
              </a:buClr>
              <a:buFont typeface="Arial"/>
              <a:buChar char="●"/>
              <a:tabLst>
                <a:tab pos="385445" algn="l"/>
              </a:tabLst>
            </a:pPr>
            <a:r>
              <a:rPr lang="fr-FR" sz="2300" spc="65" dirty="0">
                <a:solidFill>
                  <a:srgbClr val="262E37"/>
                </a:solidFill>
                <a:latin typeface="Calibri"/>
                <a:cs typeface="Calibri"/>
              </a:rPr>
              <a:t>Une formule magique qui s’active du jour au lendemain</a:t>
            </a:r>
          </a:p>
          <a:p>
            <a:pPr marL="385445" indent="-372745">
              <a:lnSpc>
                <a:spcPct val="100000"/>
              </a:lnSpc>
              <a:spcBef>
                <a:spcPts val="990"/>
              </a:spcBef>
              <a:buClr>
                <a:srgbClr val="12717A"/>
              </a:buClr>
              <a:buFont typeface="Arial"/>
              <a:buChar char="●"/>
              <a:tabLst>
                <a:tab pos="385445" algn="l"/>
              </a:tabLst>
            </a:pPr>
            <a:r>
              <a:rPr sz="2300" spc="95" dirty="0" err="1">
                <a:solidFill>
                  <a:srgbClr val="262E37"/>
                </a:solidFill>
                <a:latin typeface="Calibri"/>
                <a:cs typeface="Calibri"/>
              </a:rPr>
              <a:t>Une</a:t>
            </a:r>
            <a:r>
              <a:rPr sz="2300" spc="125" dirty="0">
                <a:solidFill>
                  <a:srgbClr val="262E37"/>
                </a:solidFill>
                <a:latin typeface="Calibri"/>
                <a:cs typeface="Calibri"/>
              </a:rPr>
              <a:t> </a:t>
            </a:r>
            <a:r>
              <a:rPr sz="2300" spc="50" dirty="0">
                <a:solidFill>
                  <a:srgbClr val="262E37"/>
                </a:solidFill>
                <a:latin typeface="Calibri"/>
                <a:cs typeface="Calibri"/>
              </a:rPr>
              <a:t>stratégie</a:t>
            </a:r>
            <a:r>
              <a:rPr sz="2300" spc="125" dirty="0">
                <a:solidFill>
                  <a:srgbClr val="262E37"/>
                </a:solidFill>
                <a:latin typeface="Calibri"/>
                <a:cs typeface="Calibri"/>
              </a:rPr>
              <a:t> </a:t>
            </a:r>
            <a:r>
              <a:rPr sz="2300" spc="60" dirty="0">
                <a:solidFill>
                  <a:srgbClr val="262E37"/>
                </a:solidFill>
                <a:latin typeface="Calibri"/>
                <a:cs typeface="Calibri"/>
              </a:rPr>
              <a:t>unique</a:t>
            </a:r>
            <a:r>
              <a:rPr sz="2300" spc="125" dirty="0">
                <a:solidFill>
                  <a:srgbClr val="262E37"/>
                </a:solidFill>
                <a:latin typeface="Calibri"/>
                <a:cs typeface="Calibri"/>
              </a:rPr>
              <a:t> </a:t>
            </a:r>
            <a:r>
              <a:rPr sz="2300" spc="65" dirty="0">
                <a:solidFill>
                  <a:srgbClr val="262E37"/>
                </a:solidFill>
                <a:latin typeface="Calibri"/>
                <a:cs typeface="Calibri"/>
              </a:rPr>
              <a:t>pour</a:t>
            </a:r>
            <a:r>
              <a:rPr sz="2300" spc="130" dirty="0">
                <a:solidFill>
                  <a:srgbClr val="262E37"/>
                </a:solidFill>
                <a:latin typeface="Calibri"/>
                <a:cs typeface="Calibri"/>
              </a:rPr>
              <a:t> </a:t>
            </a:r>
            <a:r>
              <a:rPr sz="2300" spc="55" dirty="0">
                <a:solidFill>
                  <a:srgbClr val="262E37"/>
                </a:solidFill>
                <a:latin typeface="Calibri"/>
                <a:cs typeface="Calibri"/>
              </a:rPr>
              <a:t>tous</a:t>
            </a:r>
            <a:endParaRPr sz="2300" dirty="0">
              <a:latin typeface="Calibri"/>
              <a:cs typeface="Calibri"/>
            </a:endParaRPr>
          </a:p>
        </p:txBody>
      </p:sp>
      <p:sp>
        <p:nvSpPr>
          <p:cNvPr id="9" name="object 9"/>
          <p:cNvSpPr txBox="1"/>
          <p:nvPr/>
        </p:nvSpPr>
        <p:spPr>
          <a:xfrm>
            <a:off x="6130645" y="3388298"/>
            <a:ext cx="3858895" cy="1360805"/>
          </a:xfrm>
          <a:prstGeom prst="rect">
            <a:avLst/>
          </a:prstGeom>
        </p:spPr>
        <p:txBody>
          <a:bodyPr vert="horz" wrap="square" lIns="0" tIns="24765" rIns="0" bIns="0" rtlCol="0">
            <a:spAutoFit/>
          </a:bodyPr>
          <a:lstStyle/>
          <a:p>
            <a:pPr marL="12700" marR="5080" algn="ctr">
              <a:lnSpc>
                <a:spcPts val="2630"/>
              </a:lnSpc>
              <a:spcBef>
                <a:spcPts val="195"/>
              </a:spcBef>
            </a:pPr>
            <a:r>
              <a:rPr sz="2200" dirty="0">
                <a:solidFill>
                  <a:srgbClr val="595959"/>
                </a:solidFill>
                <a:latin typeface="Calibri"/>
                <a:cs typeface="Calibri"/>
              </a:rPr>
              <a:t>DevOps</a:t>
            </a:r>
            <a:r>
              <a:rPr sz="2200" spc="-45" dirty="0">
                <a:solidFill>
                  <a:srgbClr val="595959"/>
                </a:solidFill>
                <a:latin typeface="Calibri"/>
                <a:cs typeface="Calibri"/>
              </a:rPr>
              <a:t> </a:t>
            </a:r>
            <a:r>
              <a:rPr sz="2200" dirty="0">
                <a:solidFill>
                  <a:srgbClr val="595959"/>
                </a:solidFill>
                <a:latin typeface="Calibri"/>
                <a:cs typeface="Calibri"/>
              </a:rPr>
              <a:t>prend</a:t>
            </a:r>
            <a:r>
              <a:rPr sz="2200" spc="-45" dirty="0">
                <a:solidFill>
                  <a:srgbClr val="595959"/>
                </a:solidFill>
                <a:latin typeface="Calibri"/>
                <a:cs typeface="Calibri"/>
              </a:rPr>
              <a:t> </a:t>
            </a:r>
            <a:r>
              <a:rPr sz="2200" dirty="0">
                <a:solidFill>
                  <a:srgbClr val="595959"/>
                </a:solidFill>
                <a:latin typeface="Calibri"/>
                <a:cs typeface="Calibri"/>
              </a:rPr>
              <a:t>vie</a:t>
            </a:r>
            <a:r>
              <a:rPr sz="2200" spc="-40" dirty="0">
                <a:solidFill>
                  <a:srgbClr val="595959"/>
                </a:solidFill>
                <a:latin typeface="Calibri"/>
                <a:cs typeface="Calibri"/>
              </a:rPr>
              <a:t> </a:t>
            </a:r>
            <a:r>
              <a:rPr sz="2200" dirty="0">
                <a:solidFill>
                  <a:srgbClr val="595959"/>
                </a:solidFill>
                <a:latin typeface="Calibri"/>
                <a:cs typeface="Calibri"/>
              </a:rPr>
              <a:t>grâce</a:t>
            </a:r>
            <a:r>
              <a:rPr sz="2200" spc="-45" dirty="0">
                <a:solidFill>
                  <a:srgbClr val="595959"/>
                </a:solidFill>
                <a:latin typeface="Calibri"/>
                <a:cs typeface="Calibri"/>
              </a:rPr>
              <a:t> </a:t>
            </a:r>
            <a:r>
              <a:rPr sz="2200" dirty="0">
                <a:solidFill>
                  <a:srgbClr val="595959"/>
                </a:solidFill>
                <a:latin typeface="Calibri"/>
                <a:cs typeface="Calibri"/>
              </a:rPr>
              <a:t>à</a:t>
            </a:r>
            <a:r>
              <a:rPr sz="2200" spc="-40" dirty="0">
                <a:solidFill>
                  <a:srgbClr val="595959"/>
                </a:solidFill>
                <a:latin typeface="Calibri"/>
                <a:cs typeface="Calibri"/>
              </a:rPr>
              <a:t> </a:t>
            </a:r>
            <a:r>
              <a:rPr sz="2200" spc="-25" dirty="0">
                <a:solidFill>
                  <a:srgbClr val="595959"/>
                </a:solidFill>
                <a:latin typeface="Calibri"/>
                <a:cs typeface="Calibri"/>
              </a:rPr>
              <a:t>de </a:t>
            </a:r>
            <a:r>
              <a:rPr sz="2200" dirty="0">
                <a:solidFill>
                  <a:srgbClr val="595959"/>
                </a:solidFill>
                <a:latin typeface="Calibri"/>
                <a:cs typeface="Calibri"/>
              </a:rPr>
              <a:t>nouvelles</a:t>
            </a:r>
            <a:r>
              <a:rPr sz="2200" spc="-80" dirty="0">
                <a:solidFill>
                  <a:srgbClr val="595959"/>
                </a:solidFill>
                <a:latin typeface="Calibri"/>
                <a:cs typeface="Calibri"/>
              </a:rPr>
              <a:t> </a:t>
            </a:r>
            <a:r>
              <a:rPr sz="2200" dirty="0">
                <a:solidFill>
                  <a:srgbClr val="595959"/>
                </a:solidFill>
                <a:latin typeface="Calibri"/>
                <a:cs typeface="Calibri"/>
              </a:rPr>
              <a:t>pratiques</a:t>
            </a:r>
            <a:r>
              <a:rPr sz="2200" spc="-75" dirty="0">
                <a:solidFill>
                  <a:srgbClr val="595959"/>
                </a:solidFill>
                <a:latin typeface="Calibri"/>
                <a:cs typeface="Calibri"/>
              </a:rPr>
              <a:t> </a:t>
            </a:r>
            <a:r>
              <a:rPr sz="2200" dirty="0">
                <a:solidFill>
                  <a:srgbClr val="595959"/>
                </a:solidFill>
                <a:latin typeface="Calibri"/>
                <a:cs typeface="Calibri"/>
              </a:rPr>
              <a:t>qui</a:t>
            </a:r>
            <a:r>
              <a:rPr sz="2200" spc="-75" dirty="0">
                <a:solidFill>
                  <a:srgbClr val="595959"/>
                </a:solidFill>
                <a:latin typeface="Calibri"/>
                <a:cs typeface="Calibri"/>
              </a:rPr>
              <a:t> </a:t>
            </a:r>
            <a:r>
              <a:rPr sz="2200" spc="-10" dirty="0">
                <a:solidFill>
                  <a:srgbClr val="595959"/>
                </a:solidFill>
                <a:latin typeface="Calibri"/>
                <a:cs typeface="Calibri"/>
              </a:rPr>
              <a:t>apportent </a:t>
            </a:r>
            <a:r>
              <a:rPr sz="2200" dirty="0">
                <a:solidFill>
                  <a:srgbClr val="595959"/>
                </a:solidFill>
                <a:latin typeface="Calibri"/>
                <a:cs typeface="Calibri"/>
              </a:rPr>
              <a:t>une</a:t>
            </a:r>
            <a:r>
              <a:rPr sz="2200" spc="-45" dirty="0">
                <a:solidFill>
                  <a:srgbClr val="595959"/>
                </a:solidFill>
                <a:latin typeface="Calibri"/>
                <a:cs typeface="Calibri"/>
              </a:rPr>
              <a:t> </a:t>
            </a:r>
            <a:r>
              <a:rPr sz="2200" dirty="0">
                <a:solidFill>
                  <a:srgbClr val="595959"/>
                </a:solidFill>
                <a:latin typeface="Calibri"/>
                <a:cs typeface="Calibri"/>
              </a:rPr>
              <a:t>vraie</a:t>
            </a:r>
            <a:r>
              <a:rPr sz="2200" spc="-30" dirty="0">
                <a:solidFill>
                  <a:srgbClr val="595959"/>
                </a:solidFill>
                <a:latin typeface="Calibri"/>
                <a:cs typeface="Calibri"/>
              </a:rPr>
              <a:t> </a:t>
            </a:r>
            <a:r>
              <a:rPr sz="2200" dirty="0">
                <a:solidFill>
                  <a:srgbClr val="595959"/>
                </a:solidFill>
                <a:latin typeface="Calibri"/>
                <a:cs typeface="Calibri"/>
              </a:rPr>
              <a:t>valeur</a:t>
            </a:r>
            <a:r>
              <a:rPr sz="2200" spc="-35" dirty="0">
                <a:solidFill>
                  <a:srgbClr val="595959"/>
                </a:solidFill>
                <a:latin typeface="Calibri"/>
                <a:cs typeface="Calibri"/>
              </a:rPr>
              <a:t> </a:t>
            </a:r>
            <a:r>
              <a:rPr sz="2200" dirty="0">
                <a:solidFill>
                  <a:srgbClr val="595959"/>
                </a:solidFill>
                <a:latin typeface="Calibri"/>
                <a:cs typeface="Calibri"/>
              </a:rPr>
              <a:t>à</a:t>
            </a:r>
            <a:r>
              <a:rPr sz="2200" spc="-30" dirty="0">
                <a:solidFill>
                  <a:srgbClr val="595959"/>
                </a:solidFill>
                <a:latin typeface="Calibri"/>
                <a:cs typeface="Calibri"/>
              </a:rPr>
              <a:t> </a:t>
            </a:r>
            <a:r>
              <a:rPr sz="2200" dirty="0">
                <a:solidFill>
                  <a:srgbClr val="595959"/>
                </a:solidFill>
                <a:latin typeface="Calibri"/>
                <a:cs typeface="Calibri"/>
              </a:rPr>
              <a:t>de</a:t>
            </a:r>
            <a:r>
              <a:rPr sz="2200" spc="-30" dirty="0">
                <a:solidFill>
                  <a:srgbClr val="595959"/>
                </a:solidFill>
                <a:latin typeface="Calibri"/>
                <a:cs typeface="Calibri"/>
              </a:rPr>
              <a:t> </a:t>
            </a:r>
            <a:r>
              <a:rPr sz="2200" spc="-10" dirty="0">
                <a:solidFill>
                  <a:srgbClr val="595959"/>
                </a:solidFill>
                <a:latin typeface="Calibri"/>
                <a:cs typeface="Calibri"/>
              </a:rPr>
              <a:t>vraies organisations.</a:t>
            </a:r>
            <a:endParaRPr sz="2200" dirty="0">
              <a:latin typeface="Calibri"/>
              <a:cs typeface="Calibri"/>
            </a:endParaRPr>
          </a:p>
        </p:txBody>
      </p:sp>
      <p:sp>
        <p:nvSpPr>
          <p:cNvPr id="10" name="object 10"/>
          <p:cNvSpPr/>
          <p:nvPr/>
        </p:nvSpPr>
        <p:spPr>
          <a:xfrm>
            <a:off x="5775940" y="5585132"/>
            <a:ext cx="4452620" cy="323850"/>
          </a:xfrm>
          <a:custGeom>
            <a:avLst/>
            <a:gdLst/>
            <a:ahLst/>
            <a:cxnLst/>
            <a:rect l="l" t="t" r="r" b="b"/>
            <a:pathLst>
              <a:path w="4452620" h="323850">
                <a:moveTo>
                  <a:pt x="4452491" y="323776"/>
                </a:moveTo>
                <a:lnTo>
                  <a:pt x="0" y="323776"/>
                </a:lnTo>
                <a:lnTo>
                  <a:pt x="0" y="0"/>
                </a:lnTo>
                <a:lnTo>
                  <a:pt x="4452491" y="0"/>
                </a:lnTo>
                <a:lnTo>
                  <a:pt x="4452491" y="323776"/>
                </a:lnTo>
                <a:close/>
              </a:path>
            </a:pathLst>
          </a:custGeom>
          <a:solidFill>
            <a:srgbClr val="FFFFFF">
              <a:alpha val="62351"/>
            </a:srgbClr>
          </a:solidFill>
        </p:spPr>
        <p:txBody>
          <a:bodyPr wrap="square" lIns="0" tIns="0" rIns="0" bIns="0" rtlCol="0"/>
          <a:lstStyle/>
          <a:p>
            <a:endParaRPr/>
          </a:p>
        </p:txBody>
      </p:sp>
      <p:sp>
        <p:nvSpPr>
          <p:cNvPr id="11" name="object 11"/>
          <p:cNvSpPr txBox="1"/>
          <p:nvPr/>
        </p:nvSpPr>
        <p:spPr>
          <a:xfrm>
            <a:off x="6045612" y="5612930"/>
            <a:ext cx="3908425" cy="239395"/>
          </a:xfrm>
          <a:prstGeom prst="rect">
            <a:avLst/>
          </a:prstGeom>
        </p:spPr>
        <p:txBody>
          <a:bodyPr vert="horz" wrap="square" lIns="0" tIns="12700" rIns="0" bIns="0" rtlCol="0">
            <a:spAutoFit/>
          </a:bodyPr>
          <a:lstStyle/>
          <a:p>
            <a:pPr marL="12700">
              <a:lnSpc>
                <a:spcPct val="100000"/>
              </a:lnSpc>
              <a:spcBef>
                <a:spcPts val="100"/>
              </a:spcBef>
            </a:pPr>
            <a:r>
              <a:rPr sz="1400" spc="-10" dirty="0">
                <a:latin typeface="Arial"/>
                <a:cs typeface="Arial"/>
                <a:hlinkClick r:id="rId3"/>
              </a:rPr>
              <a:t>http://devops.com/2016/03/17/what-</a:t>
            </a:r>
            <a:r>
              <a:rPr sz="1400" spc="-40" dirty="0">
                <a:latin typeface="Arial"/>
                <a:cs typeface="Arial"/>
                <a:hlinkClick r:id="rId3"/>
              </a:rPr>
              <a:t>devops-</a:t>
            </a:r>
            <a:r>
              <a:rPr sz="1400" spc="-45" dirty="0">
                <a:latin typeface="Arial"/>
                <a:cs typeface="Arial"/>
                <a:hlinkClick r:id="rId3"/>
              </a:rPr>
              <a:t>is-</a:t>
            </a:r>
            <a:r>
              <a:rPr sz="1400" spc="-20" dirty="0">
                <a:latin typeface="Arial"/>
                <a:cs typeface="Arial"/>
                <a:hlinkClick r:id="rId3"/>
              </a:rPr>
              <a:t>not/</a:t>
            </a:r>
            <a:endParaRPr sz="1400" dirty="0">
              <a:latin typeface="Arial"/>
              <a:cs typeface="Arial"/>
            </a:endParaRPr>
          </a:p>
        </p:txBody>
      </p:sp>
      <p:sp>
        <p:nvSpPr>
          <p:cNvPr id="12" name="object 12"/>
          <p:cNvSpPr txBox="1">
            <a:spLocks noGrp="1"/>
          </p:cNvSpPr>
          <p:nvPr>
            <p:ph type="sldNum" sz="quarter" idx="7"/>
          </p:nvPr>
        </p:nvSpPr>
        <p:spPr>
          <a:prstGeom prst="rect">
            <a:avLst/>
          </a:prstGeom>
        </p:spPr>
        <p:txBody>
          <a:bodyPr vert="horz" wrap="square" lIns="0" tIns="8255" rIns="0" bIns="0" rtlCol="0">
            <a:spAutoFit/>
          </a:bodyPr>
          <a:lstStyle/>
          <a:p>
            <a:pPr marL="80010">
              <a:lnSpc>
                <a:spcPct val="100000"/>
              </a:lnSpc>
              <a:spcBef>
                <a:spcPts val="65"/>
              </a:spcBef>
            </a:pPr>
            <a:fld id="{81D60167-4931-47E6-BA6A-407CBD079E47}" type="slidenum">
              <a:rPr spc="-25" dirty="0"/>
              <a:t>11</a:t>
            </a:fld>
            <a:endParaRPr spc="-25" dirty="0"/>
          </a:p>
        </p:txBody>
      </p:sp>
    </p:spTree>
    <p:extLst>
      <p:ext uri="{BB962C8B-B14F-4D97-AF65-F5344CB8AC3E}">
        <p14:creationId xmlns:p14="http://schemas.microsoft.com/office/powerpoint/2010/main" val="1954313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66373"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fr-FR" sz="2400" b="0" i="0" u="none" strike="noStrike" kern="0" cap="none" spc="0" normalizeH="0" baseline="0" noProof="0" dirty="0">
                <a:ln>
                  <a:noFill/>
                </a:ln>
                <a:solidFill>
                  <a:sysClr val="windowText" lastClr="000000"/>
                </a:solidFill>
                <a:effectLst/>
                <a:uLnTx/>
                <a:uFillTx/>
                <a:latin typeface="Calibri"/>
                <a:cs typeface="Calibri"/>
              </a:rPr>
              <a:t>1</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3" name="object 3"/>
          <p:cNvSpPr txBox="1"/>
          <p:nvPr/>
        </p:nvSpPr>
        <p:spPr>
          <a:xfrm>
            <a:off x="1056640" y="777557"/>
            <a:ext cx="5133975" cy="33020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000" b="0" i="0" u="none" strike="noStrike" kern="0" cap="none" spc="0" normalizeH="0" baseline="0" noProof="0" dirty="0">
                <a:ln>
                  <a:noFill/>
                </a:ln>
                <a:solidFill>
                  <a:srgbClr val="12717A"/>
                </a:solidFill>
                <a:effectLst/>
                <a:uLnTx/>
                <a:uFillTx/>
                <a:latin typeface="Calibri"/>
                <a:cs typeface="Calibri"/>
              </a:rPr>
              <a:t>Pourquoi</a:t>
            </a:r>
            <a:r>
              <a:rPr kumimoji="0" sz="2000" b="0" i="0" u="none" strike="noStrike" kern="0" cap="none" spc="105" normalizeH="0" baseline="0" noProof="0" dirty="0">
                <a:ln>
                  <a:noFill/>
                </a:ln>
                <a:solidFill>
                  <a:srgbClr val="12717A"/>
                </a:solidFill>
                <a:effectLst/>
                <a:uLnTx/>
                <a:uFillTx/>
                <a:latin typeface="Calibri"/>
                <a:cs typeface="Calibri"/>
              </a:rPr>
              <a:t> </a:t>
            </a:r>
            <a:r>
              <a:rPr kumimoji="0" sz="2000" b="0" i="0" u="none" strike="noStrike" kern="0" cap="none" spc="100" normalizeH="0" baseline="0" noProof="0" dirty="0">
                <a:ln>
                  <a:noFill/>
                </a:ln>
                <a:solidFill>
                  <a:srgbClr val="12717A"/>
                </a:solidFill>
                <a:effectLst/>
                <a:uLnTx/>
                <a:uFillTx/>
                <a:latin typeface="Calibri"/>
                <a:cs typeface="Calibri"/>
              </a:rPr>
              <a:t>DevOps</a:t>
            </a:r>
            <a:r>
              <a:rPr kumimoji="0" sz="2000" b="0" i="0" u="none" strike="noStrike" kern="0" cap="none" spc="105" normalizeH="0" baseline="0" noProof="0" dirty="0">
                <a:ln>
                  <a:noFill/>
                </a:ln>
                <a:solidFill>
                  <a:srgbClr val="12717A"/>
                </a:solidFill>
                <a:effectLst/>
                <a:uLnTx/>
                <a:uFillTx/>
                <a:latin typeface="Calibri"/>
                <a:cs typeface="Calibri"/>
              </a:rPr>
              <a:t> </a:t>
            </a:r>
            <a:r>
              <a:rPr kumimoji="0" sz="2000" b="0" i="0" u="none" strike="noStrike" kern="0" cap="none" spc="0" normalizeH="0" baseline="0" noProof="0" dirty="0">
                <a:ln>
                  <a:noFill/>
                </a:ln>
                <a:solidFill>
                  <a:srgbClr val="12717A"/>
                </a:solidFill>
                <a:effectLst/>
                <a:uLnTx/>
                <a:uFillTx/>
                <a:latin typeface="Calibri"/>
                <a:cs typeface="Calibri"/>
              </a:rPr>
              <a:t>est-il</a:t>
            </a:r>
            <a:r>
              <a:rPr kumimoji="0" sz="2000" b="0" i="0" u="none" strike="noStrike" kern="0" cap="none" spc="110" normalizeH="0" baseline="0" noProof="0" dirty="0">
                <a:ln>
                  <a:noFill/>
                </a:ln>
                <a:solidFill>
                  <a:srgbClr val="12717A"/>
                </a:solidFill>
                <a:effectLst/>
                <a:uLnTx/>
                <a:uFillTx/>
                <a:latin typeface="Calibri"/>
                <a:cs typeface="Calibri"/>
              </a:rPr>
              <a:t> </a:t>
            </a:r>
            <a:r>
              <a:rPr kumimoji="0" sz="2000" b="0" i="0" u="none" strike="noStrike" kern="0" cap="none" spc="0" normalizeH="0" baseline="0" noProof="0" dirty="0">
                <a:ln>
                  <a:noFill/>
                </a:ln>
                <a:solidFill>
                  <a:srgbClr val="12717A"/>
                </a:solidFill>
                <a:effectLst/>
                <a:uLnTx/>
                <a:uFillTx/>
                <a:latin typeface="Calibri"/>
                <a:cs typeface="Calibri"/>
              </a:rPr>
              <a:t>important</a:t>
            </a:r>
            <a:r>
              <a:rPr kumimoji="0" sz="2000" b="0" i="0" u="none" strike="noStrike" kern="0" cap="none" spc="110" normalizeH="0" baseline="0" noProof="0" dirty="0">
                <a:ln>
                  <a:noFill/>
                </a:ln>
                <a:solidFill>
                  <a:srgbClr val="12717A"/>
                </a:solidFill>
                <a:effectLst/>
                <a:uLnTx/>
                <a:uFillTx/>
                <a:latin typeface="Calibri"/>
                <a:cs typeface="Calibri"/>
              </a:rPr>
              <a:t> </a:t>
            </a:r>
            <a:r>
              <a:rPr kumimoji="0" sz="2000" b="0" i="0" u="none" strike="noStrike" kern="0" cap="none" spc="0" normalizeH="0" baseline="0" noProof="0" dirty="0">
                <a:ln>
                  <a:noFill/>
                </a:ln>
                <a:solidFill>
                  <a:srgbClr val="12717A"/>
                </a:solidFill>
                <a:effectLst/>
                <a:uLnTx/>
                <a:uFillTx/>
                <a:latin typeface="Calibri"/>
                <a:cs typeface="Calibri"/>
              </a:rPr>
              <a:t>maintenant</a:t>
            </a:r>
            <a:r>
              <a:rPr kumimoji="0" sz="2000" b="0" i="0" u="none" strike="noStrike" kern="0" cap="none" spc="110" normalizeH="0" baseline="0" noProof="0" dirty="0">
                <a:ln>
                  <a:noFill/>
                </a:ln>
                <a:solidFill>
                  <a:srgbClr val="12717A"/>
                </a:solidFill>
                <a:effectLst/>
                <a:uLnTx/>
                <a:uFillTx/>
                <a:latin typeface="Calibri"/>
                <a:cs typeface="Calibri"/>
              </a:rPr>
              <a:t> </a:t>
            </a:r>
            <a:r>
              <a:rPr kumimoji="0" sz="2000" b="0" i="0" u="none" strike="noStrike" kern="0" cap="none" spc="95" normalizeH="0" baseline="0" noProof="0" dirty="0">
                <a:ln>
                  <a:noFill/>
                </a:ln>
                <a:solidFill>
                  <a:srgbClr val="12717A"/>
                </a:solidFill>
                <a:effectLst/>
                <a:uLnTx/>
                <a:uFillTx/>
                <a:latin typeface="Calibri"/>
                <a:cs typeface="Calibri"/>
              </a:rPr>
              <a:t>?</a:t>
            </a:r>
            <a:endParaRPr kumimoji="0" sz="2000" b="0" i="0" u="none" strike="noStrike" kern="0" cap="none" spc="0" normalizeH="0" baseline="0" noProof="0" dirty="0">
              <a:ln>
                <a:noFill/>
              </a:ln>
              <a:solidFill>
                <a:sysClr val="windowText" lastClr="000000"/>
              </a:solidFill>
              <a:effectLst/>
              <a:uLnTx/>
              <a:uFillTx/>
              <a:latin typeface="Calibri"/>
              <a:cs typeface="Calibri"/>
            </a:endParaRPr>
          </a:p>
        </p:txBody>
      </p:sp>
      <p:sp>
        <p:nvSpPr>
          <p:cNvPr id="4" name="object 4"/>
          <p:cNvSpPr txBox="1">
            <a:spLocks noGrp="1"/>
          </p:cNvSpPr>
          <p:nvPr>
            <p:ph type="title"/>
          </p:nvPr>
        </p:nvSpPr>
        <p:spPr>
          <a:xfrm>
            <a:off x="1054048" y="98310"/>
            <a:ext cx="9626652" cy="443711"/>
          </a:xfrm>
          <a:prstGeom prst="rect">
            <a:avLst/>
          </a:prstGeom>
        </p:spPr>
        <p:txBody>
          <a:bodyPr vert="horz" wrap="square" lIns="0" tIns="12700" rIns="0" bIns="0" rtlCol="0">
            <a:spAutoFit/>
          </a:bodyPr>
          <a:lstStyle/>
          <a:p>
            <a:pPr marL="12700">
              <a:lnSpc>
                <a:spcPct val="100000"/>
              </a:lnSpc>
              <a:spcBef>
                <a:spcPts val="100"/>
              </a:spcBef>
            </a:pPr>
            <a:r>
              <a:rPr lang="fr-FR" sz="2800" dirty="0"/>
              <a:t>Agilité, DevOps et la philosophie « continue » (CI/CD, feedbacks)</a:t>
            </a:r>
          </a:p>
        </p:txBody>
      </p:sp>
      <p:sp>
        <p:nvSpPr>
          <p:cNvPr id="5" name="object 5"/>
          <p:cNvSpPr txBox="1"/>
          <p:nvPr/>
        </p:nvSpPr>
        <p:spPr>
          <a:xfrm>
            <a:off x="625508" y="1488999"/>
            <a:ext cx="9172575" cy="3067685"/>
          </a:xfrm>
          <a:prstGeom prst="rect">
            <a:avLst/>
          </a:prstGeom>
        </p:spPr>
        <p:txBody>
          <a:bodyPr vert="horz" wrap="square" lIns="0" tIns="10795" rIns="0" bIns="0" rtlCol="0">
            <a:spAutoFit/>
          </a:bodyPr>
          <a:lstStyle/>
          <a:p>
            <a:pPr marL="385445" marR="5080" lvl="0" indent="-373380" defTabSz="914400" eaLnBrk="1" fontAlgn="auto" latinLnBrk="0" hangingPunct="1">
              <a:lnSpc>
                <a:spcPct val="100499"/>
              </a:lnSpc>
              <a:spcBef>
                <a:spcPts val="85"/>
              </a:spcBef>
              <a:spcAft>
                <a:spcPts val="0"/>
              </a:spcAft>
              <a:buClr>
                <a:srgbClr val="12717A"/>
              </a:buClr>
              <a:buSzTx/>
              <a:buFont typeface="Arial"/>
              <a:buChar char="●"/>
              <a:tabLst>
                <a:tab pos="385445" algn="l"/>
              </a:tabLst>
              <a:defRPr/>
            </a:pPr>
            <a:r>
              <a:rPr kumimoji="0" sz="2300" b="0" i="0" u="none" strike="noStrike" kern="0" cap="none" spc="195" normalizeH="0" baseline="0" noProof="0" dirty="0">
                <a:ln>
                  <a:noFill/>
                </a:ln>
                <a:solidFill>
                  <a:srgbClr val="262E37"/>
                </a:solidFill>
                <a:effectLst/>
                <a:uLnTx/>
                <a:uFillTx/>
                <a:latin typeface="Calibri"/>
                <a:cs typeface="Calibri"/>
              </a:rPr>
              <a:t>Les</a:t>
            </a:r>
            <a:r>
              <a:rPr kumimoji="0" sz="2300" b="0" i="0" u="none" strike="noStrike" kern="0" cap="none" spc="145" normalizeH="0" baseline="0" noProof="0" dirty="0">
                <a:ln>
                  <a:noFill/>
                </a:ln>
                <a:solidFill>
                  <a:srgbClr val="262E37"/>
                </a:solidFill>
                <a:effectLst/>
                <a:uLnTx/>
                <a:uFillTx/>
                <a:latin typeface="Calibri"/>
                <a:cs typeface="Calibri"/>
              </a:rPr>
              <a:t> </a:t>
            </a:r>
            <a:r>
              <a:rPr kumimoji="0" sz="2300" b="0" i="0" u="none" strike="noStrike" kern="0" cap="none" spc="65" normalizeH="0" baseline="0" noProof="0" dirty="0">
                <a:ln>
                  <a:noFill/>
                </a:ln>
                <a:solidFill>
                  <a:srgbClr val="262E37"/>
                </a:solidFill>
                <a:effectLst/>
                <a:uLnTx/>
                <a:uFillTx/>
                <a:latin typeface="Calibri"/>
                <a:cs typeface="Calibri"/>
              </a:rPr>
              <a:t>entreprises</a:t>
            </a:r>
            <a:r>
              <a:rPr kumimoji="0" sz="2300" b="0" i="0" u="none" strike="noStrike" kern="0" cap="none" spc="150" normalizeH="0" baseline="0" noProof="0" dirty="0">
                <a:ln>
                  <a:noFill/>
                </a:ln>
                <a:solidFill>
                  <a:srgbClr val="262E37"/>
                </a:solidFill>
                <a:effectLst/>
                <a:uLnTx/>
                <a:uFillTx/>
                <a:latin typeface="Calibri"/>
                <a:cs typeface="Calibri"/>
              </a:rPr>
              <a:t> </a:t>
            </a:r>
            <a:r>
              <a:rPr kumimoji="0" sz="2300" b="0" i="0" u="none" strike="noStrike" kern="0" cap="none" spc="160" normalizeH="0" baseline="0" noProof="0" dirty="0">
                <a:ln>
                  <a:noFill/>
                </a:ln>
                <a:solidFill>
                  <a:srgbClr val="262E37"/>
                </a:solidFill>
                <a:effectLst/>
                <a:uLnTx/>
                <a:uFillTx/>
                <a:latin typeface="Calibri"/>
                <a:cs typeface="Calibri"/>
              </a:rPr>
              <a:t>se</a:t>
            </a:r>
            <a:r>
              <a:rPr kumimoji="0" sz="2300" b="0" i="0" u="none" strike="noStrike" kern="0" cap="none" spc="150" normalizeH="0" baseline="0" noProof="0" dirty="0">
                <a:ln>
                  <a:noFill/>
                </a:ln>
                <a:solidFill>
                  <a:srgbClr val="262E37"/>
                </a:solidFill>
                <a:effectLst/>
                <a:uLnTx/>
                <a:uFillTx/>
                <a:latin typeface="Calibri"/>
                <a:cs typeface="Calibri"/>
              </a:rPr>
              <a:t> </a:t>
            </a:r>
            <a:r>
              <a:rPr kumimoji="0" sz="2300" b="0" i="0" u="none" strike="noStrike" kern="0" cap="none" spc="0" normalizeH="0" baseline="0" noProof="0" dirty="0">
                <a:ln>
                  <a:noFill/>
                </a:ln>
                <a:solidFill>
                  <a:srgbClr val="262E37"/>
                </a:solidFill>
                <a:effectLst/>
                <a:uLnTx/>
                <a:uFillTx/>
                <a:latin typeface="Calibri"/>
                <a:cs typeface="Calibri"/>
              </a:rPr>
              <a:t>retrouvent</a:t>
            </a:r>
            <a:r>
              <a:rPr kumimoji="0" sz="2300" b="0" i="0" u="none" strike="noStrike" kern="0" cap="none" spc="150" normalizeH="0" baseline="0" noProof="0" dirty="0">
                <a:ln>
                  <a:noFill/>
                </a:ln>
                <a:solidFill>
                  <a:srgbClr val="262E37"/>
                </a:solidFill>
                <a:effectLst/>
                <a:uLnTx/>
                <a:uFillTx/>
                <a:latin typeface="Calibri"/>
                <a:cs typeface="Calibri"/>
              </a:rPr>
              <a:t> </a:t>
            </a:r>
            <a:r>
              <a:rPr kumimoji="0" sz="2300" b="0" i="0" u="none" strike="noStrike" kern="0" cap="none" spc="105" normalizeH="0" baseline="0" noProof="0" dirty="0">
                <a:ln>
                  <a:noFill/>
                </a:ln>
                <a:solidFill>
                  <a:srgbClr val="262E37"/>
                </a:solidFill>
                <a:effectLst/>
                <a:uLnTx/>
                <a:uFillTx/>
                <a:latin typeface="Calibri"/>
                <a:cs typeface="Calibri"/>
              </a:rPr>
              <a:t>concurrencées</a:t>
            </a:r>
            <a:r>
              <a:rPr kumimoji="0" sz="2300" b="0" i="0" u="none" strike="noStrike" kern="0" cap="none" spc="150" normalizeH="0" baseline="0" noProof="0" dirty="0">
                <a:ln>
                  <a:noFill/>
                </a:ln>
                <a:solidFill>
                  <a:srgbClr val="262E37"/>
                </a:solidFill>
                <a:effectLst/>
                <a:uLnTx/>
                <a:uFillTx/>
                <a:latin typeface="Calibri"/>
                <a:cs typeface="Calibri"/>
              </a:rPr>
              <a:t> </a:t>
            </a:r>
            <a:r>
              <a:rPr kumimoji="0" sz="2300" b="0" i="0" u="none" strike="noStrike" kern="0" cap="none" spc="80" normalizeH="0" baseline="0" noProof="0" dirty="0">
                <a:ln>
                  <a:noFill/>
                </a:ln>
                <a:solidFill>
                  <a:srgbClr val="262E37"/>
                </a:solidFill>
                <a:effectLst/>
                <a:uLnTx/>
                <a:uFillTx/>
                <a:latin typeface="Calibri"/>
                <a:cs typeface="Calibri"/>
              </a:rPr>
              <a:t>par</a:t>
            </a:r>
            <a:r>
              <a:rPr kumimoji="0" sz="2300" b="0" i="0" u="none" strike="noStrike" kern="0" cap="none" spc="145" normalizeH="0" baseline="0" noProof="0" dirty="0">
                <a:ln>
                  <a:noFill/>
                </a:ln>
                <a:solidFill>
                  <a:srgbClr val="262E37"/>
                </a:solidFill>
                <a:effectLst/>
                <a:uLnTx/>
                <a:uFillTx/>
                <a:latin typeface="Calibri"/>
                <a:cs typeface="Calibri"/>
              </a:rPr>
              <a:t> </a:t>
            </a:r>
            <a:r>
              <a:rPr kumimoji="0" sz="2300" b="0" i="0" u="none" strike="noStrike" kern="0" cap="none" spc="100" normalizeH="0" baseline="0" noProof="0" dirty="0">
                <a:ln>
                  <a:noFill/>
                </a:ln>
                <a:solidFill>
                  <a:srgbClr val="262E37"/>
                </a:solidFill>
                <a:effectLst/>
                <a:uLnTx/>
                <a:uFillTx/>
                <a:latin typeface="Calibri"/>
                <a:cs typeface="Calibri"/>
              </a:rPr>
              <a:t>de</a:t>
            </a:r>
            <a:r>
              <a:rPr kumimoji="0" sz="2300" b="0" i="0" u="none" strike="noStrike" kern="0" cap="none" spc="150" normalizeH="0" baseline="0" noProof="0" dirty="0">
                <a:ln>
                  <a:noFill/>
                </a:ln>
                <a:solidFill>
                  <a:srgbClr val="262E37"/>
                </a:solidFill>
                <a:effectLst/>
                <a:uLnTx/>
                <a:uFillTx/>
                <a:latin typeface="Calibri"/>
                <a:cs typeface="Calibri"/>
              </a:rPr>
              <a:t> </a:t>
            </a:r>
            <a:r>
              <a:rPr kumimoji="0" sz="2300" b="0" i="0" u="none" strike="noStrike" kern="0" cap="none" spc="50" normalizeH="0" baseline="0" noProof="0" dirty="0">
                <a:ln>
                  <a:noFill/>
                </a:ln>
                <a:solidFill>
                  <a:srgbClr val="262E37"/>
                </a:solidFill>
                <a:effectLst/>
                <a:uLnTx/>
                <a:uFillTx/>
                <a:latin typeface="Calibri"/>
                <a:cs typeface="Calibri"/>
              </a:rPr>
              <a:t>petites</a:t>
            </a:r>
            <a:r>
              <a:rPr kumimoji="0" sz="2300" b="0" i="0" u="none" strike="noStrike" kern="0" cap="none" spc="150" normalizeH="0" baseline="0" noProof="0" dirty="0">
                <a:ln>
                  <a:noFill/>
                </a:ln>
                <a:solidFill>
                  <a:srgbClr val="262E37"/>
                </a:solidFill>
                <a:effectLst/>
                <a:uLnTx/>
                <a:uFillTx/>
                <a:latin typeface="Calibri"/>
                <a:cs typeface="Calibri"/>
              </a:rPr>
              <a:t> </a:t>
            </a:r>
            <a:r>
              <a:rPr kumimoji="0" sz="2300" b="0" i="0" u="none" strike="noStrike" kern="0" cap="none" spc="65" normalizeH="0" baseline="0" noProof="0" dirty="0">
                <a:ln>
                  <a:noFill/>
                </a:ln>
                <a:solidFill>
                  <a:srgbClr val="262E37"/>
                </a:solidFill>
                <a:effectLst/>
                <a:uLnTx/>
                <a:uFillTx/>
                <a:latin typeface="Calibri"/>
                <a:cs typeface="Calibri"/>
              </a:rPr>
              <a:t>start-</a:t>
            </a:r>
            <a:r>
              <a:rPr kumimoji="0" sz="2300" b="0" i="0" u="none" strike="noStrike" kern="0" cap="none" spc="75" normalizeH="0" baseline="0" noProof="0" dirty="0">
                <a:ln>
                  <a:noFill/>
                </a:ln>
                <a:solidFill>
                  <a:srgbClr val="262E37"/>
                </a:solidFill>
                <a:effectLst/>
                <a:uLnTx/>
                <a:uFillTx/>
                <a:latin typeface="Calibri"/>
                <a:cs typeface="Calibri"/>
              </a:rPr>
              <a:t>up </a:t>
            </a:r>
            <a:r>
              <a:rPr kumimoji="0" sz="2300" b="0" i="0" u="none" strike="noStrike" kern="0" cap="none" spc="95" normalizeH="0" baseline="0" noProof="0" dirty="0">
                <a:ln>
                  <a:noFill/>
                </a:ln>
                <a:solidFill>
                  <a:srgbClr val="262E37"/>
                </a:solidFill>
                <a:effectLst/>
                <a:uLnTx/>
                <a:uFillTx/>
                <a:latin typeface="Calibri"/>
                <a:cs typeface="Calibri"/>
              </a:rPr>
              <a:t>agiles</a:t>
            </a:r>
            <a:endParaRPr kumimoji="0" sz="2300" b="0" i="0" u="none" strike="noStrike" kern="0" cap="none" spc="0" normalizeH="0" baseline="0" noProof="0">
              <a:ln>
                <a:noFill/>
              </a:ln>
              <a:solidFill>
                <a:sysClr val="windowText" lastClr="000000"/>
              </a:solidFill>
              <a:effectLst/>
              <a:uLnTx/>
              <a:uFillTx/>
              <a:latin typeface="Calibri"/>
              <a:cs typeface="Calibri"/>
            </a:endParaRPr>
          </a:p>
          <a:p>
            <a:pPr marL="385445" marR="547370" lvl="0" indent="-373380" defTabSz="914400" eaLnBrk="1" fontAlgn="auto" latinLnBrk="0" hangingPunct="1">
              <a:lnSpc>
                <a:spcPts val="2730"/>
              </a:lnSpc>
              <a:spcBef>
                <a:spcPts val="1300"/>
              </a:spcBef>
              <a:spcAft>
                <a:spcPts val="0"/>
              </a:spcAft>
              <a:buClr>
                <a:srgbClr val="12717A"/>
              </a:buClr>
              <a:buSzTx/>
              <a:buFont typeface="Arial"/>
              <a:buChar char="●"/>
              <a:tabLst>
                <a:tab pos="385445" algn="l"/>
              </a:tabLst>
              <a:defRPr/>
            </a:pPr>
            <a:r>
              <a:rPr kumimoji="0" sz="2300" b="0" i="0" u="none" strike="noStrike" kern="0" cap="none" spc="170" normalizeH="0" baseline="0" noProof="0" dirty="0">
                <a:ln>
                  <a:noFill/>
                </a:ln>
                <a:solidFill>
                  <a:srgbClr val="262E37"/>
                </a:solidFill>
                <a:effectLst/>
                <a:uLnTx/>
                <a:uFillTx/>
                <a:latin typeface="Calibri"/>
                <a:cs typeface="Calibri"/>
              </a:rPr>
              <a:t>Le</a:t>
            </a:r>
            <a:r>
              <a:rPr kumimoji="0" sz="2300" b="0" i="0" u="none" strike="noStrike" kern="0" cap="none" spc="185" normalizeH="0" baseline="0" noProof="0" dirty="0">
                <a:ln>
                  <a:noFill/>
                </a:ln>
                <a:solidFill>
                  <a:srgbClr val="262E37"/>
                </a:solidFill>
                <a:effectLst/>
                <a:uLnTx/>
                <a:uFillTx/>
                <a:latin typeface="Calibri"/>
                <a:cs typeface="Calibri"/>
              </a:rPr>
              <a:t> </a:t>
            </a:r>
            <a:r>
              <a:rPr kumimoji="0" sz="2300" b="0" i="0" u="none" strike="noStrike" kern="0" cap="none" spc="75" normalizeH="0" baseline="0" noProof="0" dirty="0">
                <a:ln>
                  <a:noFill/>
                </a:ln>
                <a:solidFill>
                  <a:srgbClr val="262E37"/>
                </a:solidFill>
                <a:effectLst/>
                <a:uLnTx/>
                <a:uFillTx/>
                <a:latin typeface="Calibri"/>
                <a:cs typeface="Calibri"/>
              </a:rPr>
              <a:t>développement</a:t>
            </a:r>
            <a:r>
              <a:rPr kumimoji="0" sz="2300" b="0" i="0" u="none" strike="noStrike" kern="0" cap="none" spc="185" normalizeH="0" baseline="0" noProof="0" dirty="0">
                <a:ln>
                  <a:noFill/>
                </a:ln>
                <a:solidFill>
                  <a:srgbClr val="262E37"/>
                </a:solidFill>
                <a:effectLst/>
                <a:uLnTx/>
                <a:uFillTx/>
                <a:latin typeface="Calibri"/>
                <a:cs typeface="Calibri"/>
              </a:rPr>
              <a:t> </a:t>
            </a:r>
            <a:r>
              <a:rPr kumimoji="0" sz="2300" b="0" i="0" u="none" strike="noStrike" kern="0" cap="none" spc="65" normalizeH="0" baseline="0" noProof="0" dirty="0">
                <a:ln>
                  <a:noFill/>
                </a:ln>
                <a:solidFill>
                  <a:srgbClr val="262E37"/>
                </a:solidFill>
                <a:effectLst/>
                <a:uLnTx/>
                <a:uFillTx/>
                <a:latin typeface="Calibri"/>
                <a:cs typeface="Calibri"/>
              </a:rPr>
              <a:t>logiciel</a:t>
            </a:r>
            <a:r>
              <a:rPr kumimoji="0" sz="2300" b="0" i="0" u="none" strike="noStrike" kern="0" cap="none" spc="185" normalizeH="0" baseline="0" noProof="0" dirty="0">
                <a:ln>
                  <a:noFill/>
                </a:ln>
                <a:solidFill>
                  <a:srgbClr val="262E37"/>
                </a:solidFill>
                <a:effectLst/>
                <a:uLnTx/>
                <a:uFillTx/>
                <a:latin typeface="Calibri"/>
                <a:cs typeface="Calibri"/>
              </a:rPr>
              <a:t> </a:t>
            </a:r>
            <a:r>
              <a:rPr kumimoji="0" sz="2300" b="0" i="0" u="none" strike="noStrike" kern="0" cap="none" spc="75" normalizeH="0" baseline="0" noProof="0" dirty="0">
                <a:ln>
                  <a:noFill/>
                </a:ln>
                <a:solidFill>
                  <a:srgbClr val="262E37"/>
                </a:solidFill>
                <a:effectLst/>
                <a:uLnTx/>
                <a:uFillTx/>
                <a:latin typeface="Calibri"/>
                <a:cs typeface="Calibri"/>
              </a:rPr>
              <a:t>agile</a:t>
            </a:r>
            <a:r>
              <a:rPr kumimoji="0" sz="2300" b="0" i="0" u="none" strike="noStrike" kern="0" cap="none" spc="190" normalizeH="0" baseline="0" noProof="0" dirty="0">
                <a:ln>
                  <a:noFill/>
                </a:ln>
                <a:solidFill>
                  <a:srgbClr val="262E37"/>
                </a:solidFill>
                <a:effectLst/>
                <a:uLnTx/>
                <a:uFillTx/>
                <a:latin typeface="Calibri"/>
                <a:cs typeface="Calibri"/>
              </a:rPr>
              <a:t> </a:t>
            </a:r>
            <a:r>
              <a:rPr kumimoji="0" sz="2300" b="0" i="0" u="none" strike="noStrike" kern="0" cap="none" spc="10" normalizeH="0" baseline="0" noProof="0" dirty="0">
                <a:ln>
                  <a:noFill/>
                </a:ln>
                <a:solidFill>
                  <a:srgbClr val="262E37"/>
                </a:solidFill>
                <a:effectLst/>
                <a:uLnTx/>
                <a:uFillTx/>
                <a:latin typeface="Calibri"/>
                <a:cs typeface="Calibri"/>
              </a:rPr>
              <a:t>et</a:t>
            </a:r>
            <a:r>
              <a:rPr kumimoji="0" sz="2300" b="0" i="0" u="none" strike="noStrike" kern="0" cap="none" spc="185" normalizeH="0" baseline="0" noProof="0" dirty="0">
                <a:ln>
                  <a:noFill/>
                </a:ln>
                <a:solidFill>
                  <a:srgbClr val="262E37"/>
                </a:solidFill>
                <a:effectLst/>
                <a:uLnTx/>
                <a:uFillTx/>
                <a:latin typeface="Calibri"/>
                <a:cs typeface="Calibri"/>
              </a:rPr>
              <a:t> </a:t>
            </a:r>
            <a:r>
              <a:rPr kumimoji="0" sz="2300" b="0" i="0" u="none" strike="noStrike" kern="0" cap="none" spc="10" normalizeH="0" baseline="0" noProof="0" dirty="0">
                <a:ln>
                  <a:noFill/>
                </a:ln>
                <a:solidFill>
                  <a:srgbClr val="262E37"/>
                </a:solidFill>
                <a:effectLst/>
                <a:uLnTx/>
                <a:uFillTx/>
                <a:latin typeface="Calibri"/>
                <a:cs typeface="Calibri"/>
              </a:rPr>
              <a:t>l'infrastructure</a:t>
            </a:r>
            <a:r>
              <a:rPr kumimoji="0" sz="2300" b="0" i="0" u="none" strike="noStrike" kern="0" cap="none" spc="185" normalizeH="0" baseline="0" noProof="0" dirty="0">
                <a:ln>
                  <a:noFill/>
                </a:ln>
                <a:solidFill>
                  <a:srgbClr val="262E37"/>
                </a:solidFill>
                <a:effectLst/>
                <a:uLnTx/>
                <a:uFillTx/>
                <a:latin typeface="Calibri"/>
                <a:cs typeface="Calibri"/>
              </a:rPr>
              <a:t> </a:t>
            </a:r>
            <a:r>
              <a:rPr kumimoji="0" sz="2300" b="0" i="0" u="none" strike="noStrike" kern="0" cap="none" spc="105" normalizeH="0" baseline="0" noProof="0" dirty="0">
                <a:ln>
                  <a:noFill/>
                </a:ln>
                <a:solidFill>
                  <a:srgbClr val="262E37"/>
                </a:solidFill>
                <a:effectLst/>
                <a:uLnTx/>
                <a:uFillTx/>
                <a:latin typeface="Calibri"/>
                <a:cs typeface="Calibri"/>
              </a:rPr>
              <a:t>cloud</a:t>
            </a:r>
            <a:r>
              <a:rPr kumimoji="0" sz="2300" b="0" i="0" u="none" strike="noStrike" kern="0" cap="none" spc="190" normalizeH="0" baseline="0" noProof="0" dirty="0">
                <a:ln>
                  <a:noFill/>
                </a:ln>
                <a:solidFill>
                  <a:srgbClr val="262E37"/>
                </a:solidFill>
                <a:effectLst/>
                <a:uLnTx/>
                <a:uFillTx/>
                <a:latin typeface="Calibri"/>
                <a:cs typeface="Calibri"/>
              </a:rPr>
              <a:t> </a:t>
            </a:r>
            <a:r>
              <a:rPr kumimoji="0" sz="2300" b="0" i="0" u="none" strike="noStrike" kern="0" cap="none" spc="85" normalizeH="0" baseline="0" noProof="0" dirty="0">
                <a:ln>
                  <a:noFill/>
                </a:ln>
                <a:solidFill>
                  <a:srgbClr val="262E37"/>
                </a:solidFill>
                <a:effectLst/>
                <a:uLnTx/>
                <a:uFillTx/>
                <a:latin typeface="Calibri"/>
                <a:cs typeface="Calibri"/>
              </a:rPr>
              <a:t>sont</a:t>
            </a:r>
            <a:r>
              <a:rPr kumimoji="0" sz="2300" b="0" i="0" u="none" strike="noStrike" kern="0" cap="none" spc="185" normalizeH="0" baseline="0" noProof="0" dirty="0">
                <a:ln>
                  <a:noFill/>
                </a:ln>
                <a:solidFill>
                  <a:srgbClr val="262E37"/>
                </a:solidFill>
                <a:effectLst/>
                <a:uLnTx/>
                <a:uFillTx/>
                <a:latin typeface="Calibri"/>
                <a:cs typeface="Calibri"/>
              </a:rPr>
              <a:t> </a:t>
            </a:r>
            <a:r>
              <a:rPr kumimoji="0" sz="2300" b="0" i="0" u="none" strike="noStrike" kern="0" cap="none" spc="40" normalizeH="0" baseline="0" noProof="0" dirty="0">
                <a:ln>
                  <a:noFill/>
                </a:ln>
                <a:solidFill>
                  <a:srgbClr val="262E37"/>
                </a:solidFill>
                <a:effectLst/>
                <a:uLnTx/>
                <a:uFillTx/>
                <a:latin typeface="Calibri"/>
                <a:cs typeface="Calibri"/>
              </a:rPr>
              <a:t>en </a:t>
            </a:r>
            <a:r>
              <a:rPr kumimoji="0" sz="2300" b="0" i="0" u="none" strike="noStrike" kern="0" cap="none" spc="75" normalizeH="0" baseline="0" noProof="0" dirty="0">
                <a:ln>
                  <a:noFill/>
                </a:ln>
                <a:solidFill>
                  <a:srgbClr val="262E37"/>
                </a:solidFill>
                <a:effectLst/>
                <a:uLnTx/>
                <a:uFillTx/>
                <a:latin typeface="Calibri"/>
                <a:cs typeface="Calibri"/>
              </a:rPr>
              <a:t>progression</a:t>
            </a:r>
            <a:endParaRPr kumimoji="0" sz="2300" b="0" i="0" u="none" strike="noStrike" kern="0" cap="none" spc="0" normalizeH="0" baseline="0" noProof="0">
              <a:ln>
                <a:noFill/>
              </a:ln>
              <a:solidFill>
                <a:sysClr val="windowText" lastClr="000000"/>
              </a:solidFill>
              <a:effectLst/>
              <a:uLnTx/>
              <a:uFillTx/>
              <a:latin typeface="Calibri"/>
              <a:cs typeface="Calibri"/>
            </a:endParaRPr>
          </a:p>
          <a:p>
            <a:pPr marL="385445" marR="0" lvl="0" indent="-372745" defTabSz="914400" eaLnBrk="1" fontAlgn="auto" latinLnBrk="0" hangingPunct="1">
              <a:lnSpc>
                <a:spcPct val="100000"/>
              </a:lnSpc>
              <a:spcBef>
                <a:spcPts val="1100"/>
              </a:spcBef>
              <a:spcAft>
                <a:spcPts val="0"/>
              </a:spcAft>
              <a:buClr>
                <a:srgbClr val="12717A"/>
              </a:buClr>
              <a:buSzTx/>
              <a:buFont typeface="Arial"/>
              <a:buChar char="●"/>
              <a:tabLst>
                <a:tab pos="385445" algn="l"/>
              </a:tabLst>
              <a:defRPr/>
            </a:pPr>
            <a:r>
              <a:rPr kumimoji="0" sz="2300" b="0" i="0" u="none" strike="noStrike" kern="0" cap="none" spc="100" normalizeH="0" baseline="0" noProof="0" dirty="0">
                <a:ln>
                  <a:noFill/>
                </a:ln>
                <a:solidFill>
                  <a:srgbClr val="262E37"/>
                </a:solidFill>
                <a:effectLst/>
                <a:uLnTx/>
                <a:uFillTx/>
                <a:latin typeface="Calibri"/>
                <a:cs typeface="Calibri"/>
              </a:rPr>
              <a:t>L’IT</a:t>
            </a:r>
            <a:r>
              <a:rPr kumimoji="0" sz="2300" b="0" i="0" u="none" strike="noStrike" kern="0" cap="none" spc="215" normalizeH="0" baseline="0" noProof="0" dirty="0">
                <a:ln>
                  <a:noFill/>
                </a:ln>
                <a:solidFill>
                  <a:srgbClr val="262E37"/>
                </a:solidFill>
                <a:effectLst/>
                <a:uLnTx/>
                <a:uFillTx/>
                <a:latin typeface="Calibri"/>
                <a:cs typeface="Calibri"/>
              </a:rPr>
              <a:t> </a:t>
            </a:r>
            <a:r>
              <a:rPr kumimoji="0" sz="2300" b="0" i="0" u="none" strike="noStrike" kern="0" cap="none" spc="65" normalizeH="0" baseline="0" noProof="0" dirty="0">
                <a:ln>
                  <a:noFill/>
                </a:ln>
                <a:solidFill>
                  <a:srgbClr val="262E37"/>
                </a:solidFill>
                <a:effectLst/>
                <a:uLnTx/>
                <a:uFillTx/>
                <a:latin typeface="Calibri"/>
                <a:cs typeface="Calibri"/>
              </a:rPr>
              <a:t>ne</a:t>
            </a:r>
            <a:r>
              <a:rPr kumimoji="0" sz="2300" b="0" i="0" u="none" strike="noStrike" kern="0" cap="none" spc="215" normalizeH="0" baseline="0" noProof="0" dirty="0">
                <a:ln>
                  <a:noFill/>
                </a:ln>
                <a:solidFill>
                  <a:srgbClr val="262E37"/>
                </a:solidFill>
                <a:effectLst/>
                <a:uLnTx/>
                <a:uFillTx/>
                <a:latin typeface="Calibri"/>
                <a:cs typeface="Calibri"/>
              </a:rPr>
              <a:t> </a:t>
            </a:r>
            <a:r>
              <a:rPr kumimoji="0" sz="2300" b="0" i="0" u="none" strike="noStrike" kern="0" cap="none" spc="50" normalizeH="0" baseline="0" noProof="0" dirty="0">
                <a:ln>
                  <a:noFill/>
                </a:ln>
                <a:solidFill>
                  <a:srgbClr val="262E37"/>
                </a:solidFill>
                <a:effectLst/>
                <a:uLnTx/>
                <a:uFillTx/>
                <a:latin typeface="Calibri"/>
                <a:cs typeface="Calibri"/>
              </a:rPr>
              <a:t>peut</a:t>
            </a:r>
            <a:r>
              <a:rPr kumimoji="0" sz="2300" b="0" i="0" u="none" strike="noStrike" kern="0" cap="none" spc="215" normalizeH="0" baseline="0" noProof="0" dirty="0">
                <a:ln>
                  <a:noFill/>
                </a:ln>
                <a:solidFill>
                  <a:srgbClr val="262E37"/>
                </a:solidFill>
                <a:effectLst/>
                <a:uLnTx/>
                <a:uFillTx/>
                <a:latin typeface="Calibri"/>
                <a:cs typeface="Calibri"/>
              </a:rPr>
              <a:t> </a:t>
            </a:r>
            <a:r>
              <a:rPr kumimoji="0" sz="2300" b="0" i="0" u="none" strike="noStrike" kern="0" cap="none" spc="105" normalizeH="0" baseline="0" noProof="0" dirty="0">
                <a:ln>
                  <a:noFill/>
                </a:ln>
                <a:solidFill>
                  <a:srgbClr val="262E37"/>
                </a:solidFill>
                <a:effectLst/>
                <a:uLnTx/>
                <a:uFillTx/>
                <a:latin typeface="Calibri"/>
                <a:cs typeface="Calibri"/>
              </a:rPr>
              <a:t>plus</a:t>
            </a:r>
            <a:r>
              <a:rPr kumimoji="0" sz="2300" b="0" i="0" u="none" strike="noStrike" kern="0" cap="none" spc="215" normalizeH="0" baseline="0" noProof="0" dirty="0">
                <a:ln>
                  <a:noFill/>
                </a:ln>
                <a:solidFill>
                  <a:srgbClr val="262E37"/>
                </a:solidFill>
                <a:effectLst/>
                <a:uLnTx/>
                <a:uFillTx/>
                <a:latin typeface="Calibri"/>
                <a:cs typeface="Calibri"/>
              </a:rPr>
              <a:t> </a:t>
            </a:r>
            <a:r>
              <a:rPr kumimoji="0" sz="2300" b="0" i="0" u="none" strike="noStrike" kern="0" cap="none" spc="0" normalizeH="0" baseline="0" noProof="0" dirty="0">
                <a:ln>
                  <a:noFill/>
                </a:ln>
                <a:solidFill>
                  <a:srgbClr val="262E37"/>
                </a:solidFill>
                <a:effectLst/>
                <a:uLnTx/>
                <a:uFillTx/>
                <a:latin typeface="Calibri"/>
                <a:cs typeface="Calibri"/>
              </a:rPr>
              <a:t>fonctionner</a:t>
            </a:r>
            <a:r>
              <a:rPr kumimoji="0" sz="2300" b="0" i="0" u="none" strike="noStrike" kern="0" cap="none" spc="220" normalizeH="0" baseline="0" noProof="0" dirty="0">
                <a:ln>
                  <a:noFill/>
                </a:ln>
                <a:solidFill>
                  <a:srgbClr val="262E37"/>
                </a:solidFill>
                <a:effectLst/>
                <a:uLnTx/>
                <a:uFillTx/>
                <a:latin typeface="Calibri"/>
                <a:cs typeface="Calibri"/>
              </a:rPr>
              <a:t> </a:t>
            </a:r>
            <a:r>
              <a:rPr kumimoji="0" sz="2300" b="0" i="0" u="none" strike="noStrike" kern="0" cap="none" spc="140" normalizeH="0" baseline="0" noProof="0" dirty="0">
                <a:ln>
                  <a:noFill/>
                </a:ln>
                <a:solidFill>
                  <a:srgbClr val="262E37"/>
                </a:solidFill>
                <a:effectLst/>
                <a:uLnTx/>
                <a:uFillTx/>
                <a:latin typeface="Calibri"/>
                <a:cs typeface="Calibri"/>
              </a:rPr>
              <a:t>dans</a:t>
            </a:r>
            <a:r>
              <a:rPr kumimoji="0" sz="2300" b="0" i="0" u="none" strike="noStrike" kern="0" cap="none" spc="215" normalizeH="0" baseline="0" noProof="0" dirty="0">
                <a:ln>
                  <a:noFill/>
                </a:ln>
                <a:solidFill>
                  <a:srgbClr val="262E37"/>
                </a:solidFill>
                <a:effectLst/>
                <a:uLnTx/>
                <a:uFillTx/>
                <a:latin typeface="Calibri"/>
                <a:cs typeface="Calibri"/>
              </a:rPr>
              <a:t> </a:t>
            </a:r>
            <a:r>
              <a:rPr kumimoji="0" sz="2300" b="0" i="0" u="none" strike="noStrike" kern="0" cap="none" spc="65" normalizeH="0" baseline="0" noProof="0" dirty="0">
                <a:ln>
                  <a:noFill/>
                </a:ln>
                <a:solidFill>
                  <a:srgbClr val="262E37"/>
                </a:solidFill>
                <a:effectLst/>
                <a:uLnTx/>
                <a:uFillTx/>
                <a:latin typeface="Calibri"/>
                <a:cs typeface="Calibri"/>
              </a:rPr>
              <a:t>une</a:t>
            </a:r>
            <a:r>
              <a:rPr kumimoji="0" sz="2300" b="0" i="0" u="none" strike="noStrike" kern="0" cap="none" spc="215" normalizeH="0" baseline="0" noProof="0" dirty="0">
                <a:ln>
                  <a:noFill/>
                </a:ln>
                <a:solidFill>
                  <a:srgbClr val="262E37"/>
                </a:solidFill>
                <a:effectLst/>
                <a:uLnTx/>
                <a:uFillTx/>
                <a:latin typeface="Calibri"/>
                <a:cs typeface="Calibri"/>
              </a:rPr>
              <a:t> </a:t>
            </a:r>
            <a:r>
              <a:rPr kumimoji="0" sz="2300" b="0" i="0" u="none" strike="noStrike" kern="0" cap="none" spc="0" normalizeH="0" baseline="0" noProof="0" dirty="0">
                <a:ln>
                  <a:noFill/>
                </a:ln>
                <a:solidFill>
                  <a:srgbClr val="262E37"/>
                </a:solidFill>
                <a:effectLst/>
                <a:uLnTx/>
                <a:uFillTx/>
                <a:latin typeface="Calibri"/>
                <a:cs typeface="Calibri"/>
              </a:rPr>
              <a:t>culture</a:t>
            </a:r>
            <a:r>
              <a:rPr kumimoji="0" sz="2300" b="0" i="0" u="none" strike="noStrike" kern="0" cap="none" spc="215" normalizeH="0" baseline="0" noProof="0" dirty="0">
                <a:ln>
                  <a:noFill/>
                </a:ln>
                <a:solidFill>
                  <a:srgbClr val="262E37"/>
                </a:solidFill>
                <a:effectLst/>
                <a:uLnTx/>
                <a:uFillTx/>
                <a:latin typeface="Calibri"/>
                <a:cs typeface="Calibri"/>
              </a:rPr>
              <a:t> </a:t>
            </a:r>
            <a:r>
              <a:rPr kumimoji="0" sz="2300" b="0" i="0" u="none" strike="noStrike" kern="0" cap="none" spc="65" normalizeH="0" baseline="0" noProof="0" dirty="0">
                <a:ln>
                  <a:noFill/>
                </a:ln>
                <a:solidFill>
                  <a:srgbClr val="262E37"/>
                </a:solidFill>
                <a:effectLst/>
                <a:uLnTx/>
                <a:uFillTx/>
                <a:latin typeface="Calibri"/>
                <a:cs typeface="Calibri"/>
              </a:rPr>
              <a:t>en</a:t>
            </a:r>
            <a:r>
              <a:rPr kumimoji="0" sz="2300" b="0" i="0" u="none" strike="noStrike" kern="0" cap="none" spc="220" normalizeH="0" baseline="0" noProof="0" dirty="0">
                <a:ln>
                  <a:noFill/>
                </a:ln>
                <a:solidFill>
                  <a:srgbClr val="262E37"/>
                </a:solidFill>
                <a:effectLst/>
                <a:uLnTx/>
                <a:uFillTx/>
                <a:latin typeface="Calibri"/>
                <a:cs typeface="Calibri"/>
              </a:rPr>
              <a:t> </a:t>
            </a:r>
            <a:r>
              <a:rPr kumimoji="0" sz="2300" b="0" i="0" u="none" strike="noStrike" kern="0" cap="none" spc="50" normalizeH="0" baseline="0" noProof="0" dirty="0">
                <a:ln>
                  <a:noFill/>
                </a:ln>
                <a:solidFill>
                  <a:srgbClr val="262E37"/>
                </a:solidFill>
                <a:effectLst/>
                <a:uLnTx/>
                <a:uFillTx/>
                <a:latin typeface="Calibri"/>
                <a:cs typeface="Calibri"/>
              </a:rPr>
              <a:t>silo</a:t>
            </a:r>
            <a:endParaRPr kumimoji="0" sz="2300" b="0" i="0" u="none" strike="noStrike" kern="0" cap="none" spc="0" normalizeH="0" baseline="0" noProof="0">
              <a:ln>
                <a:noFill/>
              </a:ln>
              <a:solidFill>
                <a:sysClr val="windowText" lastClr="000000"/>
              </a:solidFill>
              <a:effectLst/>
              <a:uLnTx/>
              <a:uFillTx/>
              <a:latin typeface="Calibri"/>
              <a:cs typeface="Calibri"/>
            </a:endParaRPr>
          </a:p>
          <a:p>
            <a:pPr marL="385445" marR="0" lvl="0" indent="-372745" defTabSz="914400" eaLnBrk="1" fontAlgn="auto" latinLnBrk="0" hangingPunct="1">
              <a:lnSpc>
                <a:spcPct val="100000"/>
              </a:lnSpc>
              <a:spcBef>
                <a:spcPts val="1140"/>
              </a:spcBef>
              <a:spcAft>
                <a:spcPts val="0"/>
              </a:spcAft>
              <a:buClr>
                <a:srgbClr val="12717A"/>
              </a:buClr>
              <a:buSzTx/>
              <a:buFont typeface="Arial"/>
              <a:buChar char="●"/>
              <a:tabLst>
                <a:tab pos="385445" algn="l"/>
              </a:tabLst>
              <a:defRPr/>
            </a:pPr>
            <a:r>
              <a:rPr kumimoji="0" sz="2300" b="0" i="0" u="none" strike="noStrike" kern="0" cap="none" spc="135" normalizeH="0" baseline="0" noProof="0" dirty="0">
                <a:ln>
                  <a:noFill/>
                </a:ln>
                <a:solidFill>
                  <a:srgbClr val="262E37"/>
                </a:solidFill>
                <a:effectLst/>
                <a:uLnTx/>
                <a:uFillTx/>
                <a:latin typeface="Calibri"/>
                <a:cs typeface="Calibri"/>
              </a:rPr>
              <a:t>De</a:t>
            </a:r>
            <a:r>
              <a:rPr kumimoji="0" sz="2300" b="0" i="0" u="none" strike="noStrike" kern="0" cap="none" spc="130" normalizeH="0" baseline="0" noProof="0" dirty="0">
                <a:ln>
                  <a:noFill/>
                </a:ln>
                <a:solidFill>
                  <a:srgbClr val="262E37"/>
                </a:solidFill>
                <a:effectLst/>
                <a:uLnTx/>
                <a:uFillTx/>
                <a:latin typeface="Calibri"/>
                <a:cs typeface="Calibri"/>
              </a:rPr>
              <a:t> </a:t>
            </a:r>
            <a:r>
              <a:rPr kumimoji="0" sz="2300" b="0" i="0" u="none" strike="noStrike" kern="0" cap="none" spc="105" normalizeH="0" baseline="0" noProof="0" dirty="0">
                <a:ln>
                  <a:noFill/>
                </a:ln>
                <a:solidFill>
                  <a:srgbClr val="262E37"/>
                </a:solidFill>
                <a:effectLst/>
                <a:uLnTx/>
                <a:uFillTx/>
                <a:latin typeface="Calibri"/>
                <a:cs typeface="Calibri"/>
              </a:rPr>
              <a:t>plus</a:t>
            </a:r>
            <a:r>
              <a:rPr kumimoji="0" sz="2300" b="0" i="0" u="none" strike="noStrike" kern="0" cap="none" spc="135" normalizeH="0" baseline="0" noProof="0" dirty="0">
                <a:ln>
                  <a:noFill/>
                </a:ln>
                <a:solidFill>
                  <a:srgbClr val="262E37"/>
                </a:solidFill>
                <a:effectLst/>
                <a:uLnTx/>
                <a:uFillTx/>
                <a:latin typeface="Calibri"/>
                <a:cs typeface="Calibri"/>
              </a:rPr>
              <a:t> </a:t>
            </a:r>
            <a:r>
              <a:rPr kumimoji="0" sz="2300" b="0" i="0" u="none" strike="noStrike" kern="0" cap="none" spc="65" normalizeH="0" baseline="0" noProof="0" dirty="0">
                <a:ln>
                  <a:noFill/>
                </a:ln>
                <a:solidFill>
                  <a:srgbClr val="262E37"/>
                </a:solidFill>
                <a:effectLst/>
                <a:uLnTx/>
                <a:uFillTx/>
                <a:latin typeface="Calibri"/>
                <a:cs typeface="Calibri"/>
              </a:rPr>
              <a:t>en</a:t>
            </a:r>
            <a:r>
              <a:rPr kumimoji="0" sz="2300" b="0" i="0" u="none" strike="noStrike" kern="0" cap="none" spc="130" normalizeH="0" baseline="0" noProof="0" dirty="0">
                <a:ln>
                  <a:noFill/>
                </a:ln>
                <a:solidFill>
                  <a:srgbClr val="262E37"/>
                </a:solidFill>
                <a:effectLst/>
                <a:uLnTx/>
                <a:uFillTx/>
                <a:latin typeface="Calibri"/>
                <a:cs typeface="Calibri"/>
              </a:rPr>
              <a:t> </a:t>
            </a:r>
            <a:r>
              <a:rPr kumimoji="0" sz="2300" b="0" i="0" u="none" strike="noStrike" kern="0" cap="none" spc="105" normalizeH="0" baseline="0" noProof="0" dirty="0">
                <a:ln>
                  <a:noFill/>
                </a:ln>
                <a:solidFill>
                  <a:srgbClr val="262E37"/>
                </a:solidFill>
                <a:effectLst/>
                <a:uLnTx/>
                <a:uFillTx/>
                <a:latin typeface="Calibri"/>
                <a:cs typeface="Calibri"/>
              </a:rPr>
              <a:t>plus</a:t>
            </a:r>
            <a:r>
              <a:rPr kumimoji="0" sz="2300" b="0" i="0" u="none" strike="noStrike" kern="0" cap="none" spc="130" normalizeH="0" baseline="0" noProof="0" dirty="0">
                <a:ln>
                  <a:noFill/>
                </a:ln>
                <a:solidFill>
                  <a:srgbClr val="262E37"/>
                </a:solidFill>
                <a:effectLst/>
                <a:uLnTx/>
                <a:uFillTx/>
                <a:latin typeface="Calibri"/>
                <a:cs typeface="Calibri"/>
              </a:rPr>
              <a:t> </a:t>
            </a:r>
            <a:r>
              <a:rPr kumimoji="0" sz="2300" b="0" i="0" u="none" strike="noStrike" kern="0" cap="none" spc="95" normalizeH="0" baseline="0" noProof="0" dirty="0">
                <a:ln>
                  <a:noFill/>
                </a:ln>
                <a:solidFill>
                  <a:srgbClr val="262E37"/>
                </a:solidFill>
                <a:effectLst/>
                <a:uLnTx/>
                <a:uFillTx/>
                <a:latin typeface="Calibri"/>
                <a:cs typeface="Calibri"/>
              </a:rPr>
              <a:t>d'organisations</a:t>
            </a:r>
            <a:r>
              <a:rPr kumimoji="0" sz="2300" b="0" i="0" u="none" strike="noStrike" kern="0" cap="none" spc="135" normalizeH="0" baseline="0" noProof="0" dirty="0">
                <a:ln>
                  <a:noFill/>
                </a:ln>
                <a:solidFill>
                  <a:srgbClr val="262E37"/>
                </a:solidFill>
                <a:effectLst/>
                <a:uLnTx/>
                <a:uFillTx/>
                <a:latin typeface="Calibri"/>
                <a:cs typeface="Calibri"/>
              </a:rPr>
              <a:t> </a:t>
            </a:r>
            <a:r>
              <a:rPr kumimoji="0" sz="2300" b="0" i="0" u="none" strike="noStrike" kern="0" cap="none" spc="45" normalizeH="0" baseline="0" noProof="0" dirty="0">
                <a:ln>
                  <a:noFill/>
                </a:ln>
                <a:solidFill>
                  <a:srgbClr val="262E37"/>
                </a:solidFill>
                <a:effectLst/>
                <a:uLnTx/>
                <a:uFillTx/>
                <a:latin typeface="Calibri"/>
                <a:cs typeface="Calibri"/>
              </a:rPr>
              <a:t>migrent</a:t>
            </a:r>
            <a:r>
              <a:rPr kumimoji="0" sz="2300" b="0" i="0" u="none" strike="noStrike" kern="0" cap="none" spc="130" normalizeH="0" baseline="0" noProof="0" dirty="0">
                <a:ln>
                  <a:noFill/>
                </a:ln>
                <a:solidFill>
                  <a:srgbClr val="262E37"/>
                </a:solidFill>
                <a:effectLst/>
                <a:uLnTx/>
                <a:uFillTx/>
                <a:latin typeface="Calibri"/>
                <a:cs typeface="Calibri"/>
              </a:rPr>
              <a:t> </a:t>
            </a:r>
            <a:r>
              <a:rPr kumimoji="0" sz="2300" b="0" i="0" u="none" strike="noStrike" kern="0" cap="none" spc="95" normalizeH="0" baseline="0" noProof="0" dirty="0">
                <a:ln>
                  <a:noFill/>
                </a:ln>
                <a:solidFill>
                  <a:srgbClr val="262E37"/>
                </a:solidFill>
                <a:effectLst/>
                <a:uLnTx/>
                <a:uFillTx/>
                <a:latin typeface="Calibri"/>
                <a:cs typeface="Calibri"/>
              </a:rPr>
              <a:t>vers</a:t>
            </a:r>
            <a:r>
              <a:rPr kumimoji="0" sz="2300" b="0" i="0" u="none" strike="noStrike" kern="0" cap="none" spc="135" normalizeH="0" baseline="0" noProof="0" dirty="0">
                <a:ln>
                  <a:noFill/>
                </a:ln>
                <a:solidFill>
                  <a:srgbClr val="262E37"/>
                </a:solidFill>
                <a:effectLst/>
                <a:uLnTx/>
                <a:uFillTx/>
                <a:latin typeface="Calibri"/>
                <a:cs typeface="Calibri"/>
              </a:rPr>
              <a:t> </a:t>
            </a:r>
            <a:r>
              <a:rPr kumimoji="0" sz="2300" b="0" i="0" u="none" strike="noStrike" kern="0" cap="none" spc="0" normalizeH="0" baseline="0" noProof="0" dirty="0">
                <a:ln>
                  <a:noFill/>
                </a:ln>
                <a:solidFill>
                  <a:srgbClr val="262E37"/>
                </a:solidFill>
                <a:effectLst/>
                <a:uLnTx/>
                <a:uFillTx/>
                <a:latin typeface="Calibri"/>
                <a:cs typeface="Calibri"/>
              </a:rPr>
              <a:t>le</a:t>
            </a:r>
            <a:r>
              <a:rPr kumimoji="0" sz="2300" b="0" i="0" u="none" strike="noStrike" kern="0" cap="none" spc="130" normalizeH="0" baseline="0" noProof="0" dirty="0">
                <a:ln>
                  <a:noFill/>
                </a:ln>
                <a:solidFill>
                  <a:srgbClr val="262E37"/>
                </a:solidFill>
                <a:effectLst/>
                <a:uLnTx/>
                <a:uFillTx/>
                <a:latin typeface="Calibri"/>
                <a:cs typeface="Calibri"/>
              </a:rPr>
              <a:t> </a:t>
            </a:r>
            <a:r>
              <a:rPr kumimoji="0" sz="2300" b="0" i="0" u="none" strike="noStrike" kern="0" cap="none" spc="95" normalizeH="0" baseline="0" noProof="0" dirty="0">
                <a:ln>
                  <a:noFill/>
                </a:ln>
                <a:solidFill>
                  <a:srgbClr val="262E37"/>
                </a:solidFill>
                <a:effectLst/>
                <a:uLnTx/>
                <a:uFillTx/>
                <a:latin typeface="Calibri"/>
                <a:cs typeface="Calibri"/>
              </a:rPr>
              <a:t>cloud</a:t>
            </a:r>
            <a:endParaRPr kumimoji="0" sz="2300" b="0" i="0" u="none" strike="noStrike" kern="0" cap="none" spc="0" normalizeH="0" baseline="0" noProof="0">
              <a:ln>
                <a:noFill/>
              </a:ln>
              <a:solidFill>
                <a:sysClr val="windowText" lastClr="000000"/>
              </a:solidFill>
              <a:effectLst/>
              <a:uLnTx/>
              <a:uFillTx/>
              <a:latin typeface="Calibri"/>
              <a:cs typeface="Calibri"/>
            </a:endParaRPr>
          </a:p>
          <a:p>
            <a:pPr marL="385445" marR="0" lvl="0" indent="-372745" defTabSz="914400" eaLnBrk="1" fontAlgn="auto" latinLnBrk="0" hangingPunct="1">
              <a:lnSpc>
                <a:spcPct val="100000"/>
              </a:lnSpc>
              <a:spcBef>
                <a:spcPts val="1140"/>
              </a:spcBef>
              <a:spcAft>
                <a:spcPts val="0"/>
              </a:spcAft>
              <a:buClr>
                <a:srgbClr val="12717A"/>
              </a:buClr>
              <a:buSzTx/>
              <a:buFont typeface="Arial"/>
              <a:buChar char="●"/>
              <a:tabLst>
                <a:tab pos="385445" algn="l"/>
              </a:tabLst>
              <a:defRPr/>
            </a:pPr>
            <a:r>
              <a:rPr kumimoji="0" sz="2300" b="0" i="0" u="none" strike="noStrike" kern="0" cap="none" spc="195" normalizeH="0" baseline="0" noProof="0" dirty="0">
                <a:ln>
                  <a:noFill/>
                </a:ln>
                <a:solidFill>
                  <a:srgbClr val="262E37"/>
                </a:solidFill>
                <a:effectLst/>
                <a:uLnTx/>
                <a:uFillTx/>
                <a:latin typeface="Calibri"/>
                <a:cs typeface="Calibri"/>
              </a:rPr>
              <a:t>Les</a:t>
            </a:r>
            <a:r>
              <a:rPr kumimoji="0" sz="2300" b="0" i="0" u="none" strike="noStrike" kern="0" cap="none" spc="175" normalizeH="0" baseline="0" noProof="0" dirty="0">
                <a:ln>
                  <a:noFill/>
                </a:ln>
                <a:solidFill>
                  <a:srgbClr val="262E37"/>
                </a:solidFill>
                <a:effectLst/>
                <a:uLnTx/>
                <a:uFillTx/>
                <a:latin typeface="Calibri"/>
                <a:cs typeface="Calibri"/>
              </a:rPr>
              <a:t> </a:t>
            </a:r>
            <a:r>
              <a:rPr kumimoji="0" sz="2300" b="0" i="0" u="none" strike="noStrike" kern="0" cap="none" spc="105" normalizeH="0" baseline="0" noProof="0" dirty="0">
                <a:ln>
                  <a:noFill/>
                </a:ln>
                <a:solidFill>
                  <a:srgbClr val="262E37"/>
                </a:solidFill>
                <a:effectLst/>
                <a:uLnTx/>
                <a:uFillTx/>
                <a:latin typeface="Calibri"/>
                <a:cs typeface="Calibri"/>
              </a:rPr>
              <a:t>consommateurs</a:t>
            </a:r>
            <a:r>
              <a:rPr kumimoji="0" sz="2300" b="0" i="0" u="none" strike="noStrike" kern="0" cap="none" spc="180" normalizeH="0" baseline="0" noProof="0" dirty="0">
                <a:ln>
                  <a:noFill/>
                </a:ln>
                <a:solidFill>
                  <a:srgbClr val="262E37"/>
                </a:solidFill>
                <a:effectLst/>
                <a:uLnTx/>
                <a:uFillTx/>
                <a:latin typeface="Calibri"/>
                <a:cs typeface="Calibri"/>
              </a:rPr>
              <a:t> </a:t>
            </a:r>
            <a:r>
              <a:rPr kumimoji="0" sz="2300" b="0" i="0" u="none" strike="noStrike" kern="0" cap="none" spc="0" normalizeH="0" baseline="0" noProof="0" dirty="0">
                <a:ln>
                  <a:noFill/>
                </a:ln>
                <a:solidFill>
                  <a:srgbClr val="262E37"/>
                </a:solidFill>
                <a:effectLst/>
                <a:uLnTx/>
                <a:uFillTx/>
                <a:latin typeface="Calibri"/>
                <a:cs typeface="Calibri"/>
              </a:rPr>
              <a:t>ont</a:t>
            </a:r>
            <a:r>
              <a:rPr kumimoji="0" sz="2300" b="0" i="0" u="none" strike="noStrike" kern="0" cap="none" spc="180" normalizeH="0" baseline="0" noProof="0" dirty="0">
                <a:ln>
                  <a:noFill/>
                </a:ln>
                <a:solidFill>
                  <a:srgbClr val="262E37"/>
                </a:solidFill>
                <a:effectLst/>
                <a:uLnTx/>
                <a:uFillTx/>
                <a:latin typeface="Calibri"/>
                <a:cs typeface="Calibri"/>
              </a:rPr>
              <a:t> </a:t>
            </a:r>
            <a:r>
              <a:rPr kumimoji="0" sz="2300" b="0" i="0" u="none" strike="noStrike" kern="0" cap="none" spc="150" normalizeH="0" baseline="0" noProof="0" dirty="0">
                <a:ln>
                  <a:noFill/>
                </a:ln>
                <a:solidFill>
                  <a:srgbClr val="262E37"/>
                </a:solidFill>
                <a:effectLst/>
                <a:uLnTx/>
                <a:uFillTx/>
                <a:latin typeface="Calibri"/>
                <a:cs typeface="Calibri"/>
              </a:rPr>
              <a:t>des</a:t>
            </a:r>
            <a:r>
              <a:rPr kumimoji="0" sz="2300" b="0" i="0" u="none" strike="noStrike" kern="0" cap="none" spc="180" normalizeH="0" baseline="0" noProof="0" dirty="0">
                <a:ln>
                  <a:noFill/>
                </a:ln>
                <a:solidFill>
                  <a:srgbClr val="262E37"/>
                </a:solidFill>
                <a:effectLst/>
                <a:uLnTx/>
                <a:uFillTx/>
                <a:latin typeface="Calibri"/>
                <a:cs typeface="Calibri"/>
              </a:rPr>
              <a:t> </a:t>
            </a:r>
            <a:r>
              <a:rPr kumimoji="0" sz="2300" b="0" i="0" u="none" strike="noStrike" kern="0" cap="none" spc="90" normalizeH="0" baseline="0" noProof="0" dirty="0">
                <a:ln>
                  <a:noFill/>
                </a:ln>
                <a:solidFill>
                  <a:srgbClr val="262E37"/>
                </a:solidFill>
                <a:effectLst/>
                <a:uLnTx/>
                <a:uFillTx/>
                <a:latin typeface="Calibri"/>
                <a:cs typeface="Calibri"/>
              </a:rPr>
              <a:t>habitudes</a:t>
            </a:r>
            <a:r>
              <a:rPr kumimoji="0" sz="2300" b="0" i="0" u="none" strike="noStrike" kern="0" cap="none" spc="180" normalizeH="0" baseline="0" noProof="0" dirty="0">
                <a:ln>
                  <a:noFill/>
                </a:ln>
                <a:solidFill>
                  <a:srgbClr val="262E37"/>
                </a:solidFill>
                <a:effectLst/>
                <a:uLnTx/>
                <a:uFillTx/>
                <a:latin typeface="Calibri"/>
                <a:cs typeface="Calibri"/>
              </a:rPr>
              <a:t> </a:t>
            </a:r>
            <a:r>
              <a:rPr kumimoji="0" sz="2300" b="0" i="0" u="none" strike="noStrike" kern="0" cap="none" spc="0" normalizeH="0" baseline="0" noProof="0" dirty="0">
                <a:ln>
                  <a:noFill/>
                </a:ln>
                <a:solidFill>
                  <a:srgbClr val="262E37"/>
                </a:solidFill>
                <a:effectLst/>
                <a:uLnTx/>
                <a:uFillTx/>
                <a:latin typeface="Calibri"/>
                <a:cs typeface="Calibri"/>
              </a:rPr>
              <a:t>et</a:t>
            </a:r>
            <a:r>
              <a:rPr kumimoji="0" sz="2300" b="0" i="0" u="none" strike="noStrike" kern="0" cap="none" spc="180" normalizeH="0" baseline="0" noProof="0" dirty="0">
                <a:ln>
                  <a:noFill/>
                </a:ln>
                <a:solidFill>
                  <a:srgbClr val="262E37"/>
                </a:solidFill>
                <a:effectLst/>
                <a:uLnTx/>
                <a:uFillTx/>
                <a:latin typeface="Calibri"/>
                <a:cs typeface="Calibri"/>
              </a:rPr>
              <a:t> </a:t>
            </a:r>
            <a:r>
              <a:rPr kumimoji="0" sz="2300" b="0" i="0" u="none" strike="noStrike" kern="0" cap="none" spc="150" normalizeH="0" baseline="0" noProof="0" dirty="0">
                <a:ln>
                  <a:noFill/>
                </a:ln>
                <a:solidFill>
                  <a:srgbClr val="262E37"/>
                </a:solidFill>
                <a:effectLst/>
                <a:uLnTx/>
                <a:uFillTx/>
                <a:latin typeface="Calibri"/>
                <a:cs typeface="Calibri"/>
              </a:rPr>
              <a:t>des</a:t>
            </a:r>
            <a:r>
              <a:rPr kumimoji="0" sz="2300" b="0" i="0" u="none" strike="noStrike" kern="0" cap="none" spc="180" normalizeH="0" baseline="0" noProof="0" dirty="0">
                <a:ln>
                  <a:noFill/>
                </a:ln>
                <a:solidFill>
                  <a:srgbClr val="262E37"/>
                </a:solidFill>
                <a:effectLst/>
                <a:uLnTx/>
                <a:uFillTx/>
                <a:latin typeface="Calibri"/>
                <a:cs typeface="Calibri"/>
              </a:rPr>
              <a:t> </a:t>
            </a:r>
            <a:r>
              <a:rPr kumimoji="0" sz="2300" b="0" i="0" u="none" strike="noStrike" kern="0" cap="none" spc="0" normalizeH="0" baseline="0" noProof="0" dirty="0">
                <a:ln>
                  <a:noFill/>
                </a:ln>
                <a:solidFill>
                  <a:srgbClr val="262E37"/>
                </a:solidFill>
                <a:effectLst/>
                <a:uLnTx/>
                <a:uFillTx/>
                <a:latin typeface="Calibri"/>
                <a:cs typeface="Calibri"/>
              </a:rPr>
              <a:t>attentes</a:t>
            </a:r>
            <a:r>
              <a:rPr kumimoji="0" sz="2300" b="0" i="0" u="none" strike="noStrike" kern="0" cap="none" spc="180" normalizeH="0" baseline="0" noProof="0" dirty="0">
                <a:ln>
                  <a:noFill/>
                </a:ln>
                <a:solidFill>
                  <a:srgbClr val="262E37"/>
                </a:solidFill>
                <a:effectLst/>
                <a:uLnTx/>
                <a:uFillTx/>
                <a:latin typeface="Calibri"/>
                <a:cs typeface="Calibri"/>
              </a:rPr>
              <a:t> </a:t>
            </a:r>
            <a:r>
              <a:rPr kumimoji="0" sz="2300" b="0" i="0" u="none" strike="noStrike" kern="0" cap="none" spc="135" normalizeH="0" baseline="0" noProof="0" dirty="0">
                <a:ln>
                  <a:noFill/>
                </a:ln>
                <a:solidFill>
                  <a:srgbClr val="262E37"/>
                </a:solidFill>
                <a:effectLst/>
                <a:uLnTx/>
                <a:uFillTx/>
                <a:latin typeface="Calibri"/>
                <a:cs typeface="Calibri"/>
              </a:rPr>
              <a:t>issues</a:t>
            </a:r>
            <a:r>
              <a:rPr kumimoji="0" sz="2300" b="0" i="0" u="none" strike="noStrike" kern="0" cap="none" spc="180" normalizeH="0" baseline="0" noProof="0" dirty="0">
                <a:ln>
                  <a:noFill/>
                </a:ln>
                <a:solidFill>
                  <a:srgbClr val="262E37"/>
                </a:solidFill>
                <a:effectLst/>
                <a:uLnTx/>
                <a:uFillTx/>
                <a:latin typeface="Calibri"/>
                <a:cs typeface="Calibri"/>
              </a:rPr>
              <a:t> </a:t>
            </a:r>
            <a:r>
              <a:rPr kumimoji="0" sz="2300" b="0" i="0" u="none" strike="noStrike" kern="0" cap="none" spc="125" normalizeH="0" baseline="0" noProof="0" dirty="0">
                <a:ln>
                  <a:noFill/>
                </a:ln>
                <a:solidFill>
                  <a:srgbClr val="262E37"/>
                </a:solidFill>
                <a:effectLst/>
                <a:uLnTx/>
                <a:uFillTx/>
                <a:latin typeface="Calibri"/>
                <a:cs typeface="Calibri"/>
              </a:rPr>
              <a:t>des</a:t>
            </a:r>
            <a:endParaRPr kumimoji="0" sz="2300" b="0" i="0" u="none" strike="noStrike" kern="0" cap="none" spc="0" normalizeH="0" baseline="0" noProof="0">
              <a:ln>
                <a:noFill/>
              </a:ln>
              <a:solidFill>
                <a:sysClr val="windowText" lastClr="000000"/>
              </a:solidFill>
              <a:effectLst/>
              <a:uLnTx/>
              <a:uFillTx/>
              <a:latin typeface="Calibri"/>
              <a:cs typeface="Calibri"/>
            </a:endParaRPr>
          </a:p>
        </p:txBody>
      </p:sp>
      <p:sp>
        <p:nvSpPr>
          <p:cNvPr id="6" name="object 6"/>
          <p:cNvSpPr txBox="1"/>
          <p:nvPr/>
        </p:nvSpPr>
        <p:spPr>
          <a:xfrm>
            <a:off x="625508" y="4377106"/>
            <a:ext cx="5141595" cy="2227580"/>
          </a:xfrm>
          <a:prstGeom prst="rect">
            <a:avLst/>
          </a:prstGeom>
        </p:spPr>
        <p:txBody>
          <a:bodyPr vert="horz" wrap="square" lIns="0" tIns="163195" rIns="0" bIns="0" rtlCol="0">
            <a:spAutoFit/>
          </a:bodyPr>
          <a:lstStyle/>
          <a:p>
            <a:pPr marL="385445" marR="0" lvl="0" indent="0" defTabSz="914400" eaLnBrk="1" fontAlgn="auto" latinLnBrk="0" hangingPunct="1">
              <a:lnSpc>
                <a:spcPct val="100000"/>
              </a:lnSpc>
              <a:spcBef>
                <a:spcPts val="1285"/>
              </a:spcBef>
              <a:spcAft>
                <a:spcPts val="0"/>
              </a:spcAft>
              <a:buClrTx/>
              <a:buSzTx/>
              <a:buFontTx/>
              <a:buNone/>
              <a:tabLst/>
              <a:defRPr/>
            </a:pPr>
            <a:r>
              <a:rPr kumimoji="0" sz="2300" b="0" i="0" u="none" strike="noStrike" kern="0" cap="none" spc="165" normalizeH="0" baseline="0" noProof="0" dirty="0">
                <a:ln>
                  <a:noFill/>
                </a:ln>
                <a:solidFill>
                  <a:srgbClr val="262E37"/>
                </a:solidFill>
                <a:effectLst/>
                <a:uLnTx/>
                <a:uFillTx/>
                <a:latin typeface="Calibri"/>
                <a:cs typeface="Calibri"/>
              </a:rPr>
              <a:t>apps</a:t>
            </a:r>
            <a:r>
              <a:rPr kumimoji="0" sz="2300" b="0" i="0" u="none" strike="noStrike" kern="0" cap="none" spc="130" normalizeH="0" baseline="0" noProof="0" dirty="0">
                <a:ln>
                  <a:noFill/>
                </a:ln>
                <a:solidFill>
                  <a:srgbClr val="262E37"/>
                </a:solidFill>
                <a:effectLst/>
                <a:uLnTx/>
                <a:uFillTx/>
                <a:latin typeface="Calibri"/>
                <a:cs typeface="Calibri"/>
              </a:rPr>
              <a:t> </a:t>
            </a:r>
            <a:r>
              <a:rPr kumimoji="0" sz="2300" b="0" i="0" u="none" strike="noStrike" kern="0" cap="none" spc="80" normalizeH="0" baseline="0" noProof="0" dirty="0">
                <a:ln>
                  <a:noFill/>
                </a:ln>
                <a:solidFill>
                  <a:srgbClr val="262E37"/>
                </a:solidFill>
                <a:effectLst/>
                <a:uLnTx/>
                <a:uFillTx/>
                <a:latin typeface="Calibri"/>
                <a:cs typeface="Calibri"/>
              </a:rPr>
              <a:t>(disponibles</a:t>
            </a:r>
            <a:r>
              <a:rPr kumimoji="0" sz="2300" b="0" i="0" u="none" strike="noStrike" kern="0" cap="none" spc="135" normalizeH="0" baseline="0" noProof="0" dirty="0">
                <a:ln>
                  <a:noFill/>
                </a:ln>
                <a:solidFill>
                  <a:srgbClr val="262E37"/>
                </a:solidFill>
                <a:effectLst/>
                <a:uLnTx/>
                <a:uFillTx/>
                <a:latin typeface="Calibri"/>
                <a:cs typeface="Calibri"/>
              </a:rPr>
              <a:t> </a:t>
            </a:r>
            <a:r>
              <a:rPr kumimoji="0" sz="2300" b="0" i="0" u="none" strike="noStrike" kern="0" cap="none" spc="85" normalizeH="0" baseline="0" noProof="0" dirty="0">
                <a:ln>
                  <a:noFill/>
                </a:ln>
                <a:solidFill>
                  <a:srgbClr val="262E37"/>
                </a:solidFill>
                <a:effectLst/>
                <a:uLnTx/>
                <a:uFillTx/>
                <a:latin typeface="Calibri"/>
                <a:cs typeface="Calibri"/>
              </a:rPr>
              <a:t>sur</a:t>
            </a:r>
            <a:r>
              <a:rPr kumimoji="0" sz="2300" b="0" i="0" u="none" strike="noStrike" kern="0" cap="none" spc="135" normalizeH="0" baseline="0" noProof="0" dirty="0">
                <a:ln>
                  <a:noFill/>
                </a:ln>
                <a:solidFill>
                  <a:srgbClr val="262E37"/>
                </a:solidFill>
                <a:effectLst/>
                <a:uLnTx/>
                <a:uFillTx/>
                <a:latin typeface="Calibri"/>
                <a:cs typeface="Calibri"/>
              </a:rPr>
              <a:t> </a:t>
            </a:r>
            <a:r>
              <a:rPr kumimoji="0" sz="2300" b="0" i="0" u="none" strike="noStrike" kern="0" cap="none" spc="100" normalizeH="0" baseline="0" noProof="0" dirty="0">
                <a:ln>
                  <a:noFill/>
                </a:ln>
                <a:solidFill>
                  <a:srgbClr val="262E37"/>
                </a:solidFill>
                <a:effectLst/>
                <a:uLnTx/>
                <a:uFillTx/>
                <a:latin typeface="Calibri"/>
                <a:cs typeface="Calibri"/>
              </a:rPr>
              <a:t>les</a:t>
            </a:r>
            <a:r>
              <a:rPr kumimoji="0" sz="2300" b="0" i="0" u="none" strike="noStrike" kern="0" cap="none" spc="135" normalizeH="0" baseline="0" noProof="0" dirty="0">
                <a:ln>
                  <a:noFill/>
                </a:ln>
                <a:solidFill>
                  <a:srgbClr val="262E37"/>
                </a:solidFill>
                <a:effectLst/>
                <a:uLnTx/>
                <a:uFillTx/>
                <a:latin typeface="Calibri"/>
                <a:cs typeface="Calibri"/>
              </a:rPr>
              <a:t> </a:t>
            </a:r>
            <a:r>
              <a:rPr kumimoji="0" sz="2300" b="0" i="0" u="none" strike="noStrike" kern="0" cap="none" spc="55" normalizeH="0" baseline="0" noProof="0" dirty="0">
                <a:ln>
                  <a:noFill/>
                </a:ln>
                <a:solidFill>
                  <a:srgbClr val="262E37"/>
                </a:solidFill>
                <a:effectLst/>
                <a:uLnTx/>
                <a:uFillTx/>
                <a:latin typeface="Calibri"/>
                <a:cs typeface="Calibri"/>
              </a:rPr>
              <a:t>mobiles)</a:t>
            </a:r>
            <a:endParaRPr kumimoji="0" sz="2300" b="0" i="0" u="none" strike="noStrike" kern="0" cap="none" spc="0" normalizeH="0" baseline="0" noProof="0" dirty="0">
              <a:ln>
                <a:noFill/>
              </a:ln>
              <a:solidFill>
                <a:sysClr val="windowText" lastClr="000000"/>
              </a:solidFill>
              <a:effectLst/>
              <a:uLnTx/>
              <a:uFillTx/>
              <a:latin typeface="Calibri"/>
              <a:cs typeface="Calibri"/>
            </a:endParaRPr>
          </a:p>
          <a:p>
            <a:pPr marL="385445" marR="588645" lvl="0" indent="-373380" defTabSz="914400" eaLnBrk="1" fontAlgn="auto" latinLnBrk="0" hangingPunct="1">
              <a:lnSpc>
                <a:spcPct val="99700"/>
              </a:lnSpc>
              <a:spcBef>
                <a:spcPts val="1190"/>
              </a:spcBef>
              <a:spcAft>
                <a:spcPts val="0"/>
              </a:spcAft>
              <a:buClr>
                <a:srgbClr val="12717A"/>
              </a:buClr>
              <a:buSzTx/>
              <a:buFont typeface="Arial"/>
              <a:buChar char="●"/>
              <a:tabLst>
                <a:tab pos="385445" algn="l"/>
              </a:tabLst>
              <a:defRPr/>
            </a:pPr>
            <a:r>
              <a:rPr kumimoji="0" sz="2300" b="0" i="0" u="none" strike="noStrike" kern="0" cap="none" spc="195" normalizeH="0" baseline="0" noProof="0" dirty="0">
                <a:ln>
                  <a:noFill/>
                </a:ln>
                <a:solidFill>
                  <a:srgbClr val="262E37"/>
                </a:solidFill>
                <a:effectLst/>
                <a:uLnTx/>
                <a:uFillTx/>
                <a:latin typeface="Calibri"/>
                <a:cs typeface="Calibri"/>
              </a:rPr>
              <a:t>Les</a:t>
            </a:r>
            <a:r>
              <a:rPr kumimoji="0" sz="2300" b="0" i="0" u="none" strike="noStrike" kern="0" cap="none" spc="120" normalizeH="0" baseline="0" noProof="0" dirty="0">
                <a:ln>
                  <a:noFill/>
                </a:ln>
                <a:solidFill>
                  <a:srgbClr val="262E37"/>
                </a:solidFill>
                <a:effectLst/>
                <a:uLnTx/>
                <a:uFillTx/>
                <a:latin typeface="Calibri"/>
                <a:cs typeface="Calibri"/>
              </a:rPr>
              <a:t> </a:t>
            </a:r>
            <a:r>
              <a:rPr kumimoji="0" sz="2300" b="0" i="0" u="none" strike="noStrike" kern="0" cap="none" spc="114" normalizeH="0" baseline="0" noProof="0" dirty="0">
                <a:ln>
                  <a:noFill/>
                </a:ln>
                <a:solidFill>
                  <a:srgbClr val="262E37"/>
                </a:solidFill>
                <a:effectLst/>
                <a:uLnTx/>
                <a:uFillTx/>
                <a:latin typeface="Calibri"/>
                <a:cs typeface="Calibri"/>
              </a:rPr>
              <a:t>données</a:t>
            </a:r>
            <a:r>
              <a:rPr kumimoji="0" sz="2300" b="0" i="0" u="none" strike="noStrike" kern="0" cap="none" spc="120" normalizeH="0" baseline="0" noProof="0" dirty="0">
                <a:ln>
                  <a:noFill/>
                </a:ln>
                <a:solidFill>
                  <a:srgbClr val="262E37"/>
                </a:solidFill>
                <a:effectLst/>
                <a:uLnTx/>
                <a:uFillTx/>
                <a:latin typeface="Calibri"/>
                <a:cs typeface="Calibri"/>
              </a:rPr>
              <a:t> </a:t>
            </a:r>
            <a:r>
              <a:rPr kumimoji="0" sz="2300" b="0" i="0" u="none" strike="noStrike" kern="0" cap="none" spc="105" normalizeH="0" baseline="0" noProof="0" dirty="0">
                <a:ln>
                  <a:noFill/>
                </a:ln>
                <a:solidFill>
                  <a:srgbClr val="262E37"/>
                </a:solidFill>
                <a:effectLst/>
                <a:uLnTx/>
                <a:uFillTx/>
                <a:latin typeface="Calibri"/>
                <a:cs typeface="Calibri"/>
              </a:rPr>
              <a:t>disponibles</a:t>
            </a:r>
            <a:r>
              <a:rPr kumimoji="0" sz="2300" b="0" i="0" u="none" strike="noStrike" kern="0" cap="none" spc="120" normalizeH="0" baseline="0" noProof="0" dirty="0">
                <a:ln>
                  <a:noFill/>
                </a:ln>
                <a:solidFill>
                  <a:srgbClr val="262E37"/>
                </a:solidFill>
                <a:effectLst/>
                <a:uLnTx/>
                <a:uFillTx/>
                <a:latin typeface="Calibri"/>
                <a:cs typeface="Calibri"/>
              </a:rPr>
              <a:t> </a:t>
            </a:r>
            <a:r>
              <a:rPr kumimoji="0" sz="2300" b="0" i="0" u="none" strike="noStrike" kern="0" cap="none" spc="45" normalizeH="0" baseline="0" noProof="0" dirty="0">
                <a:ln>
                  <a:noFill/>
                </a:ln>
                <a:solidFill>
                  <a:srgbClr val="262E37"/>
                </a:solidFill>
                <a:effectLst/>
                <a:uLnTx/>
                <a:uFillTx/>
                <a:latin typeface="Calibri"/>
                <a:cs typeface="Calibri"/>
              </a:rPr>
              <a:t>pour </a:t>
            </a:r>
            <a:r>
              <a:rPr kumimoji="0" sz="2300" b="0" i="0" u="none" strike="noStrike" kern="0" cap="none" spc="0" normalizeH="0" baseline="0" noProof="0" dirty="0">
                <a:ln>
                  <a:noFill/>
                </a:ln>
                <a:solidFill>
                  <a:srgbClr val="262E37"/>
                </a:solidFill>
                <a:effectLst/>
                <a:uLnTx/>
                <a:uFillTx/>
                <a:latin typeface="Calibri"/>
                <a:cs typeface="Calibri"/>
              </a:rPr>
              <a:t>l'entreprise</a:t>
            </a:r>
            <a:r>
              <a:rPr kumimoji="0" sz="2300" b="0" i="0" u="none" strike="noStrike" kern="0" cap="none" spc="240" normalizeH="0" baseline="0" noProof="0" dirty="0">
                <a:ln>
                  <a:noFill/>
                </a:ln>
                <a:solidFill>
                  <a:srgbClr val="262E37"/>
                </a:solidFill>
                <a:effectLst/>
                <a:uLnTx/>
                <a:uFillTx/>
                <a:latin typeface="Calibri"/>
                <a:cs typeface="Calibri"/>
              </a:rPr>
              <a:t> </a:t>
            </a:r>
            <a:r>
              <a:rPr kumimoji="0" sz="2300" b="0" i="0" u="none" strike="noStrike" kern="0" cap="none" spc="85" normalizeH="0" baseline="0" noProof="0" dirty="0">
                <a:ln>
                  <a:noFill/>
                </a:ln>
                <a:solidFill>
                  <a:srgbClr val="262E37"/>
                </a:solidFill>
                <a:effectLst/>
                <a:uLnTx/>
                <a:uFillTx/>
                <a:latin typeface="Calibri"/>
                <a:cs typeface="Calibri"/>
              </a:rPr>
              <a:t>sont</a:t>
            </a:r>
            <a:r>
              <a:rPr kumimoji="0" sz="2300" b="0" i="0" u="none" strike="noStrike" kern="0" cap="none" spc="240" normalizeH="0" baseline="0" noProof="0" dirty="0">
                <a:ln>
                  <a:noFill/>
                </a:ln>
                <a:solidFill>
                  <a:srgbClr val="262E37"/>
                </a:solidFill>
                <a:effectLst/>
                <a:uLnTx/>
                <a:uFillTx/>
                <a:latin typeface="Calibri"/>
                <a:cs typeface="Calibri"/>
              </a:rPr>
              <a:t> </a:t>
            </a:r>
            <a:r>
              <a:rPr kumimoji="0" sz="2300" b="0" i="0" u="none" strike="noStrike" kern="0" cap="none" spc="100" normalizeH="0" baseline="0" noProof="0" dirty="0">
                <a:ln>
                  <a:noFill/>
                </a:ln>
                <a:solidFill>
                  <a:srgbClr val="262E37"/>
                </a:solidFill>
                <a:effectLst/>
                <a:uLnTx/>
                <a:uFillTx/>
                <a:latin typeface="Calibri"/>
                <a:cs typeface="Calibri"/>
              </a:rPr>
              <a:t>de</a:t>
            </a:r>
            <a:r>
              <a:rPr kumimoji="0" sz="2300" b="0" i="0" u="none" strike="noStrike" kern="0" cap="none" spc="240" normalizeH="0" baseline="0" noProof="0" dirty="0">
                <a:ln>
                  <a:noFill/>
                </a:ln>
                <a:solidFill>
                  <a:srgbClr val="262E37"/>
                </a:solidFill>
                <a:effectLst/>
                <a:uLnTx/>
                <a:uFillTx/>
                <a:latin typeface="Calibri"/>
                <a:cs typeface="Calibri"/>
              </a:rPr>
              <a:t> </a:t>
            </a:r>
            <a:r>
              <a:rPr kumimoji="0" sz="2300" b="0" i="0" u="none" strike="noStrike" kern="0" cap="none" spc="105" normalizeH="0" baseline="0" noProof="0" dirty="0">
                <a:ln>
                  <a:noFill/>
                </a:ln>
                <a:solidFill>
                  <a:srgbClr val="262E37"/>
                </a:solidFill>
                <a:effectLst/>
                <a:uLnTx/>
                <a:uFillTx/>
                <a:latin typeface="Calibri"/>
                <a:cs typeface="Calibri"/>
              </a:rPr>
              <a:t>plus</a:t>
            </a:r>
            <a:r>
              <a:rPr kumimoji="0" sz="2300" b="0" i="0" u="none" strike="noStrike" kern="0" cap="none" spc="240" normalizeH="0" baseline="0" noProof="0" dirty="0">
                <a:ln>
                  <a:noFill/>
                </a:ln>
                <a:solidFill>
                  <a:srgbClr val="262E37"/>
                </a:solidFill>
                <a:effectLst/>
                <a:uLnTx/>
                <a:uFillTx/>
                <a:latin typeface="Calibri"/>
                <a:cs typeface="Calibri"/>
              </a:rPr>
              <a:t> </a:t>
            </a:r>
            <a:r>
              <a:rPr kumimoji="0" sz="2300" b="0" i="0" u="none" strike="noStrike" kern="0" cap="none" spc="65" normalizeH="0" baseline="0" noProof="0" dirty="0">
                <a:ln>
                  <a:noFill/>
                </a:ln>
                <a:solidFill>
                  <a:srgbClr val="262E37"/>
                </a:solidFill>
                <a:effectLst/>
                <a:uLnTx/>
                <a:uFillTx/>
                <a:latin typeface="Calibri"/>
                <a:cs typeface="Calibri"/>
              </a:rPr>
              <a:t>en</a:t>
            </a:r>
            <a:r>
              <a:rPr kumimoji="0" sz="2300" b="0" i="0" u="none" strike="noStrike" kern="0" cap="none" spc="240" normalizeH="0" baseline="0" noProof="0" dirty="0">
                <a:ln>
                  <a:noFill/>
                </a:ln>
                <a:solidFill>
                  <a:srgbClr val="262E37"/>
                </a:solidFill>
                <a:effectLst/>
                <a:uLnTx/>
                <a:uFillTx/>
                <a:latin typeface="Calibri"/>
                <a:cs typeface="Calibri"/>
              </a:rPr>
              <a:t> </a:t>
            </a:r>
            <a:r>
              <a:rPr kumimoji="0" sz="2300" b="0" i="0" u="none" strike="noStrike" kern="0" cap="none" spc="85" normalizeH="0" baseline="0" noProof="0" dirty="0">
                <a:ln>
                  <a:noFill/>
                </a:ln>
                <a:solidFill>
                  <a:srgbClr val="262E37"/>
                </a:solidFill>
                <a:effectLst/>
                <a:uLnTx/>
                <a:uFillTx/>
                <a:latin typeface="Calibri"/>
                <a:cs typeface="Calibri"/>
              </a:rPr>
              <a:t>plus </a:t>
            </a:r>
            <a:r>
              <a:rPr kumimoji="0" sz="2300" b="0" i="0" u="none" strike="noStrike" kern="0" cap="none" spc="90" normalizeH="0" baseline="0" noProof="0" dirty="0">
                <a:ln>
                  <a:noFill/>
                </a:ln>
                <a:solidFill>
                  <a:srgbClr val="262E37"/>
                </a:solidFill>
                <a:effectLst/>
                <a:uLnTx/>
                <a:uFillTx/>
                <a:latin typeface="Calibri"/>
                <a:cs typeface="Calibri"/>
              </a:rPr>
              <a:t>nombreuses</a:t>
            </a:r>
            <a:endParaRPr kumimoji="0" sz="2300" b="0" i="0" u="none" strike="noStrike" kern="0" cap="none" spc="0" normalizeH="0" baseline="0" noProof="0" dirty="0">
              <a:ln>
                <a:noFill/>
              </a:ln>
              <a:solidFill>
                <a:sysClr val="windowText" lastClr="000000"/>
              </a:solidFill>
              <a:effectLst/>
              <a:uLnTx/>
              <a:uFillTx/>
              <a:latin typeface="Calibri"/>
              <a:cs typeface="Calibri"/>
            </a:endParaRPr>
          </a:p>
          <a:p>
            <a:pPr marL="385445" marR="0" lvl="0" indent="-372745" defTabSz="914400" eaLnBrk="1" fontAlgn="auto" latinLnBrk="0" hangingPunct="1">
              <a:lnSpc>
                <a:spcPct val="100000"/>
              </a:lnSpc>
              <a:spcBef>
                <a:spcPts val="1185"/>
              </a:spcBef>
              <a:spcAft>
                <a:spcPts val="0"/>
              </a:spcAft>
              <a:buClr>
                <a:srgbClr val="12717A"/>
              </a:buClr>
              <a:buSzTx/>
              <a:buFont typeface="Arial"/>
              <a:buChar char="●"/>
              <a:tabLst>
                <a:tab pos="385445" algn="l"/>
              </a:tabLst>
              <a:defRPr/>
            </a:pPr>
            <a:r>
              <a:rPr kumimoji="0" sz="2300" b="0" i="0" u="none" strike="noStrike" kern="0" cap="none" spc="170" normalizeH="0" baseline="0" noProof="0" dirty="0">
                <a:ln>
                  <a:noFill/>
                </a:ln>
                <a:solidFill>
                  <a:srgbClr val="262E37"/>
                </a:solidFill>
                <a:effectLst/>
                <a:uLnTx/>
                <a:uFillTx/>
                <a:latin typeface="Calibri"/>
                <a:cs typeface="Calibri"/>
              </a:rPr>
              <a:t>Le</a:t>
            </a:r>
            <a:r>
              <a:rPr kumimoji="0" sz="2300" b="0" i="0" u="none" strike="noStrike" kern="0" cap="none" spc="160" normalizeH="0" baseline="0" noProof="0" dirty="0">
                <a:ln>
                  <a:noFill/>
                </a:ln>
                <a:solidFill>
                  <a:srgbClr val="262E37"/>
                </a:solidFill>
                <a:effectLst/>
                <a:uLnTx/>
                <a:uFillTx/>
                <a:latin typeface="Calibri"/>
                <a:cs typeface="Calibri"/>
              </a:rPr>
              <a:t> </a:t>
            </a:r>
            <a:r>
              <a:rPr kumimoji="0" sz="2300" b="0" i="0" u="none" strike="noStrike" kern="0" cap="none" spc="0" normalizeH="0" baseline="0" noProof="0" dirty="0">
                <a:ln>
                  <a:noFill/>
                </a:ln>
                <a:solidFill>
                  <a:srgbClr val="262E37"/>
                </a:solidFill>
                <a:effectLst/>
                <a:uLnTx/>
                <a:uFillTx/>
                <a:latin typeface="Calibri"/>
                <a:cs typeface="Calibri"/>
              </a:rPr>
              <a:t>time</a:t>
            </a:r>
            <a:r>
              <a:rPr kumimoji="0" sz="2300" b="0" i="0" u="none" strike="noStrike" kern="0" cap="none" spc="165" normalizeH="0" baseline="0" noProof="0" dirty="0">
                <a:ln>
                  <a:noFill/>
                </a:ln>
                <a:solidFill>
                  <a:srgbClr val="262E37"/>
                </a:solidFill>
                <a:effectLst/>
                <a:uLnTx/>
                <a:uFillTx/>
                <a:latin typeface="Calibri"/>
                <a:cs typeface="Calibri"/>
              </a:rPr>
              <a:t> </a:t>
            </a:r>
            <a:r>
              <a:rPr kumimoji="0" sz="2300" b="0" i="0" u="none" strike="noStrike" kern="0" cap="none" spc="0" normalizeH="0" baseline="0" noProof="0" dirty="0">
                <a:ln>
                  <a:noFill/>
                </a:ln>
                <a:solidFill>
                  <a:srgbClr val="262E37"/>
                </a:solidFill>
                <a:effectLst/>
                <a:uLnTx/>
                <a:uFillTx/>
                <a:latin typeface="Calibri"/>
                <a:cs typeface="Calibri"/>
              </a:rPr>
              <a:t>to</a:t>
            </a:r>
            <a:r>
              <a:rPr kumimoji="0" sz="2300" b="0" i="0" u="none" strike="noStrike" kern="0" cap="none" spc="165" normalizeH="0" baseline="0" noProof="0" dirty="0">
                <a:ln>
                  <a:noFill/>
                </a:ln>
                <a:solidFill>
                  <a:srgbClr val="262E37"/>
                </a:solidFill>
                <a:effectLst/>
                <a:uLnTx/>
                <a:uFillTx/>
                <a:latin typeface="Calibri"/>
                <a:cs typeface="Calibri"/>
              </a:rPr>
              <a:t> </a:t>
            </a:r>
            <a:r>
              <a:rPr kumimoji="0" sz="2300" b="0" i="0" u="none" strike="noStrike" kern="0" cap="none" spc="65" normalizeH="0" baseline="0" noProof="0" dirty="0">
                <a:ln>
                  <a:noFill/>
                </a:ln>
                <a:solidFill>
                  <a:srgbClr val="262E37"/>
                </a:solidFill>
                <a:effectLst/>
                <a:uLnTx/>
                <a:uFillTx/>
                <a:latin typeface="Calibri"/>
                <a:cs typeface="Calibri"/>
              </a:rPr>
              <a:t>value</a:t>
            </a:r>
            <a:r>
              <a:rPr kumimoji="0" sz="2300" b="0" i="0" u="none" strike="noStrike" kern="0" cap="none" spc="165" normalizeH="0" baseline="0" noProof="0" dirty="0">
                <a:ln>
                  <a:noFill/>
                </a:ln>
                <a:solidFill>
                  <a:srgbClr val="262E37"/>
                </a:solidFill>
                <a:effectLst/>
                <a:uLnTx/>
                <a:uFillTx/>
                <a:latin typeface="Calibri"/>
                <a:cs typeface="Calibri"/>
              </a:rPr>
              <a:t> </a:t>
            </a:r>
            <a:r>
              <a:rPr kumimoji="0" sz="2300" b="0" i="0" u="none" strike="noStrike" kern="0" cap="none" spc="0" normalizeH="0" baseline="0" noProof="0" dirty="0">
                <a:ln>
                  <a:noFill/>
                </a:ln>
                <a:solidFill>
                  <a:srgbClr val="262E37"/>
                </a:solidFill>
                <a:effectLst/>
                <a:uLnTx/>
                <a:uFillTx/>
                <a:latin typeface="Calibri"/>
                <a:cs typeface="Calibri"/>
              </a:rPr>
              <a:t>doit</a:t>
            </a:r>
            <a:r>
              <a:rPr kumimoji="0" sz="2300" b="0" i="0" u="none" strike="noStrike" kern="0" cap="none" spc="165" normalizeH="0" baseline="0" noProof="0" dirty="0">
                <a:ln>
                  <a:noFill/>
                </a:ln>
                <a:solidFill>
                  <a:srgbClr val="262E37"/>
                </a:solidFill>
                <a:effectLst/>
                <a:uLnTx/>
                <a:uFillTx/>
                <a:latin typeface="Calibri"/>
                <a:cs typeface="Calibri"/>
              </a:rPr>
              <a:t> </a:t>
            </a:r>
            <a:r>
              <a:rPr kumimoji="0" sz="2300" b="0" i="0" u="none" strike="noStrike" kern="0" cap="none" spc="0" normalizeH="0" baseline="0" noProof="0" dirty="0">
                <a:ln>
                  <a:noFill/>
                </a:ln>
                <a:solidFill>
                  <a:srgbClr val="262E37"/>
                </a:solidFill>
                <a:effectLst/>
                <a:uLnTx/>
                <a:uFillTx/>
                <a:latin typeface="Calibri"/>
                <a:cs typeface="Calibri"/>
              </a:rPr>
              <a:t>être</a:t>
            </a:r>
            <a:r>
              <a:rPr kumimoji="0" sz="2300" b="0" i="0" u="none" strike="noStrike" kern="0" cap="none" spc="165" normalizeH="0" baseline="0" noProof="0" dirty="0">
                <a:ln>
                  <a:noFill/>
                </a:ln>
                <a:solidFill>
                  <a:srgbClr val="262E37"/>
                </a:solidFill>
                <a:effectLst/>
                <a:uLnTx/>
                <a:uFillTx/>
                <a:latin typeface="Calibri"/>
                <a:cs typeface="Calibri"/>
              </a:rPr>
              <a:t> </a:t>
            </a:r>
            <a:r>
              <a:rPr kumimoji="0" sz="2300" b="0" i="0" u="none" strike="noStrike" kern="0" cap="none" spc="105" normalizeH="0" baseline="0" noProof="0" dirty="0">
                <a:ln>
                  <a:noFill/>
                </a:ln>
                <a:solidFill>
                  <a:srgbClr val="262E37"/>
                </a:solidFill>
                <a:effectLst/>
                <a:uLnTx/>
                <a:uFillTx/>
                <a:latin typeface="Calibri"/>
                <a:cs typeface="Calibri"/>
              </a:rPr>
              <a:t>plus</a:t>
            </a:r>
            <a:r>
              <a:rPr kumimoji="0" sz="2300" b="0" i="0" u="none" strike="noStrike" kern="0" cap="none" spc="165" normalizeH="0" baseline="0" noProof="0" dirty="0">
                <a:ln>
                  <a:noFill/>
                </a:ln>
                <a:solidFill>
                  <a:srgbClr val="262E37"/>
                </a:solidFill>
                <a:effectLst/>
                <a:uLnTx/>
                <a:uFillTx/>
                <a:latin typeface="Calibri"/>
                <a:cs typeface="Calibri"/>
              </a:rPr>
              <a:t> </a:t>
            </a:r>
            <a:r>
              <a:rPr kumimoji="0" sz="2300" b="0" i="0" u="none" strike="noStrike" kern="0" cap="none" spc="45" normalizeH="0" baseline="0" noProof="0" dirty="0">
                <a:ln>
                  <a:noFill/>
                </a:ln>
                <a:solidFill>
                  <a:srgbClr val="262E37"/>
                </a:solidFill>
                <a:effectLst/>
                <a:uLnTx/>
                <a:uFillTx/>
                <a:latin typeface="Calibri"/>
                <a:cs typeface="Calibri"/>
              </a:rPr>
              <a:t>rapide</a:t>
            </a:r>
            <a:endParaRPr kumimoji="0" sz="2300" b="0" i="0" u="none" strike="noStrike" kern="0" cap="none" spc="0" normalizeH="0" baseline="0" noProof="0" dirty="0">
              <a:ln>
                <a:noFill/>
              </a:ln>
              <a:solidFill>
                <a:sysClr val="windowText" lastClr="000000"/>
              </a:solidFill>
              <a:effectLst/>
              <a:uLnTx/>
              <a:uFillTx/>
              <a:latin typeface="Calibri"/>
              <a:cs typeface="Calibri"/>
            </a:endParaRPr>
          </a:p>
        </p:txBody>
      </p:sp>
      <p:sp>
        <p:nvSpPr>
          <p:cNvPr id="7" name="object 7"/>
          <p:cNvSpPr/>
          <p:nvPr/>
        </p:nvSpPr>
        <p:spPr>
          <a:xfrm>
            <a:off x="6564203" y="4669883"/>
            <a:ext cx="2994660" cy="1934804"/>
          </a:xfrm>
          <a:custGeom>
            <a:avLst/>
            <a:gdLst/>
            <a:ahLst/>
            <a:cxnLst/>
            <a:rect l="l" t="t" r="r" b="b"/>
            <a:pathLst>
              <a:path w="2994659" h="2139315">
                <a:moveTo>
                  <a:pt x="2994189" y="2139209"/>
                </a:moveTo>
                <a:lnTo>
                  <a:pt x="0" y="2139209"/>
                </a:lnTo>
                <a:lnTo>
                  <a:pt x="0" y="0"/>
                </a:lnTo>
                <a:lnTo>
                  <a:pt x="2994189" y="0"/>
                </a:lnTo>
                <a:lnTo>
                  <a:pt x="2994189" y="2139209"/>
                </a:lnTo>
                <a:close/>
              </a:path>
            </a:pathLst>
          </a:custGeom>
          <a:solidFill>
            <a:srgbClr val="DAEEF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8"/>
          <p:cNvSpPr txBox="1"/>
          <p:nvPr/>
        </p:nvSpPr>
        <p:spPr>
          <a:xfrm>
            <a:off x="6676058" y="4693631"/>
            <a:ext cx="2769235" cy="1690847"/>
          </a:xfrm>
          <a:prstGeom prst="rect">
            <a:avLst/>
          </a:prstGeom>
        </p:spPr>
        <p:txBody>
          <a:bodyPr vert="horz" wrap="square" lIns="0" tIns="23495" rIns="0" bIns="0" rtlCol="0">
            <a:spAutoFit/>
          </a:bodyPr>
          <a:lstStyle/>
          <a:p>
            <a:pPr marL="12065" marR="5080" lvl="0" indent="0" algn="ctr" defTabSz="914400" eaLnBrk="1" fontAlgn="auto" latinLnBrk="0" hangingPunct="1">
              <a:lnSpc>
                <a:spcPts val="2630"/>
              </a:lnSpc>
              <a:spcBef>
                <a:spcPts val="185"/>
              </a:spcBef>
              <a:spcAft>
                <a:spcPts val="0"/>
              </a:spcAft>
              <a:buClrTx/>
              <a:buSzTx/>
              <a:buFontTx/>
              <a:buNone/>
              <a:tabLst/>
              <a:defRPr/>
            </a:pPr>
            <a:r>
              <a:rPr kumimoji="0" sz="2200" b="0" i="0" u="none" strike="noStrike" kern="0" cap="none" spc="0" normalizeH="0" baseline="0" noProof="0" dirty="0">
                <a:ln>
                  <a:noFill/>
                </a:ln>
                <a:solidFill>
                  <a:srgbClr val="3E3E3E"/>
                </a:solidFill>
                <a:effectLst/>
                <a:uLnTx/>
                <a:uFillTx/>
                <a:latin typeface="Calibri"/>
                <a:cs typeface="Calibri"/>
              </a:rPr>
              <a:t>Pour</a:t>
            </a:r>
            <a:r>
              <a:rPr kumimoji="0" sz="2200" b="0" i="0" u="none" strike="noStrike" kern="0" cap="none" spc="-65" normalizeH="0" baseline="0" noProof="0" dirty="0">
                <a:ln>
                  <a:noFill/>
                </a:ln>
                <a:solidFill>
                  <a:srgbClr val="3E3E3E"/>
                </a:solidFill>
                <a:effectLst/>
                <a:uLnTx/>
                <a:uFillTx/>
                <a:latin typeface="Calibri"/>
                <a:cs typeface="Calibri"/>
              </a:rPr>
              <a:t> </a:t>
            </a:r>
            <a:r>
              <a:rPr kumimoji="0" sz="2200" b="0" i="0" u="none" strike="noStrike" kern="0" cap="none" spc="0" normalizeH="0" baseline="0" noProof="0" dirty="0">
                <a:ln>
                  <a:noFill/>
                </a:ln>
                <a:solidFill>
                  <a:srgbClr val="3E3E3E"/>
                </a:solidFill>
                <a:effectLst/>
                <a:uLnTx/>
                <a:uFillTx/>
                <a:latin typeface="Calibri"/>
                <a:cs typeface="Calibri"/>
              </a:rPr>
              <a:t>faire</a:t>
            </a:r>
            <a:r>
              <a:rPr kumimoji="0" sz="2200" b="0" i="0" u="none" strike="noStrike" kern="0" cap="none" spc="-65" normalizeH="0" baseline="0" noProof="0" dirty="0">
                <a:ln>
                  <a:noFill/>
                </a:ln>
                <a:solidFill>
                  <a:srgbClr val="3E3E3E"/>
                </a:solidFill>
                <a:effectLst/>
                <a:uLnTx/>
                <a:uFillTx/>
                <a:latin typeface="Calibri"/>
                <a:cs typeface="Calibri"/>
              </a:rPr>
              <a:t> </a:t>
            </a:r>
            <a:r>
              <a:rPr kumimoji="0" sz="2200" b="0" i="0" u="none" strike="noStrike" kern="0" cap="none" spc="0" normalizeH="0" baseline="0" noProof="0" dirty="0">
                <a:ln>
                  <a:noFill/>
                </a:ln>
                <a:solidFill>
                  <a:srgbClr val="3E3E3E"/>
                </a:solidFill>
                <a:effectLst/>
                <a:uLnTx/>
                <a:uFillTx/>
                <a:latin typeface="Calibri"/>
                <a:cs typeface="Calibri"/>
              </a:rPr>
              <a:t>face</a:t>
            </a:r>
            <a:r>
              <a:rPr kumimoji="0" sz="2200" b="0" i="0" u="none" strike="noStrike" kern="0" cap="none" spc="-65" normalizeH="0" baseline="0" noProof="0" dirty="0">
                <a:ln>
                  <a:noFill/>
                </a:ln>
                <a:solidFill>
                  <a:srgbClr val="3E3E3E"/>
                </a:solidFill>
                <a:effectLst/>
                <a:uLnTx/>
                <a:uFillTx/>
                <a:latin typeface="Calibri"/>
                <a:cs typeface="Calibri"/>
              </a:rPr>
              <a:t> </a:t>
            </a:r>
            <a:r>
              <a:rPr kumimoji="0" sz="2200" b="0" i="0" u="none" strike="noStrike" kern="0" cap="none" spc="0" normalizeH="0" baseline="0" noProof="0" dirty="0">
                <a:ln>
                  <a:noFill/>
                </a:ln>
                <a:solidFill>
                  <a:srgbClr val="3E3E3E"/>
                </a:solidFill>
                <a:effectLst/>
                <a:uLnTx/>
                <a:uFillTx/>
                <a:latin typeface="Calibri"/>
                <a:cs typeface="Calibri"/>
              </a:rPr>
              <a:t>à</a:t>
            </a:r>
            <a:r>
              <a:rPr kumimoji="0" sz="2200" b="0" i="0" u="none" strike="noStrike" kern="0" cap="none" spc="-65" normalizeH="0" baseline="0" noProof="0" dirty="0">
                <a:ln>
                  <a:noFill/>
                </a:ln>
                <a:solidFill>
                  <a:srgbClr val="3E3E3E"/>
                </a:solidFill>
                <a:effectLst/>
                <a:uLnTx/>
                <a:uFillTx/>
                <a:latin typeface="Calibri"/>
                <a:cs typeface="Calibri"/>
              </a:rPr>
              <a:t> </a:t>
            </a:r>
            <a:r>
              <a:rPr kumimoji="0" sz="2200" b="0" i="0" u="none" strike="noStrike" kern="0" cap="none" spc="-25" normalizeH="0" baseline="0" noProof="0" dirty="0">
                <a:ln>
                  <a:noFill/>
                </a:ln>
                <a:solidFill>
                  <a:srgbClr val="3E3E3E"/>
                </a:solidFill>
                <a:effectLst/>
                <a:uLnTx/>
                <a:uFillTx/>
                <a:latin typeface="Calibri"/>
                <a:cs typeface="Calibri"/>
              </a:rPr>
              <a:t>ces </a:t>
            </a:r>
            <a:r>
              <a:rPr kumimoji="0" sz="2200" b="0" i="0" u="none" strike="noStrike" kern="0" cap="none" spc="0" normalizeH="0" baseline="0" noProof="0" dirty="0">
                <a:ln>
                  <a:noFill/>
                </a:ln>
                <a:solidFill>
                  <a:srgbClr val="3E3E3E"/>
                </a:solidFill>
                <a:effectLst/>
                <a:uLnTx/>
                <a:uFillTx/>
                <a:latin typeface="Calibri"/>
                <a:cs typeface="Calibri"/>
              </a:rPr>
              <a:t>conditions</a:t>
            </a:r>
            <a:r>
              <a:rPr kumimoji="0" sz="2200" b="0" i="0" u="none" strike="noStrike" kern="0" cap="none" spc="-65" normalizeH="0" baseline="0" noProof="0" dirty="0">
                <a:ln>
                  <a:noFill/>
                </a:ln>
                <a:solidFill>
                  <a:srgbClr val="3E3E3E"/>
                </a:solidFill>
                <a:effectLst/>
                <a:uLnTx/>
                <a:uFillTx/>
                <a:latin typeface="Calibri"/>
                <a:cs typeface="Calibri"/>
              </a:rPr>
              <a:t> </a:t>
            </a:r>
            <a:r>
              <a:rPr kumimoji="0" sz="2200" b="0" i="0" u="none" strike="noStrike" kern="0" cap="none" spc="-10" normalizeH="0" baseline="0" noProof="0" dirty="0">
                <a:ln>
                  <a:noFill/>
                </a:ln>
                <a:solidFill>
                  <a:srgbClr val="3E3E3E"/>
                </a:solidFill>
                <a:effectLst/>
                <a:uLnTx/>
                <a:uFillTx/>
                <a:latin typeface="Calibri"/>
                <a:cs typeface="Calibri"/>
              </a:rPr>
              <a:t>changeantes, </a:t>
            </a:r>
            <a:r>
              <a:rPr kumimoji="0" sz="2200" b="0" i="0" u="none" strike="noStrike" kern="0" cap="none" spc="0" normalizeH="0" baseline="0" noProof="0" dirty="0">
                <a:ln>
                  <a:noFill/>
                </a:ln>
                <a:solidFill>
                  <a:srgbClr val="3E3E3E"/>
                </a:solidFill>
                <a:effectLst/>
                <a:uLnTx/>
                <a:uFillTx/>
                <a:latin typeface="Calibri"/>
                <a:cs typeface="Calibri"/>
              </a:rPr>
              <a:t>l’IT</a:t>
            </a:r>
            <a:r>
              <a:rPr kumimoji="0" sz="2200" b="0" i="0" u="none" strike="noStrike" kern="0" cap="none" spc="-45" normalizeH="0" baseline="0" noProof="0" dirty="0">
                <a:ln>
                  <a:noFill/>
                </a:ln>
                <a:solidFill>
                  <a:srgbClr val="3E3E3E"/>
                </a:solidFill>
                <a:effectLst/>
                <a:uLnTx/>
                <a:uFillTx/>
                <a:latin typeface="Calibri"/>
                <a:cs typeface="Calibri"/>
              </a:rPr>
              <a:t> </a:t>
            </a:r>
            <a:r>
              <a:rPr kumimoji="0" sz="2200" b="0" i="0" u="none" strike="noStrike" kern="0" cap="none" spc="0" normalizeH="0" baseline="0" noProof="0" dirty="0">
                <a:ln>
                  <a:noFill/>
                </a:ln>
                <a:solidFill>
                  <a:srgbClr val="3E3E3E"/>
                </a:solidFill>
                <a:effectLst/>
                <a:uLnTx/>
                <a:uFillTx/>
                <a:latin typeface="Calibri"/>
                <a:cs typeface="Calibri"/>
              </a:rPr>
              <a:t>doit</a:t>
            </a:r>
            <a:r>
              <a:rPr kumimoji="0" sz="2200" b="0" i="0" u="none" strike="noStrike" kern="0" cap="none" spc="-40" normalizeH="0" baseline="0" noProof="0" dirty="0">
                <a:ln>
                  <a:noFill/>
                </a:ln>
                <a:solidFill>
                  <a:srgbClr val="3E3E3E"/>
                </a:solidFill>
                <a:effectLst/>
                <a:uLnTx/>
                <a:uFillTx/>
                <a:latin typeface="Calibri"/>
                <a:cs typeface="Calibri"/>
              </a:rPr>
              <a:t> </a:t>
            </a:r>
            <a:r>
              <a:rPr kumimoji="0" sz="2200" b="0" i="0" u="none" strike="noStrike" kern="0" cap="none" spc="0" normalizeH="0" baseline="0" noProof="0" dirty="0">
                <a:ln>
                  <a:noFill/>
                </a:ln>
                <a:solidFill>
                  <a:srgbClr val="3E3E3E"/>
                </a:solidFill>
                <a:effectLst/>
                <a:uLnTx/>
                <a:uFillTx/>
                <a:latin typeface="Calibri"/>
                <a:cs typeface="Calibri"/>
              </a:rPr>
              <a:t>adapter</a:t>
            </a:r>
            <a:r>
              <a:rPr kumimoji="0" sz="2200" b="0" i="0" u="none" strike="noStrike" kern="0" cap="none" spc="-45" normalizeH="0" baseline="0" noProof="0" dirty="0">
                <a:ln>
                  <a:noFill/>
                </a:ln>
                <a:solidFill>
                  <a:srgbClr val="3E3E3E"/>
                </a:solidFill>
                <a:effectLst/>
                <a:uLnTx/>
                <a:uFillTx/>
                <a:latin typeface="Calibri"/>
                <a:cs typeface="Calibri"/>
              </a:rPr>
              <a:t> </a:t>
            </a:r>
            <a:r>
              <a:rPr kumimoji="0" sz="2200" b="0" i="0" u="none" strike="noStrike" kern="0" cap="none" spc="-25" normalizeH="0" baseline="0" noProof="0" dirty="0">
                <a:ln>
                  <a:noFill/>
                </a:ln>
                <a:solidFill>
                  <a:srgbClr val="3E3E3E"/>
                </a:solidFill>
                <a:effectLst/>
                <a:uLnTx/>
                <a:uFillTx/>
                <a:latin typeface="Calibri"/>
                <a:cs typeface="Calibri"/>
              </a:rPr>
              <a:t>sa </a:t>
            </a:r>
            <a:r>
              <a:rPr kumimoji="0" sz="2200" b="0" i="0" u="none" strike="noStrike" kern="0" cap="none" spc="0" normalizeH="0" baseline="0" noProof="0" dirty="0">
                <a:ln>
                  <a:noFill/>
                </a:ln>
                <a:solidFill>
                  <a:srgbClr val="3E3E3E"/>
                </a:solidFill>
                <a:effectLst/>
                <a:uLnTx/>
                <a:uFillTx/>
                <a:latin typeface="Calibri"/>
                <a:cs typeface="Calibri"/>
              </a:rPr>
              <a:t>culture,</a:t>
            </a:r>
            <a:r>
              <a:rPr kumimoji="0" sz="2200" b="0" i="0" u="none" strike="noStrike" kern="0" cap="none" spc="-80" normalizeH="0" baseline="0" noProof="0" dirty="0">
                <a:ln>
                  <a:noFill/>
                </a:ln>
                <a:solidFill>
                  <a:srgbClr val="3E3E3E"/>
                </a:solidFill>
                <a:effectLst/>
                <a:uLnTx/>
                <a:uFillTx/>
                <a:latin typeface="Calibri"/>
                <a:cs typeface="Calibri"/>
              </a:rPr>
              <a:t> </a:t>
            </a:r>
            <a:r>
              <a:rPr kumimoji="0" sz="2200" b="0" i="0" u="none" strike="noStrike" kern="0" cap="none" spc="0" normalizeH="0" baseline="0" noProof="0" dirty="0">
                <a:ln>
                  <a:noFill/>
                </a:ln>
                <a:solidFill>
                  <a:srgbClr val="3E3E3E"/>
                </a:solidFill>
                <a:effectLst/>
                <a:uLnTx/>
                <a:uFillTx/>
                <a:latin typeface="Calibri"/>
                <a:cs typeface="Calibri"/>
              </a:rPr>
              <a:t>ses</a:t>
            </a:r>
            <a:r>
              <a:rPr kumimoji="0" sz="2200" b="0" i="0" u="none" strike="noStrike" kern="0" cap="none" spc="-75" normalizeH="0" baseline="0" noProof="0" dirty="0">
                <a:ln>
                  <a:noFill/>
                </a:ln>
                <a:solidFill>
                  <a:srgbClr val="3E3E3E"/>
                </a:solidFill>
                <a:effectLst/>
                <a:uLnTx/>
                <a:uFillTx/>
                <a:latin typeface="Calibri"/>
                <a:cs typeface="Calibri"/>
              </a:rPr>
              <a:t> </a:t>
            </a:r>
            <a:r>
              <a:rPr kumimoji="0" sz="2200" b="0" i="0" u="none" strike="noStrike" kern="0" cap="none" spc="0" normalizeH="0" baseline="0" noProof="0" dirty="0">
                <a:ln>
                  <a:noFill/>
                </a:ln>
                <a:solidFill>
                  <a:srgbClr val="3E3E3E"/>
                </a:solidFill>
                <a:effectLst/>
                <a:uLnTx/>
                <a:uFillTx/>
                <a:latin typeface="Calibri"/>
                <a:cs typeface="Calibri"/>
              </a:rPr>
              <a:t>pratiques</a:t>
            </a:r>
            <a:r>
              <a:rPr kumimoji="0" sz="2200" b="0" i="0" u="none" strike="noStrike" kern="0" cap="none" spc="-75" normalizeH="0" baseline="0" noProof="0" dirty="0">
                <a:ln>
                  <a:noFill/>
                </a:ln>
                <a:solidFill>
                  <a:srgbClr val="3E3E3E"/>
                </a:solidFill>
                <a:effectLst/>
                <a:uLnTx/>
                <a:uFillTx/>
                <a:latin typeface="Calibri"/>
                <a:cs typeface="Calibri"/>
              </a:rPr>
              <a:t> </a:t>
            </a:r>
            <a:r>
              <a:rPr kumimoji="0" sz="2200" b="0" i="0" u="none" strike="noStrike" kern="0" cap="none" spc="-25" normalizeH="0" baseline="0" noProof="0" dirty="0">
                <a:ln>
                  <a:noFill/>
                </a:ln>
                <a:solidFill>
                  <a:srgbClr val="3E3E3E"/>
                </a:solidFill>
                <a:effectLst/>
                <a:uLnTx/>
                <a:uFillTx/>
                <a:latin typeface="Calibri"/>
                <a:cs typeface="Calibri"/>
              </a:rPr>
              <a:t>et </a:t>
            </a:r>
            <a:r>
              <a:rPr kumimoji="0" sz="2200" b="0" i="0" u="none" strike="noStrike" kern="0" cap="none" spc="0" normalizeH="0" baseline="0" noProof="0" dirty="0">
                <a:ln>
                  <a:noFill/>
                </a:ln>
                <a:solidFill>
                  <a:srgbClr val="3E3E3E"/>
                </a:solidFill>
                <a:effectLst/>
                <a:uLnTx/>
                <a:uFillTx/>
                <a:latin typeface="Calibri"/>
                <a:cs typeface="Calibri"/>
              </a:rPr>
              <a:t>son</a:t>
            </a:r>
            <a:r>
              <a:rPr kumimoji="0" sz="2200" b="0" i="0" u="none" strike="noStrike" kern="0" cap="none" spc="-25" normalizeH="0" baseline="0" noProof="0" dirty="0">
                <a:ln>
                  <a:noFill/>
                </a:ln>
                <a:solidFill>
                  <a:srgbClr val="3E3E3E"/>
                </a:solidFill>
                <a:effectLst/>
                <a:uLnTx/>
                <a:uFillTx/>
                <a:latin typeface="Calibri"/>
                <a:cs typeface="Calibri"/>
              </a:rPr>
              <a:t> </a:t>
            </a:r>
            <a:r>
              <a:rPr kumimoji="0" sz="2200" b="0" i="0" u="none" strike="noStrike" kern="0" cap="none" spc="-10" normalizeH="0" baseline="0" noProof="0" dirty="0" err="1">
                <a:ln>
                  <a:noFill/>
                </a:ln>
                <a:solidFill>
                  <a:srgbClr val="3E3E3E"/>
                </a:solidFill>
                <a:effectLst/>
                <a:uLnTx/>
                <a:uFillTx/>
                <a:latin typeface="Calibri"/>
                <a:cs typeface="Calibri"/>
              </a:rPr>
              <a:t>automatisation</a:t>
            </a:r>
            <a:endParaRPr kumimoji="0" sz="2200" b="0" i="0" u="none" strike="noStrike" kern="0" cap="none" spc="0" normalizeH="0" baseline="0" noProof="0" dirty="0">
              <a:ln>
                <a:noFill/>
              </a:ln>
              <a:solidFill>
                <a:sysClr val="windowText" lastClr="000000"/>
              </a:solidFill>
              <a:effectLst/>
              <a:uLnTx/>
              <a:uFillTx/>
              <a:latin typeface="Calibri"/>
              <a:cs typeface="Calibri"/>
            </a:endParaRPr>
          </a:p>
        </p:txBody>
      </p:sp>
      <p:sp>
        <p:nvSpPr>
          <p:cNvPr id="9" name="object 9"/>
          <p:cNvSpPr txBox="1">
            <a:spLocks noGrp="1"/>
          </p:cNvSpPr>
          <p:nvPr>
            <p:ph type="sldNum" sz="quarter" idx="7"/>
          </p:nvPr>
        </p:nvSpPr>
        <p:spPr>
          <a:prstGeom prst="rect">
            <a:avLst/>
          </a:prstGeom>
        </p:spPr>
        <p:txBody>
          <a:bodyPr vert="horz" wrap="square" lIns="0" tIns="8255" rIns="0" bIns="0" rtlCol="0">
            <a:spAutoFit/>
          </a:bodyPr>
          <a:lstStyle/>
          <a:p>
            <a:pPr marL="80010" marR="0" lvl="0" indent="0" defTabSz="914400" eaLnBrk="1" fontAlgn="auto" latinLnBrk="0" hangingPunct="1">
              <a:lnSpc>
                <a:spcPct val="100000"/>
              </a:lnSpc>
              <a:spcBef>
                <a:spcPts val="65"/>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prstClr val="white"/>
                </a:solidFill>
                <a:effectLst/>
                <a:uLnTx/>
                <a:uFillTx/>
                <a:latin typeface="Calibri"/>
                <a:cs typeface="Calibri"/>
              </a:rPr>
              <a:pPr marL="80010" marR="0" lvl="0" indent="0" defTabSz="914400" eaLnBrk="1" fontAlgn="auto" latinLnBrk="0" hangingPunct="1">
                <a:lnSpc>
                  <a:spcPct val="100000"/>
                </a:lnSpc>
                <a:spcBef>
                  <a:spcPts val="65"/>
                </a:spcBef>
                <a:spcAft>
                  <a:spcPts val="0"/>
                </a:spcAft>
                <a:buClrTx/>
                <a:buSzTx/>
                <a:buFontTx/>
                <a:buNone/>
                <a:tabLst/>
                <a:defRPr/>
              </a:pPr>
              <a:t>12</a:t>
            </a:fld>
            <a:endParaRPr kumimoji="0" sz="1200" b="0" i="0" u="none" strike="noStrike" kern="0" cap="none" spc="-25" normalizeH="0" baseline="0" noProof="0" dirty="0">
              <a:ln>
                <a:noFill/>
              </a:ln>
              <a:solidFill>
                <a:prstClr val="white"/>
              </a:solidFill>
              <a:effectLst/>
              <a:uLnTx/>
              <a:uFillTx/>
              <a:latin typeface="Calibri"/>
              <a:cs typeface="Calibri"/>
            </a:endParaRPr>
          </a:p>
        </p:txBody>
      </p:sp>
    </p:spTree>
    <p:extLst>
      <p:ext uri="{BB962C8B-B14F-4D97-AF65-F5344CB8AC3E}">
        <p14:creationId xmlns:p14="http://schemas.microsoft.com/office/powerpoint/2010/main" val="7912750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5" name="Groupe 74"/>
          <p:cNvGrpSpPr/>
          <p:nvPr/>
        </p:nvGrpSpPr>
        <p:grpSpPr>
          <a:xfrm>
            <a:off x="6187696" y="1503695"/>
            <a:ext cx="3947808" cy="3872635"/>
            <a:chOff x="5724128" y="804199"/>
            <a:chExt cx="3234053" cy="3234053"/>
          </a:xfrm>
        </p:grpSpPr>
        <p:sp>
          <p:nvSpPr>
            <p:cNvPr id="73" name="Ellipse 72"/>
            <p:cNvSpPr/>
            <p:nvPr/>
          </p:nvSpPr>
          <p:spPr>
            <a:xfrm>
              <a:off x="5724128" y="804199"/>
              <a:ext cx="3234053" cy="3234053"/>
            </a:xfrm>
            <a:prstGeom prst="ellips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1869" b="0" i="0" u="none" strike="noStrike" kern="0" cap="none" spc="0" normalizeH="0" baseline="0" noProof="0" dirty="0">
                <a:ln>
                  <a:noFill/>
                </a:ln>
                <a:solidFill>
                  <a:srgbClr val="000000"/>
                </a:solidFill>
                <a:effectLst/>
                <a:uLnTx/>
                <a:uFillTx/>
                <a:latin typeface="Calibri"/>
                <a:ea typeface="+mn-ea"/>
                <a:cs typeface="+mn-cs"/>
              </a:endParaRPr>
            </a:p>
          </p:txBody>
        </p:sp>
        <p:sp>
          <p:nvSpPr>
            <p:cNvPr id="58" name="ZoneTexte 57"/>
            <p:cNvSpPr txBox="1"/>
            <p:nvPr/>
          </p:nvSpPr>
          <p:spPr>
            <a:xfrm>
              <a:off x="5957735" y="1566099"/>
              <a:ext cx="2808312" cy="1681482"/>
            </a:xfrm>
            <a:prstGeom prst="rect">
              <a:avLst/>
            </a:prstGeom>
          </p:spPr>
          <p:txBody>
            <a:bodyPr wrap="square" lIns="0" tIns="0" rIns="0" bIns="0" rtlCol="0">
              <a:spAutoFit/>
            </a:bodyP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1869" b="0" i="0" u="none" strike="noStrike" kern="0" cap="none" spc="0" normalizeH="0" baseline="0" noProof="0" dirty="0">
                <a:ln>
                  <a:noFill/>
                </a:ln>
                <a:solidFill>
                  <a:srgbClr val="000000"/>
                </a:solidFill>
                <a:effectLst/>
                <a:uLnTx/>
                <a:uFillTx/>
                <a:latin typeface="Helvetica 55 Roman" panose="020B0604020202020204" pitchFamily="34" charset="0"/>
              </a:endParaRPr>
            </a:p>
            <a:p>
              <a:pPr marL="0" marR="0" lvl="0" indent="0" algn="ctr" defTabSz="1067993" eaLnBrk="1" fontAlgn="auto" latinLnBrk="0" hangingPunct="1">
                <a:lnSpc>
                  <a:spcPct val="100000"/>
                </a:lnSpc>
                <a:spcBef>
                  <a:spcPts val="0"/>
                </a:spcBef>
                <a:spcAft>
                  <a:spcPts val="0"/>
                </a:spcAft>
                <a:buClrTx/>
                <a:buSzTx/>
                <a:buFontTx/>
                <a:buNone/>
                <a:tabLst/>
                <a:defRPr/>
              </a:pPr>
              <a:r>
                <a:rPr kumimoji="0" lang="fr-FR" sz="1869" b="0" i="0" u="none" strike="noStrike" kern="0" cap="none" spc="0" normalizeH="0" baseline="0" noProof="0" dirty="0">
                  <a:ln>
                    <a:noFill/>
                  </a:ln>
                  <a:solidFill>
                    <a:srgbClr val="000000"/>
                  </a:solidFill>
                  <a:effectLst/>
                  <a:uLnTx/>
                  <a:uFillTx/>
                  <a:latin typeface="Helvetica 45 Light" panose="020B0403020202020204" pitchFamily="34" charset="0"/>
                </a:rPr>
                <a:t>L’objectif est de </a:t>
              </a:r>
              <a:r>
                <a:rPr kumimoji="0" lang="fr-FR" sz="1869" b="0" i="0" u="none" strike="noStrike" kern="0" cap="none" spc="0" normalizeH="0" baseline="0" noProof="0" dirty="0">
                  <a:ln>
                    <a:noFill/>
                  </a:ln>
                  <a:solidFill>
                    <a:srgbClr val="000000"/>
                  </a:solidFill>
                  <a:effectLst/>
                  <a:uLnTx/>
                  <a:uFillTx/>
                  <a:latin typeface="Helvetica 75 Bold"/>
                </a:rPr>
                <a:t>délivrer rapidement le logiciel attendu </a:t>
              </a:r>
              <a:r>
                <a:rPr kumimoji="0" lang="fr-FR" sz="1869" b="0" i="0" u="none" strike="noStrike" kern="0" cap="none" spc="0" normalizeH="0" baseline="0" noProof="0" dirty="0">
                  <a:ln>
                    <a:noFill/>
                  </a:ln>
                  <a:solidFill>
                    <a:srgbClr val="000000"/>
                  </a:solidFill>
                  <a:effectLst/>
                  <a:uLnTx/>
                  <a:uFillTx/>
                  <a:latin typeface="Helvetica 45 Light" panose="020B0403020202020204" pitchFamily="34" charset="0"/>
                </a:rPr>
                <a:t>par les clients en garantissant la </a:t>
              </a:r>
              <a:r>
                <a:rPr kumimoji="0" lang="fr-FR" sz="1869" b="0" i="0" u="none" strike="noStrike" kern="0" cap="none" spc="0" normalizeH="0" baseline="0" noProof="0" dirty="0">
                  <a:ln>
                    <a:noFill/>
                  </a:ln>
                  <a:solidFill>
                    <a:srgbClr val="000000"/>
                  </a:solidFill>
                  <a:effectLst/>
                  <a:uLnTx/>
                  <a:uFillTx/>
                  <a:latin typeface="Helvetica 75 Bold"/>
                </a:rPr>
                <a:t>meilleure qualité de service</a:t>
              </a:r>
              <a:endParaRPr kumimoji="0" lang="fr-FR" sz="1869" b="0" i="0" u="none" strike="sngStrike" kern="0" cap="none" spc="0" normalizeH="0" baseline="0" noProof="0" dirty="0">
                <a:ln>
                  <a:noFill/>
                </a:ln>
                <a:solidFill>
                  <a:srgbClr val="000000"/>
                </a:solidFill>
                <a:effectLst/>
                <a:uLnTx/>
                <a:uFillTx/>
                <a:latin typeface="Helvetica 75 Bold"/>
              </a:endParaRPr>
            </a:p>
            <a:p>
              <a:pPr marL="0" marR="0" lvl="0" indent="0" algn="ctr" defTabSz="1067993" eaLnBrk="1" fontAlgn="auto" latinLnBrk="0" hangingPunct="1">
                <a:lnSpc>
                  <a:spcPct val="100000"/>
                </a:lnSpc>
                <a:spcBef>
                  <a:spcPts val="0"/>
                </a:spcBef>
                <a:spcAft>
                  <a:spcPts val="0"/>
                </a:spcAft>
                <a:buClrTx/>
                <a:buSzTx/>
                <a:buFontTx/>
                <a:buNone/>
                <a:tabLst/>
                <a:defRPr/>
              </a:pPr>
              <a:r>
                <a:rPr kumimoji="0" lang="fr-FR" sz="1869" b="0" i="0" u="none" strike="noStrike" kern="0" cap="none" spc="0" normalizeH="0" baseline="0" noProof="0" dirty="0">
                  <a:ln>
                    <a:noFill/>
                  </a:ln>
                  <a:solidFill>
                    <a:srgbClr val="000000"/>
                  </a:solidFill>
                  <a:effectLst/>
                  <a:uLnTx/>
                  <a:uFillTx/>
                  <a:latin typeface="Helvetica 45 Light" panose="020B0403020202020204" pitchFamily="34" charset="0"/>
                </a:rPr>
                <a:t>grâce une synergie bienveillante entre les équipes de « Dev » et d’« Ops ».</a:t>
              </a:r>
              <a:endParaRPr kumimoji="0" lang="fr-FR" sz="1869" b="0" i="0" u="none" strike="noStrike" kern="0" cap="none" spc="0" normalizeH="0" baseline="0" noProof="0" dirty="0">
                <a:ln>
                  <a:noFill/>
                </a:ln>
                <a:solidFill>
                  <a:srgbClr val="000000"/>
                </a:solidFill>
                <a:effectLst/>
                <a:uLnTx/>
                <a:uFillTx/>
                <a:latin typeface="Helvetica 55 Roman" panose="020B0604020202020204" pitchFamily="34" charset="0"/>
              </a:endParaRPr>
            </a:p>
          </p:txBody>
        </p:sp>
      </p:grpSp>
      <p:sp>
        <p:nvSpPr>
          <p:cNvPr id="2" name="Title 1"/>
          <p:cNvSpPr>
            <a:spLocks noGrp="1"/>
          </p:cNvSpPr>
          <p:nvPr>
            <p:ph type="title"/>
          </p:nvPr>
        </p:nvSpPr>
        <p:spPr>
          <a:xfrm>
            <a:off x="426786" y="980090"/>
            <a:ext cx="9946402" cy="369332"/>
          </a:xfrm>
        </p:spPr>
        <p:txBody>
          <a:bodyPr/>
          <a:lstStyle/>
          <a:p>
            <a:r>
              <a:rPr lang="fr-FR" sz="2400" dirty="0">
                <a:solidFill>
                  <a:srgbClr val="0070C0"/>
                </a:solidFill>
                <a:latin typeface="+mn-lt"/>
              </a:rPr>
              <a:t>De l’Agilité vers le </a:t>
            </a:r>
            <a:r>
              <a:rPr lang="fr-FR" sz="2400" dirty="0" err="1">
                <a:solidFill>
                  <a:srgbClr val="0070C0"/>
                </a:solidFill>
                <a:latin typeface="+mn-lt"/>
              </a:rPr>
              <a:t>DevOps</a:t>
            </a:r>
            <a:r>
              <a:rPr lang="fr-FR" sz="2400" dirty="0">
                <a:solidFill>
                  <a:srgbClr val="0070C0"/>
                </a:solidFill>
                <a:latin typeface="+mn-lt"/>
              </a:rPr>
              <a:t> …</a:t>
            </a:r>
          </a:p>
        </p:txBody>
      </p:sp>
      <p:sp>
        <p:nvSpPr>
          <p:cNvPr id="57" name="Rectangle 56"/>
          <p:cNvSpPr/>
          <p:nvPr/>
        </p:nvSpPr>
        <p:spPr>
          <a:xfrm>
            <a:off x="878271" y="4490696"/>
            <a:ext cx="5551217" cy="17439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1869" b="0" i="0" u="none" strike="noStrike" kern="0" cap="none" spc="0" normalizeH="0" baseline="0" noProof="0" dirty="0">
              <a:ln>
                <a:noFill/>
              </a:ln>
              <a:solidFill>
                <a:srgbClr val="000000"/>
              </a:solidFill>
              <a:effectLst/>
              <a:uLnTx/>
              <a:uFillTx/>
              <a:latin typeface="Calibri"/>
              <a:ea typeface="+mn-ea"/>
              <a:cs typeface="+mn-cs"/>
            </a:endParaRPr>
          </a:p>
        </p:txBody>
      </p:sp>
      <p:sp>
        <p:nvSpPr>
          <p:cNvPr id="3" name="Rectangle 2"/>
          <p:cNvSpPr/>
          <p:nvPr/>
        </p:nvSpPr>
        <p:spPr>
          <a:xfrm>
            <a:off x="419378" y="2445692"/>
            <a:ext cx="5551217" cy="2607393"/>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1869" b="0" i="0" u="none" strike="noStrike" kern="0" cap="none" spc="0" normalizeH="0" baseline="0" noProof="0" dirty="0">
              <a:ln>
                <a:noFill/>
              </a:ln>
              <a:solidFill>
                <a:srgbClr val="000000"/>
              </a:solidFill>
              <a:effectLst/>
              <a:uLnTx/>
              <a:uFillTx/>
              <a:latin typeface="Calibri"/>
              <a:ea typeface="+mn-ea"/>
              <a:cs typeface="+mn-cs"/>
            </a:endParaRPr>
          </a:p>
        </p:txBody>
      </p:sp>
      <p:grpSp>
        <p:nvGrpSpPr>
          <p:cNvPr id="49" name="Groupe 48"/>
          <p:cNvGrpSpPr/>
          <p:nvPr/>
        </p:nvGrpSpPr>
        <p:grpSpPr>
          <a:xfrm>
            <a:off x="1178927" y="2917673"/>
            <a:ext cx="4120858" cy="250507"/>
            <a:chOff x="3203848" y="2406269"/>
            <a:chExt cx="3443258" cy="191307"/>
          </a:xfrm>
        </p:grpSpPr>
        <p:sp>
          <p:nvSpPr>
            <p:cNvPr id="51" name="Rectangle 50"/>
            <p:cNvSpPr/>
            <p:nvPr/>
          </p:nvSpPr>
          <p:spPr>
            <a:xfrm>
              <a:off x="3203848" y="2406271"/>
              <a:ext cx="459136" cy="19130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r>
                <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rPr>
                <a:t>Design</a:t>
              </a:r>
            </a:p>
          </p:txBody>
        </p:sp>
        <p:sp>
          <p:nvSpPr>
            <p:cNvPr id="52" name="Rectangle 51"/>
            <p:cNvSpPr/>
            <p:nvPr/>
          </p:nvSpPr>
          <p:spPr>
            <a:xfrm>
              <a:off x="3696093" y="2406271"/>
              <a:ext cx="1719257" cy="19130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r>
                <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rPr>
                <a:t>Code</a:t>
              </a:r>
            </a:p>
          </p:txBody>
        </p:sp>
        <p:sp>
          <p:nvSpPr>
            <p:cNvPr id="53" name="Rectangle 52"/>
            <p:cNvSpPr/>
            <p:nvPr/>
          </p:nvSpPr>
          <p:spPr>
            <a:xfrm>
              <a:off x="5903981" y="2406271"/>
              <a:ext cx="743125" cy="191305"/>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r>
                <a:rPr kumimoji="0" lang="fr-FR" sz="817" b="0" i="0" u="none" strike="noStrike" kern="0" cap="none" spc="0" normalizeH="0" baseline="0" noProof="0" dirty="0">
                  <a:ln>
                    <a:noFill/>
                  </a:ln>
                  <a:solidFill>
                    <a:srgbClr val="FFFFFF"/>
                  </a:solidFill>
                  <a:effectLst/>
                  <a:uLnTx/>
                  <a:uFillTx/>
                  <a:latin typeface="HelveticaNeueLT Std" pitchFamily="34" charset="0"/>
                  <a:ea typeface="+mn-ea"/>
                  <a:cs typeface="+mn-cs"/>
                </a:rPr>
                <a:t>Déploiement</a:t>
              </a:r>
            </a:p>
          </p:txBody>
        </p:sp>
        <p:sp>
          <p:nvSpPr>
            <p:cNvPr id="54" name="Rectangle 53"/>
            <p:cNvSpPr/>
            <p:nvPr/>
          </p:nvSpPr>
          <p:spPr>
            <a:xfrm>
              <a:off x="5450783" y="2406269"/>
              <a:ext cx="417361" cy="19130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r>
                <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rPr>
                <a:t>Test</a:t>
              </a:r>
            </a:p>
          </p:txBody>
        </p:sp>
      </p:grpSp>
      <p:sp>
        <p:nvSpPr>
          <p:cNvPr id="50" name="ZoneTexte 49"/>
          <p:cNvSpPr txBox="1"/>
          <p:nvPr/>
        </p:nvSpPr>
        <p:spPr>
          <a:xfrm>
            <a:off x="1161381" y="2655540"/>
            <a:ext cx="1863681" cy="215765"/>
          </a:xfrm>
          <a:prstGeom prst="rect">
            <a:avLst/>
          </a:prstGeom>
        </p:spPr>
        <p:txBody>
          <a:bodyPr wrap="square" lIns="0" tIns="0" rIns="0" bIns="0" rtlCol="0">
            <a:spAutoFit/>
          </a:bodyPr>
          <a:lstStyle/>
          <a:p>
            <a:pPr marL="0" marR="0" lvl="0" indent="0" defTabSz="1067993" eaLnBrk="1" fontAlgn="auto" latinLnBrk="0" hangingPunct="1">
              <a:lnSpc>
                <a:spcPct val="100000"/>
              </a:lnSpc>
              <a:spcBef>
                <a:spcPts val="0"/>
              </a:spcBef>
              <a:spcAft>
                <a:spcPts val="0"/>
              </a:spcAft>
              <a:buClrTx/>
              <a:buSzTx/>
              <a:buFontTx/>
              <a:buNone/>
              <a:tabLst/>
              <a:defRPr/>
            </a:pPr>
            <a:r>
              <a:rPr kumimoji="0" lang="fr-FR" sz="1402" b="0" i="0" u="none" strike="noStrike" kern="0" cap="none" spc="0" normalizeH="0" baseline="0" noProof="0" dirty="0">
                <a:ln>
                  <a:noFill/>
                </a:ln>
                <a:solidFill>
                  <a:srgbClr val="000000"/>
                </a:solidFill>
                <a:effectLst/>
                <a:uLnTx/>
                <a:uFillTx/>
                <a:latin typeface="Helvetica 75 Bold"/>
              </a:rPr>
              <a:t>Cycle classique (en V)</a:t>
            </a:r>
          </a:p>
        </p:txBody>
      </p:sp>
      <p:grpSp>
        <p:nvGrpSpPr>
          <p:cNvPr id="36" name="Groupe 35"/>
          <p:cNvGrpSpPr/>
          <p:nvPr/>
        </p:nvGrpSpPr>
        <p:grpSpPr>
          <a:xfrm>
            <a:off x="1174640" y="3678700"/>
            <a:ext cx="4125148" cy="255749"/>
            <a:chOff x="3200264" y="2775602"/>
            <a:chExt cx="3446842" cy="195310"/>
          </a:xfrm>
        </p:grpSpPr>
        <p:sp>
          <p:nvSpPr>
            <p:cNvPr id="38" name="Rectangle 37"/>
            <p:cNvSpPr/>
            <p:nvPr/>
          </p:nvSpPr>
          <p:spPr>
            <a:xfrm>
              <a:off x="3200264" y="2779607"/>
              <a:ext cx="459136" cy="19130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endParaRPr>
            </a:p>
          </p:txBody>
        </p:sp>
        <p:sp>
          <p:nvSpPr>
            <p:cNvPr id="39" name="Rectangle 38"/>
            <p:cNvSpPr/>
            <p:nvPr/>
          </p:nvSpPr>
          <p:spPr>
            <a:xfrm>
              <a:off x="3696093" y="2779606"/>
              <a:ext cx="299843" cy="19130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endParaRPr>
            </a:p>
          </p:txBody>
        </p:sp>
        <p:sp>
          <p:nvSpPr>
            <p:cNvPr id="40" name="Rectangle 39"/>
            <p:cNvSpPr/>
            <p:nvPr/>
          </p:nvSpPr>
          <p:spPr>
            <a:xfrm>
              <a:off x="6063147" y="2775602"/>
              <a:ext cx="583959" cy="191305"/>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FFFFFF"/>
                </a:solidFill>
                <a:effectLst/>
                <a:uLnTx/>
                <a:uFillTx/>
                <a:latin typeface="HelveticaNeueLT Std" pitchFamily="34" charset="0"/>
                <a:ea typeface="+mn-ea"/>
                <a:cs typeface="+mn-cs"/>
              </a:endParaRPr>
            </a:p>
          </p:txBody>
        </p:sp>
        <p:sp>
          <p:nvSpPr>
            <p:cNvPr id="41" name="Rectangle 40"/>
            <p:cNvSpPr/>
            <p:nvPr/>
          </p:nvSpPr>
          <p:spPr>
            <a:xfrm>
              <a:off x="4028326" y="2779604"/>
              <a:ext cx="299843" cy="19130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endParaRPr>
            </a:p>
          </p:txBody>
        </p:sp>
        <p:sp>
          <p:nvSpPr>
            <p:cNvPr id="43" name="Rectangle 42"/>
            <p:cNvSpPr/>
            <p:nvPr/>
          </p:nvSpPr>
          <p:spPr>
            <a:xfrm>
              <a:off x="4484388" y="2779606"/>
              <a:ext cx="299843" cy="19130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endParaRPr>
            </a:p>
          </p:txBody>
        </p:sp>
        <p:sp>
          <p:nvSpPr>
            <p:cNvPr id="44" name="Rectangle 43"/>
            <p:cNvSpPr/>
            <p:nvPr/>
          </p:nvSpPr>
          <p:spPr>
            <a:xfrm>
              <a:off x="4816621" y="2779604"/>
              <a:ext cx="299843" cy="19130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endParaRPr>
            </a:p>
          </p:txBody>
        </p:sp>
        <p:sp>
          <p:nvSpPr>
            <p:cNvPr id="46" name="Rectangle 45"/>
            <p:cNvSpPr/>
            <p:nvPr/>
          </p:nvSpPr>
          <p:spPr>
            <a:xfrm>
              <a:off x="5269635" y="2775605"/>
              <a:ext cx="299843" cy="19130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endParaRPr>
            </a:p>
          </p:txBody>
        </p:sp>
        <p:sp>
          <p:nvSpPr>
            <p:cNvPr id="47" name="Rectangle 46"/>
            <p:cNvSpPr/>
            <p:nvPr/>
          </p:nvSpPr>
          <p:spPr>
            <a:xfrm>
              <a:off x="5601868" y="2775603"/>
              <a:ext cx="299843" cy="19130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endParaRPr>
            </a:p>
          </p:txBody>
        </p:sp>
      </p:grpSp>
      <p:sp>
        <p:nvSpPr>
          <p:cNvPr id="37" name="ZoneTexte 36"/>
          <p:cNvSpPr txBox="1"/>
          <p:nvPr/>
        </p:nvSpPr>
        <p:spPr>
          <a:xfrm>
            <a:off x="1174637" y="3436886"/>
            <a:ext cx="1032570" cy="215765"/>
          </a:xfrm>
          <a:prstGeom prst="rect">
            <a:avLst/>
          </a:prstGeom>
        </p:spPr>
        <p:txBody>
          <a:bodyPr wrap="square" lIns="0" tIns="0" rIns="0" bIns="0" rtlCol="0">
            <a:spAutoFit/>
          </a:bodyPr>
          <a:lstStyle/>
          <a:p>
            <a:pPr marL="0" marR="0" lvl="0" indent="0" defTabSz="1067993" eaLnBrk="1" fontAlgn="auto" latinLnBrk="0" hangingPunct="1">
              <a:lnSpc>
                <a:spcPct val="100000"/>
              </a:lnSpc>
              <a:spcBef>
                <a:spcPts val="0"/>
              </a:spcBef>
              <a:spcAft>
                <a:spcPts val="0"/>
              </a:spcAft>
              <a:buClrTx/>
              <a:buSzTx/>
              <a:buFontTx/>
              <a:buNone/>
              <a:tabLst/>
              <a:defRPr/>
            </a:pPr>
            <a:r>
              <a:rPr kumimoji="0" lang="fr-FR" sz="1402" b="0" i="0" u="none" strike="noStrike" kern="0" cap="none" spc="0" normalizeH="0" baseline="0" noProof="0" dirty="0">
                <a:ln>
                  <a:noFill/>
                </a:ln>
                <a:solidFill>
                  <a:srgbClr val="000000"/>
                </a:solidFill>
                <a:effectLst/>
                <a:uLnTx/>
                <a:uFillTx/>
                <a:latin typeface="Helvetica 75 Bold"/>
              </a:rPr>
              <a:t>Agile</a:t>
            </a:r>
          </a:p>
        </p:txBody>
      </p:sp>
      <p:sp>
        <p:nvSpPr>
          <p:cNvPr id="11" name="Rectangle 10"/>
          <p:cNvSpPr/>
          <p:nvPr/>
        </p:nvSpPr>
        <p:spPr>
          <a:xfrm>
            <a:off x="1191170" y="4435476"/>
            <a:ext cx="549489" cy="25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endParaRPr>
          </a:p>
        </p:txBody>
      </p:sp>
      <p:sp>
        <p:nvSpPr>
          <p:cNvPr id="12" name="Rectangle 11"/>
          <p:cNvSpPr/>
          <p:nvPr/>
        </p:nvSpPr>
        <p:spPr>
          <a:xfrm>
            <a:off x="1772779" y="4435476"/>
            <a:ext cx="123560" cy="2505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endParaRPr>
          </a:p>
        </p:txBody>
      </p:sp>
      <p:sp>
        <p:nvSpPr>
          <p:cNvPr id="13" name="Rectangle 12"/>
          <p:cNvSpPr/>
          <p:nvPr/>
        </p:nvSpPr>
        <p:spPr>
          <a:xfrm>
            <a:off x="1931199" y="4435476"/>
            <a:ext cx="123560" cy="25050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endParaRPr>
          </a:p>
        </p:txBody>
      </p:sp>
      <p:sp>
        <p:nvSpPr>
          <p:cNvPr id="14" name="Rectangle 13"/>
          <p:cNvSpPr/>
          <p:nvPr/>
        </p:nvSpPr>
        <p:spPr>
          <a:xfrm>
            <a:off x="2081637" y="4435476"/>
            <a:ext cx="123560" cy="25050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endParaRPr>
          </a:p>
        </p:txBody>
      </p:sp>
      <p:sp>
        <p:nvSpPr>
          <p:cNvPr id="16" name="Rectangle 15"/>
          <p:cNvSpPr/>
          <p:nvPr/>
        </p:nvSpPr>
        <p:spPr>
          <a:xfrm>
            <a:off x="2370058" y="4434579"/>
            <a:ext cx="123560" cy="2505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endParaRPr>
          </a:p>
        </p:txBody>
      </p:sp>
      <p:sp>
        <p:nvSpPr>
          <p:cNvPr id="17" name="Rectangle 16"/>
          <p:cNvSpPr/>
          <p:nvPr/>
        </p:nvSpPr>
        <p:spPr>
          <a:xfrm>
            <a:off x="2515939" y="4437554"/>
            <a:ext cx="123560" cy="25050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endParaRPr>
          </a:p>
        </p:txBody>
      </p:sp>
      <p:sp>
        <p:nvSpPr>
          <p:cNvPr id="18" name="Rectangle 17"/>
          <p:cNvSpPr/>
          <p:nvPr/>
        </p:nvSpPr>
        <p:spPr>
          <a:xfrm>
            <a:off x="2666213" y="4435476"/>
            <a:ext cx="123560" cy="25050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endParaRPr>
          </a:p>
        </p:txBody>
      </p:sp>
      <p:sp>
        <p:nvSpPr>
          <p:cNvPr id="19" name="Rectangle 18"/>
          <p:cNvSpPr/>
          <p:nvPr/>
        </p:nvSpPr>
        <p:spPr>
          <a:xfrm>
            <a:off x="2813362" y="4434577"/>
            <a:ext cx="123560" cy="250503"/>
          </a:xfrm>
          <a:prstGeom prst="rect">
            <a:avLst/>
          </a:prstGeom>
          <a:solidFill>
            <a:srgbClr val="FF7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endParaRPr>
          </a:p>
        </p:txBody>
      </p:sp>
      <p:sp>
        <p:nvSpPr>
          <p:cNvPr id="20" name="Rectangle 19"/>
          <p:cNvSpPr/>
          <p:nvPr/>
        </p:nvSpPr>
        <p:spPr>
          <a:xfrm>
            <a:off x="2963282" y="4438465"/>
            <a:ext cx="123560" cy="2505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endParaRPr>
          </a:p>
        </p:txBody>
      </p:sp>
      <p:sp>
        <p:nvSpPr>
          <p:cNvPr id="21" name="Rectangle 20"/>
          <p:cNvSpPr/>
          <p:nvPr/>
        </p:nvSpPr>
        <p:spPr>
          <a:xfrm>
            <a:off x="3111227" y="4434576"/>
            <a:ext cx="123560" cy="25050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endParaRPr>
          </a:p>
        </p:txBody>
      </p:sp>
      <p:sp>
        <p:nvSpPr>
          <p:cNvPr id="22" name="Rectangle 21"/>
          <p:cNvSpPr/>
          <p:nvPr/>
        </p:nvSpPr>
        <p:spPr>
          <a:xfrm>
            <a:off x="3260041" y="4438465"/>
            <a:ext cx="123560" cy="25050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endParaRPr>
          </a:p>
        </p:txBody>
      </p:sp>
      <p:sp>
        <p:nvSpPr>
          <p:cNvPr id="23" name="Rectangle 22"/>
          <p:cNvSpPr/>
          <p:nvPr/>
        </p:nvSpPr>
        <p:spPr>
          <a:xfrm>
            <a:off x="3415655" y="4437558"/>
            <a:ext cx="123560" cy="250503"/>
          </a:xfrm>
          <a:prstGeom prst="rect">
            <a:avLst/>
          </a:prstGeom>
          <a:solidFill>
            <a:srgbClr val="FF7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endParaRPr>
          </a:p>
        </p:txBody>
      </p:sp>
      <p:sp>
        <p:nvSpPr>
          <p:cNvPr id="24" name="Rectangle 23"/>
          <p:cNvSpPr/>
          <p:nvPr/>
        </p:nvSpPr>
        <p:spPr>
          <a:xfrm>
            <a:off x="3566093" y="4437558"/>
            <a:ext cx="123560" cy="2505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endParaRPr>
          </a:p>
        </p:txBody>
      </p:sp>
      <p:sp>
        <p:nvSpPr>
          <p:cNvPr id="25" name="Rectangle 24"/>
          <p:cNvSpPr/>
          <p:nvPr/>
        </p:nvSpPr>
        <p:spPr>
          <a:xfrm>
            <a:off x="4000247" y="4434576"/>
            <a:ext cx="123560" cy="250503"/>
          </a:xfrm>
          <a:prstGeom prst="rect">
            <a:avLst/>
          </a:prstGeom>
          <a:solidFill>
            <a:srgbClr val="FF7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endParaRPr>
          </a:p>
        </p:txBody>
      </p:sp>
      <p:sp>
        <p:nvSpPr>
          <p:cNvPr id="26" name="Rectangle 25"/>
          <p:cNvSpPr/>
          <p:nvPr/>
        </p:nvSpPr>
        <p:spPr>
          <a:xfrm>
            <a:off x="4150687" y="4434576"/>
            <a:ext cx="123560" cy="2505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endParaRPr>
          </a:p>
        </p:txBody>
      </p:sp>
      <p:sp>
        <p:nvSpPr>
          <p:cNvPr id="27" name="Rectangle 26"/>
          <p:cNvSpPr/>
          <p:nvPr/>
        </p:nvSpPr>
        <p:spPr>
          <a:xfrm>
            <a:off x="3707246" y="4438465"/>
            <a:ext cx="123560" cy="25050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endParaRPr>
          </a:p>
        </p:txBody>
      </p:sp>
      <p:sp>
        <p:nvSpPr>
          <p:cNvPr id="28" name="Rectangle 27"/>
          <p:cNvSpPr/>
          <p:nvPr/>
        </p:nvSpPr>
        <p:spPr>
          <a:xfrm>
            <a:off x="3857685" y="4438465"/>
            <a:ext cx="123560" cy="25050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endParaRPr>
          </a:p>
        </p:txBody>
      </p:sp>
      <p:sp>
        <p:nvSpPr>
          <p:cNvPr id="29" name="Rectangle 28"/>
          <p:cNvSpPr/>
          <p:nvPr/>
        </p:nvSpPr>
        <p:spPr>
          <a:xfrm>
            <a:off x="4296708" y="4435476"/>
            <a:ext cx="123560" cy="25050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endParaRPr>
          </a:p>
        </p:txBody>
      </p:sp>
      <p:sp>
        <p:nvSpPr>
          <p:cNvPr id="30" name="Rectangle 29"/>
          <p:cNvSpPr/>
          <p:nvPr/>
        </p:nvSpPr>
        <p:spPr>
          <a:xfrm>
            <a:off x="4447148" y="4435476"/>
            <a:ext cx="123560" cy="25050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endParaRPr>
          </a:p>
        </p:txBody>
      </p:sp>
      <p:sp>
        <p:nvSpPr>
          <p:cNvPr id="31" name="Rectangle 30"/>
          <p:cNvSpPr/>
          <p:nvPr/>
        </p:nvSpPr>
        <p:spPr>
          <a:xfrm>
            <a:off x="4595213" y="4438465"/>
            <a:ext cx="123560" cy="250503"/>
          </a:xfrm>
          <a:prstGeom prst="rect">
            <a:avLst/>
          </a:prstGeom>
          <a:solidFill>
            <a:srgbClr val="FF7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endParaRPr>
          </a:p>
        </p:txBody>
      </p:sp>
      <p:sp>
        <p:nvSpPr>
          <p:cNvPr id="32" name="Rectangle 31"/>
          <p:cNvSpPr/>
          <p:nvPr/>
        </p:nvSpPr>
        <p:spPr>
          <a:xfrm>
            <a:off x="4745652" y="4438465"/>
            <a:ext cx="123560" cy="250503"/>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endParaRPr>
          </a:p>
        </p:txBody>
      </p:sp>
      <p:sp>
        <p:nvSpPr>
          <p:cNvPr id="33" name="Rectangle 32"/>
          <p:cNvSpPr/>
          <p:nvPr/>
        </p:nvSpPr>
        <p:spPr>
          <a:xfrm>
            <a:off x="4892971" y="4438465"/>
            <a:ext cx="123560" cy="25050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endParaRPr>
          </a:p>
        </p:txBody>
      </p:sp>
      <p:sp>
        <p:nvSpPr>
          <p:cNvPr id="34" name="Rectangle 33"/>
          <p:cNvSpPr/>
          <p:nvPr/>
        </p:nvSpPr>
        <p:spPr>
          <a:xfrm>
            <a:off x="5043410" y="4438465"/>
            <a:ext cx="123560" cy="25050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endParaRPr>
          </a:p>
        </p:txBody>
      </p:sp>
      <p:sp>
        <p:nvSpPr>
          <p:cNvPr id="35" name="Rectangle 34"/>
          <p:cNvSpPr/>
          <p:nvPr/>
        </p:nvSpPr>
        <p:spPr>
          <a:xfrm>
            <a:off x="5192754" y="4438465"/>
            <a:ext cx="123560" cy="250503"/>
          </a:xfrm>
          <a:prstGeom prst="rect">
            <a:avLst/>
          </a:prstGeom>
          <a:solidFill>
            <a:srgbClr val="FF7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endParaRPr>
          </a:p>
        </p:txBody>
      </p:sp>
      <p:sp>
        <p:nvSpPr>
          <p:cNvPr id="10" name="ZoneTexte 9"/>
          <p:cNvSpPr txBox="1"/>
          <p:nvPr/>
        </p:nvSpPr>
        <p:spPr>
          <a:xfrm>
            <a:off x="1174637" y="4197159"/>
            <a:ext cx="2270569" cy="215765"/>
          </a:xfrm>
          <a:prstGeom prst="rect">
            <a:avLst/>
          </a:prstGeom>
        </p:spPr>
        <p:txBody>
          <a:bodyPr wrap="square" lIns="0" tIns="0" rIns="0" bIns="0" rtlCol="0">
            <a:spAutoFit/>
          </a:bodyPr>
          <a:lstStyle/>
          <a:p>
            <a:pPr marL="0" marR="0" lvl="0" indent="0" defTabSz="1067993" eaLnBrk="1" fontAlgn="auto" latinLnBrk="0" hangingPunct="1">
              <a:lnSpc>
                <a:spcPct val="100000"/>
              </a:lnSpc>
              <a:spcBef>
                <a:spcPts val="0"/>
              </a:spcBef>
              <a:spcAft>
                <a:spcPts val="0"/>
              </a:spcAft>
              <a:buClrTx/>
              <a:buSzTx/>
              <a:buFontTx/>
              <a:buNone/>
              <a:tabLst/>
              <a:defRPr/>
            </a:pPr>
            <a:r>
              <a:rPr kumimoji="0" lang="fr-FR" sz="1402" b="0" i="0" u="none" strike="noStrike" kern="0" cap="none" spc="0" normalizeH="0" baseline="0" noProof="0" dirty="0">
                <a:ln>
                  <a:noFill/>
                </a:ln>
                <a:solidFill>
                  <a:srgbClr val="000000"/>
                </a:solidFill>
                <a:effectLst/>
                <a:uLnTx/>
                <a:uFillTx/>
                <a:latin typeface="Helvetica 75 Bold"/>
              </a:rPr>
              <a:t>Déploiement continu</a:t>
            </a:r>
          </a:p>
        </p:txBody>
      </p:sp>
      <p:grpSp>
        <p:nvGrpSpPr>
          <p:cNvPr id="80" name="Groupe 79"/>
          <p:cNvGrpSpPr/>
          <p:nvPr/>
        </p:nvGrpSpPr>
        <p:grpSpPr>
          <a:xfrm rot="16200000">
            <a:off x="8285545" y="4634317"/>
            <a:ext cx="2041429" cy="2110277"/>
            <a:chOff x="6809806" y="2667"/>
            <a:chExt cx="1016361" cy="1045904"/>
          </a:xfrm>
          <a:solidFill>
            <a:schemeClr val="accent6">
              <a:lumMod val="20000"/>
              <a:lumOff val="80000"/>
            </a:schemeClr>
          </a:solidFill>
        </p:grpSpPr>
        <p:sp>
          <p:nvSpPr>
            <p:cNvPr id="82" name="Ellipse 81"/>
            <p:cNvSpPr/>
            <p:nvPr/>
          </p:nvSpPr>
          <p:spPr>
            <a:xfrm>
              <a:off x="6809806" y="64754"/>
              <a:ext cx="1002554" cy="98381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1869" b="0" i="0" u="none" strike="noStrike" kern="0" cap="none" spc="0" normalizeH="0" baseline="0" noProof="0" dirty="0">
                <a:ln>
                  <a:noFill/>
                </a:ln>
                <a:solidFill>
                  <a:srgbClr val="000000"/>
                </a:solidFill>
                <a:effectLst/>
                <a:uLnTx/>
                <a:uFillTx/>
                <a:latin typeface="Calibri"/>
                <a:ea typeface="+mn-ea"/>
                <a:cs typeface="+mn-cs"/>
              </a:endParaRPr>
            </a:p>
          </p:txBody>
        </p:sp>
        <p:sp>
          <p:nvSpPr>
            <p:cNvPr id="83" name="Triangle isocèle 82"/>
            <p:cNvSpPr/>
            <p:nvPr/>
          </p:nvSpPr>
          <p:spPr>
            <a:xfrm rot="13605038" flipH="1" flipV="1">
              <a:off x="7561447" y="-51588"/>
              <a:ext cx="210466" cy="318975"/>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1869" b="0" i="0" u="none" strike="noStrike" kern="0" cap="none" spc="0" normalizeH="0" baseline="0" noProof="0" dirty="0">
                <a:ln>
                  <a:noFill/>
                </a:ln>
                <a:solidFill>
                  <a:srgbClr val="000000"/>
                </a:solidFill>
                <a:effectLst/>
                <a:uLnTx/>
                <a:uFillTx/>
                <a:latin typeface="Calibri"/>
                <a:ea typeface="+mn-ea"/>
                <a:cs typeface="+mn-cs"/>
              </a:endParaRPr>
            </a:p>
          </p:txBody>
        </p:sp>
      </p:grpSp>
      <p:sp>
        <p:nvSpPr>
          <p:cNvPr id="8" name="ZoneTexte 7"/>
          <p:cNvSpPr txBox="1"/>
          <p:nvPr/>
        </p:nvSpPr>
        <p:spPr>
          <a:xfrm>
            <a:off x="8436222" y="5287406"/>
            <a:ext cx="1865356" cy="1132361"/>
          </a:xfrm>
          <a:prstGeom prst="rect">
            <a:avLst/>
          </a:prstGeom>
        </p:spPr>
        <p:txBody>
          <a:bodyPr wrap="square" lIns="0" tIns="0" rIns="0" bIns="0" rtlCol="0">
            <a:spAutoFit/>
          </a:bodyPr>
          <a:lstStyle/>
          <a:p>
            <a:pPr marL="0" marR="0" lvl="0" indent="0" algn="ctr" defTabSz="1067993" eaLnBrk="1" fontAlgn="auto" latinLnBrk="0" hangingPunct="1">
              <a:lnSpc>
                <a:spcPct val="100000"/>
              </a:lnSpc>
              <a:spcBef>
                <a:spcPts val="0"/>
              </a:spcBef>
              <a:spcAft>
                <a:spcPts val="0"/>
              </a:spcAft>
              <a:buClrTx/>
              <a:buSzTx/>
              <a:buFontTx/>
              <a:buNone/>
              <a:tabLst/>
              <a:defRPr/>
            </a:pPr>
            <a:r>
              <a:rPr kumimoji="0" lang="fr-FR" sz="1752" b="0" i="0" u="none" strike="noStrike" kern="0" cap="none" spc="0" normalizeH="0" baseline="0" noProof="0" dirty="0">
                <a:ln>
                  <a:noFill/>
                </a:ln>
                <a:solidFill>
                  <a:srgbClr val="000000"/>
                </a:solidFill>
                <a:effectLst/>
                <a:uLnTx/>
                <a:uFillTx/>
                <a:latin typeface="Helvetica 55 Roman" panose="020B0604020202020204" pitchFamily="34" charset="0"/>
              </a:rPr>
              <a:t>La </a:t>
            </a:r>
            <a:r>
              <a:rPr kumimoji="0" lang="fr-FR" sz="1752" b="0" i="0" u="none" strike="noStrike" kern="0" cap="none" spc="0" normalizeH="0" baseline="0" noProof="0" dirty="0">
                <a:ln>
                  <a:noFill/>
                </a:ln>
                <a:solidFill>
                  <a:srgbClr val="000000"/>
                </a:solidFill>
                <a:effectLst/>
                <a:uLnTx/>
                <a:uFillTx/>
                <a:latin typeface="Helvetica 75 Bold"/>
              </a:rPr>
              <a:t>valeur</a:t>
            </a:r>
            <a:r>
              <a:rPr kumimoji="0" lang="fr-FR" sz="1752" b="0" i="0" u="none" strike="noStrike" kern="0" cap="none" spc="0" normalizeH="0" baseline="0" noProof="0" dirty="0">
                <a:ln>
                  <a:noFill/>
                </a:ln>
                <a:solidFill>
                  <a:srgbClr val="000000"/>
                </a:solidFill>
                <a:effectLst/>
                <a:uLnTx/>
                <a:uFillTx/>
                <a:latin typeface="Helvetica 55 Roman" panose="020B0604020202020204" pitchFamily="34" charset="0"/>
              </a:rPr>
              <a:t> n'existe que si elle est disponible en production </a:t>
            </a:r>
            <a:r>
              <a:rPr kumimoji="0" lang="fr-FR" sz="2102" b="0" i="0" u="none" strike="noStrike" kern="0" cap="none" spc="0" normalizeH="0" baseline="0" noProof="0" dirty="0">
                <a:ln>
                  <a:noFill/>
                </a:ln>
                <a:solidFill>
                  <a:srgbClr val="000000"/>
                </a:solidFill>
                <a:effectLst/>
                <a:uLnTx/>
                <a:uFillTx/>
                <a:latin typeface="Helvetica 55 Roman" panose="020B0604020202020204" pitchFamily="34" charset="0"/>
              </a:rPr>
              <a:t>!</a:t>
            </a:r>
          </a:p>
        </p:txBody>
      </p:sp>
      <p:sp>
        <p:nvSpPr>
          <p:cNvPr id="79" name="Rectangle 78"/>
          <p:cNvSpPr/>
          <p:nvPr/>
        </p:nvSpPr>
        <p:spPr>
          <a:xfrm>
            <a:off x="2550982" y="3683940"/>
            <a:ext cx="123560" cy="250503"/>
          </a:xfrm>
          <a:prstGeom prst="rect">
            <a:avLst/>
          </a:prstGeom>
          <a:solidFill>
            <a:srgbClr val="FF7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endParaRPr>
          </a:p>
        </p:txBody>
      </p:sp>
      <p:sp>
        <p:nvSpPr>
          <p:cNvPr id="81" name="Rectangle 80"/>
          <p:cNvSpPr/>
          <p:nvPr/>
        </p:nvSpPr>
        <p:spPr>
          <a:xfrm>
            <a:off x="3491051" y="3683206"/>
            <a:ext cx="123560" cy="250503"/>
          </a:xfrm>
          <a:prstGeom prst="rect">
            <a:avLst/>
          </a:prstGeom>
          <a:solidFill>
            <a:srgbClr val="FF7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endParaRPr>
          </a:p>
        </p:txBody>
      </p:sp>
      <p:sp>
        <p:nvSpPr>
          <p:cNvPr id="84" name="Rectangle 83"/>
          <p:cNvSpPr/>
          <p:nvPr/>
        </p:nvSpPr>
        <p:spPr>
          <a:xfrm>
            <a:off x="4431828" y="3683199"/>
            <a:ext cx="123560" cy="250503"/>
          </a:xfrm>
          <a:prstGeom prst="rect">
            <a:avLst/>
          </a:prstGeom>
          <a:solidFill>
            <a:srgbClr val="FF7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endParaRPr>
          </a:p>
        </p:txBody>
      </p:sp>
      <p:sp>
        <p:nvSpPr>
          <p:cNvPr id="85" name="Rectangle 84"/>
          <p:cNvSpPr/>
          <p:nvPr/>
        </p:nvSpPr>
        <p:spPr>
          <a:xfrm>
            <a:off x="2224273" y="4437675"/>
            <a:ext cx="123560" cy="250503"/>
          </a:xfrm>
          <a:prstGeom prst="rect">
            <a:avLst/>
          </a:prstGeom>
          <a:solidFill>
            <a:srgbClr val="FF7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67993" eaLnBrk="1" fontAlgn="auto" latinLnBrk="0" hangingPunct="1">
              <a:lnSpc>
                <a:spcPct val="100000"/>
              </a:lnSpc>
              <a:spcBef>
                <a:spcPts val="0"/>
              </a:spcBef>
              <a:spcAft>
                <a:spcPts val="0"/>
              </a:spcAft>
              <a:buClrTx/>
              <a:buSzTx/>
              <a:buFontTx/>
              <a:buNone/>
              <a:tabLst/>
              <a:defRPr/>
            </a:pPr>
            <a:endParaRPr kumimoji="0" lang="fr-FR" sz="817" b="0" i="0" u="none" strike="noStrike" kern="0" cap="none" spc="0" normalizeH="0" baseline="0" noProof="0" dirty="0">
              <a:ln>
                <a:noFill/>
              </a:ln>
              <a:solidFill>
                <a:srgbClr val="000000"/>
              </a:solidFill>
              <a:effectLst/>
              <a:uLnTx/>
              <a:uFillTx/>
              <a:latin typeface="HelveticaNeueLT Std" pitchFamily="34" charset="0"/>
              <a:ea typeface="+mn-ea"/>
              <a:cs typeface="+mn-cs"/>
            </a:endParaRPr>
          </a:p>
        </p:txBody>
      </p:sp>
      <p:sp>
        <p:nvSpPr>
          <p:cNvPr id="62" name="object 2"/>
          <p:cNvSpPr txBox="1"/>
          <p:nvPr/>
        </p:nvSpPr>
        <p:spPr>
          <a:xfrm>
            <a:off x="466373"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fr-FR" sz="2400" b="1" i="0" u="none" strike="noStrike" kern="0" cap="none" spc="70" normalizeH="0" baseline="0" noProof="0" dirty="0">
                <a:ln>
                  <a:noFill/>
                </a:ln>
                <a:solidFill>
                  <a:srgbClr val="164052"/>
                </a:solidFill>
                <a:effectLst/>
                <a:uLnTx/>
                <a:uFillTx/>
                <a:latin typeface="Calibri"/>
                <a:cs typeface="Calibri"/>
              </a:rPr>
              <a:t>1</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63" name="object 4"/>
          <p:cNvSpPr txBox="1">
            <a:spLocks/>
          </p:cNvSpPr>
          <p:nvPr/>
        </p:nvSpPr>
        <p:spPr>
          <a:xfrm>
            <a:off x="1054048" y="98310"/>
            <a:ext cx="9365511" cy="443711"/>
          </a:xfrm>
          <a:prstGeom prst="rect">
            <a:avLst/>
          </a:prstGeom>
        </p:spPr>
        <p:txBody>
          <a:bodyPr vert="horz" wrap="square" lIns="0" tIns="12700" rIns="0" bIns="0" rtlCol="0">
            <a:spAutoFit/>
          </a:bodyPr>
          <a:lstStyle>
            <a:lvl1pPr>
              <a:defRPr sz="3600" b="0" i="0">
                <a:solidFill>
                  <a:srgbClr val="164052"/>
                </a:solidFill>
                <a:latin typeface="Calibri"/>
                <a:ea typeface="+mj-ea"/>
                <a:cs typeface="Calibri"/>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fr-FR" sz="2800" b="0" i="0" u="none" strike="noStrike" kern="0" cap="none" spc="0" normalizeH="0" baseline="0" noProof="0" dirty="0">
                <a:ln>
                  <a:noFill/>
                </a:ln>
                <a:solidFill>
                  <a:srgbClr val="164052"/>
                </a:solidFill>
                <a:effectLst/>
                <a:uLnTx/>
                <a:uFillTx/>
                <a:latin typeface="Calibri"/>
                <a:ea typeface="+mj-ea"/>
                <a:cs typeface="Calibri"/>
              </a:rPr>
              <a:t>Agilité, DevOps et la philosophie « continue » (CI/CD, feedbacks)</a:t>
            </a:r>
          </a:p>
        </p:txBody>
      </p:sp>
      <p:sp>
        <p:nvSpPr>
          <p:cNvPr id="9" name="Rectangle 8"/>
          <p:cNvSpPr/>
          <p:nvPr/>
        </p:nvSpPr>
        <p:spPr>
          <a:xfrm>
            <a:off x="10084211" y="7116438"/>
            <a:ext cx="335348" cy="27699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1200" b="0" i="0" u="none" strike="noStrike" kern="0" cap="none" spc="-25" normalizeH="0" baseline="0" noProof="0" dirty="0">
                <a:ln>
                  <a:noFill/>
                </a:ln>
                <a:solidFill>
                  <a:prstClr val="white"/>
                </a:solidFill>
                <a:effectLst/>
                <a:uLnTx/>
                <a:uFillTx/>
                <a:latin typeface="Calibri"/>
                <a:cs typeface="Calibri"/>
              </a:rPr>
              <a:t>13</a:t>
            </a:r>
          </a:p>
        </p:txBody>
      </p:sp>
    </p:spTree>
    <p:extLst>
      <p:ext uri="{BB962C8B-B14F-4D97-AF65-F5344CB8AC3E}">
        <p14:creationId xmlns:p14="http://schemas.microsoft.com/office/powerpoint/2010/main" val="3580111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9766262" y="7079477"/>
            <a:ext cx="854710" cy="441959"/>
            <a:chOff x="9766262" y="7079477"/>
            <a:chExt cx="854710" cy="441959"/>
          </a:xfrm>
        </p:grpSpPr>
        <p:sp>
          <p:nvSpPr>
            <p:cNvPr id="3" name="object 3"/>
            <p:cNvSpPr/>
            <p:nvPr/>
          </p:nvSpPr>
          <p:spPr>
            <a:xfrm>
              <a:off x="9771025" y="7084240"/>
              <a:ext cx="236854" cy="432434"/>
            </a:xfrm>
            <a:custGeom>
              <a:avLst/>
              <a:gdLst/>
              <a:ahLst/>
              <a:cxnLst/>
              <a:rect l="l" t="t" r="r" b="b"/>
              <a:pathLst>
                <a:path w="236854" h="432434">
                  <a:moveTo>
                    <a:pt x="236764" y="0"/>
                  </a:moveTo>
                  <a:lnTo>
                    <a:pt x="0" y="431999"/>
                  </a:lnTo>
                </a:path>
              </a:pathLst>
            </a:custGeom>
            <a:ln w="9524">
              <a:solidFill>
                <a:srgbClr val="828385"/>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 name="object 4"/>
            <p:cNvSpPr/>
            <p:nvPr/>
          </p:nvSpPr>
          <p:spPr>
            <a:xfrm>
              <a:off x="9893410" y="7155475"/>
              <a:ext cx="727710" cy="260350"/>
            </a:xfrm>
            <a:custGeom>
              <a:avLst/>
              <a:gdLst/>
              <a:ahLst/>
              <a:cxnLst/>
              <a:rect l="l" t="t" r="r" b="b"/>
              <a:pathLst>
                <a:path w="727709" h="260350">
                  <a:moveTo>
                    <a:pt x="587925" y="260335"/>
                  </a:moveTo>
                  <a:lnTo>
                    <a:pt x="0" y="260335"/>
                  </a:lnTo>
                  <a:lnTo>
                    <a:pt x="140364" y="0"/>
                  </a:lnTo>
                  <a:lnTo>
                    <a:pt x="727488" y="0"/>
                  </a:lnTo>
                  <a:lnTo>
                    <a:pt x="587925" y="260335"/>
                  </a:lnTo>
                  <a:close/>
                </a:path>
              </a:pathLst>
            </a:custGeom>
            <a:solidFill>
              <a:srgbClr val="16405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5" name="object 5"/>
          <p:cNvSpPr/>
          <p:nvPr/>
        </p:nvSpPr>
        <p:spPr>
          <a:xfrm>
            <a:off x="259030" y="91198"/>
            <a:ext cx="609600" cy="609600"/>
          </a:xfrm>
          <a:custGeom>
            <a:avLst/>
            <a:gdLst/>
            <a:ahLst/>
            <a:cxnLst/>
            <a:rect l="l" t="t" r="r" b="b"/>
            <a:pathLst>
              <a:path w="609600" h="609600">
                <a:moveTo>
                  <a:pt x="0" y="304799"/>
                </a:moveTo>
                <a:lnTo>
                  <a:pt x="3989" y="255359"/>
                </a:lnTo>
                <a:lnTo>
                  <a:pt x="15538" y="208459"/>
                </a:lnTo>
                <a:lnTo>
                  <a:pt x="34021" y="164726"/>
                </a:lnTo>
                <a:lnTo>
                  <a:pt x="58808" y="124789"/>
                </a:lnTo>
                <a:lnTo>
                  <a:pt x="89273" y="89273"/>
                </a:lnTo>
                <a:lnTo>
                  <a:pt x="124789" y="58808"/>
                </a:lnTo>
                <a:lnTo>
                  <a:pt x="164726" y="34021"/>
                </a:lnTo>
                <a:lnTo>
                  <a:pt x="208459" y="15538"/>
                </a:lnTo>
                <a:lnTo>
                  <a:pt x="255359" y="3989"/>
                </a:lnTo>
                <a:lnTo>
                  <a:pt x="304799" y="0"/>
                </a:lnTo>
                <a:lnTo>
                  <a:pt x="352769" y="3797"/>
                </a:lnTo>
                <a:lnTo>
                  <a:pt x="399124" y="14962"/>
                </a:lnTo>
                <a:lnTo>
                  <a:pt x="443048" y="33155"/>
                </a:lnTo>
                <a:lnTo>
                  <a:pt x="483722" y="58039"/>
                </a:lnTo>
                <a:lnTo>
                  <a:pt x="520326" y="89273"/>
                </a:lnTo>
                <a:lnTo>
                  <a:pt x="551560" y="125877"/>
                </a:lnTo>
                <a:lnTo>
                  <a:pt x="576444" y="166551"/>
                </a:lnTo>
                <a:lnTo>
                  <a:pt x="594637" y="210475"/>
                </a:lnTo>
                <a:lnTo>
                  <a:pt x="605802" y="256830"/>
                </a:lnTo>
                <a:lnTo>
                  <a:pt x="609599" y="304799"/>
                </a:lnTo>
                <a:lnTo>
                  <a:pt x="605610" y="354240"/>
                </a:lnTo>
                <a:lnTo>
                  <a:pt x="594061" y="401140"/>
                </a:lnTo>
                <a:lnTo>
                  <a:pt x="575578" y="444873"/>
                </a:lnTo>
                <a:lnTo>
                  <a:pt x="550791" y="484810"/>
                </a:lnTo>
                <a:lnTo>
                  <a:pt x="520326" y="520326"/>
                </a:lnTo>
                <a:lnTo>
                  <a:pt x="484810" y="550791"/>
                </a:lnTo>
                <a:lnTo>
                  <a:pt x="444873" y="575578"/>
                </a:lnTo>
                <a:lnTo>
                  <a:pt x="401140" y="594061"/>
                </a:lnTo>
                <a:lnTo>
                  <a:pt x="354240" y="605610"/>
                </a:lnTo>
                <a:lnTo>
                  <a:pt x="304799" y="609599"/>
                </a:lnTo>
                <a:lnTo>
                  <a:pt x="255359" y="605610"/>
                </a:lnTo>
                <a:lnTo>
                  <a:pt x="208459" y="594061"/>
                </a:lnTo>
                <a:lnTo>
                  <a:pt x="164726" y="575578"/>
                </a:lnTo>
                <a:lnTo>
                  <a:pt x="124789" y="550791"/>
                </a:lnTo>
                <a:lnTo>
                  <a:pt x="89273" y="520326"/>
                </a:lnTo>
                <a:lnTo>
                  <a:pt x="58808" y="484810"/>
                </a:lnTo>
                <a:lnTo>
                  <a:pt x="34021" y="444873"/>
                </a:lnTo>
                <a:lnTo>
                  <a:pt x="15538" y="401140"/>
                </a:lnTo>
                <a:lnTo>
                  <a:pt x="3989" y="354240"/>
                </a:lnTo>
                <a:lnTo>
                  <a:pt x="0" y="304799"/>
                </a:lnTo>
                <a:close/>
              </a:path>
            </a:pathLst>
          </a:custGeom>
          <a:ln w="28574">
            <a:solidFill>
              <a:srgbClr val="164052"/>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p:cNvSpPr txBox="1"/>
          <p:nvPr/>
        </p:nvSpPr>
        <p:spPr>
          <a:xfrm>
            <a:off x="463551" y="190131"/>
            <a:ext cx="159462"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fr-FR" sz="2400" b="0" i="0" u="none" strike="noStrike" kern="0" cap="none" spc="0" normalizeH="0" baseline="0" noProof="0" dirty="0">
                <a:ln>
                  <a:noFill/>
                </a:ln>
                <a:solidFill>
                  <a:sysClr val="windowText" lastClr="000000"/>
                </a:solidFill>
                <a:effectLst/>
                <a:uLnTx/>
                <a:uFillTx/>
                <a:latin typeface="Calibri"/>
                <a:cs typeface="Calibri"/>
              </a:rPr>
              <a:t>1</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7" name="object 7"/>
          <p:cNvSpPr txBox="1"/>
          <p:nvPr/>
        </p:nvSpPr>
        <p:spPr>
          <a:xfrm>
            <a:off x="1056640" y="777557"/>
            <a:ext cx="2683510" cy="33020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000" b="0" i="0" u="none" strike="noStrike" kern="0" cap="none" spc="125" normalizeH="0" baseline="0" noProof="0" dirty="0">
                <a:ln>
                  <a:noFill/>
                </a:ln>
                <a:solidFill>
                  <a:srgbClr val="12717A"/>
                </a:solidFill>
                <a:effectLst/>
                <a:uLnTx/>
                <a:uFillTx/>
                <a:latin typeface="Calibri"/>
                <a:cs typeface="Calibri"/>
              </a:rPr>
              <a:t>Les</a:t>
            </a:r>
            <a:r>
              <a:rPr kumimoji="0" sz="2000" b="0" i="0" u="none" strike="noStrike" kern="0" cap="none" spc="130" normalizeH="0" baseline="0" noProof="0" dirty="0">
                <a:ln>
                  <a:noFill/>
                </a:ln>
                <a:solidFill>
                  <a:srgbClr val="12717A"/>
                </a:solidFill>
                <a:effectLst/>
                <a:uLnTx/>
                <a:uFillTx/>
                <a:latin typeface="Calibri"/>
                <a:cs typeface="Calibri"/>
              </a:rPr>
              <a:t> </a:t>
            </a:r>
            <a:r>
              <a:rPr kumimoji="0" sz="2000" b="0" i="0" u="none" strike="noStrike" kern="0" cap="none" spc="0" normalizeH="0" baseline="0" noProof="0" dirty="0">
                <a:ln>
                  <a:noFill/>
                </a:ln>
                <a:solidFill>
                  <a:srgbClr val="12717A"/>
                </a:solidFill>
                <a:effectLst/>
                <a:uLnTx/>
                <a:uFillTx/>
                <a:latin typeface="Calibri"/>
                <a:cs typeface="Calibri"/>
              </a:rPr>
              <a:t>objectifs</a:t>
            </a:r>
            <a:r>
              <a:rPr kumimoji="0" sz="2000" b="0" i="0" u="none" strike="noStrike" kern="0" cap="none" spc="135" normalizeH="0" baseline="0" noProof="0" dirty="0">
                <a:ln>
                  <a:noFill/>
                </a:ln>
                <a:solidFill>
                  <a:srgbClr val="12717A"/>
                </a:solidFill>
                <a:effectLst/>
                <a:uLnTx/>
                <a:uFillTx/>
                <a:latin typeface="Calibri"/>
                <a:cs typeface="Calibri"/>
              </a:rPr>
              <a:t> </a:t>
            </a:r>
            <a:r>
              <a:rPr kumimoji="0" sz="2000" b="0" i="0" u="none" strike="noStrike" kern="0" cap="none" spc="55" normalizeH="0" baseline="0" noProof="0" dirty="0">
                <a:ln>
                  <a:noFill/>
                </a:ln>
                <a:solidFill>
                  <a:srgbClr val="12717A"/>
                </a:solidFill>
                <a:effectLst/>
                <a:uLnTx/>
                <a:uFillTx/>
                <a:latin typeface="Calibri"/>
                <a:cs typeface="Calibri"/>
              </a:rPr>
              <a:t>de</a:t>
            </a:r>
            <a:r>
              <a:rPr kumimoji="0" sz="2000" b="0" i="0" u="none" strike="noStrike" kern="0" cap="none" spc="140" normalizeH="0" baseline="0" noProof="0" dirty="0">
                <a:ln>
                  <a:noFill/>
                </a:ln>
                <a:solidFill>
                  <a:srgbClr val="12717A"/>
                </a:solidFill>
                <a:effectLst/>
                <a:uLnTx/>
                <a:uFillTx/>
                <a:latin typeface="Calibri"/>
                <a:cs typeface="Calibri"/>
              </a:rPr>
              <a:t> </a:t>
            </a:r>
            <a:r>
              <a:rPr kumimoji="0" sz="2000" b="0" i="0" u="none" strike="noStrike" kern="0" cap="none" spc="85" normalizeH="0" baseline="0" noProof="0" dirty="0">
                <a:ln>
                  <a:noFill/>
                </a:ln>
                <a:solidFill>
                  <a:srgbClr val="12717A"/>
                </a:solidFill>
                <a:effectLst/>
                <a:uLnTx/>
                <a:uFillTx/>
                <a:latin typeface="Calibri"/>
                <a:cs typeface="Calibri"/>
              </a:rPr>
              <a:t>DevOps</a:t>
            </a:r>
            <a:endParaRPr kumimoji="0" sz="2000" b="0" i="0" u="none" strike="noStrike" kern="0" cap="none" spc="0" normalizeH="0" baseline="0" noProof="0" dirty="0">
              <a:ln>
                <a:noFill/>
              </a:ln>
              <a:solidFill>
                <a:sysClr val="windowText" lastClr="000000"/>
              </a:solidFill>
              <a:effectLst/>
              <a:uLnTx/>
              <a:uFillTx/>
              <a:latin typeface="Calibri"/>
              <a:cs typeface="Calibri"/>
            </a:endParaRPr>
          </a:p>
        </p:txBody>
      </p:sp>
      <p:sp>
        <p:nvSpPr>
          <p:cNvPr id="8" name="object 8"/>
          <p:cNvSpPr txBox="1">
            <a:spLocks noGrp="1"/>
          </p:cNvSpPr>
          <p:nvPr>
            <p:ph type="title"/>
          </p:nvPr>
        </p:nvSpPr>
        <p:spPr>
          <a:xfrm>
            <a:off x="1054048" y="98310"/>
            <a:ext cx="9417778" cy="443711"/>
          </a:xfrm>
          <a:prstGeom prst="rect">
            <a:avLst/>
          </a:prstGeom>
        </p:spPr>
        <p:txBody>
          <a:bodyPr vert="horz" wrap="square" lIns="0" tIns="12700" rIns="0" bIns="0" rtlCol="0">
            <a:spAutoFit/>
          </a:bodyPr>
          <a:lstStyle/>
          <a:p>
            <a:pPr marL="12700">
              <a:lnSpc>
                <a:spcPct val="100000"/>
              </a:lnSpc>
              <a:spcBef>
                <a:spcPts val="100"/>
              </a:spcBef>
            </a:pPr>
            <a:r>
              <a:rPr lang="fr-FR" sz="2800" dirty="0"/>
              <a:t>Agilité, DevOps et la philosophie « continue » (CI/CD, feedbacks)</a:t>
            </a:r>
          </a:p>
        </p:txBody>
      </p:sp>
      <p:sp>
        <p:nvSpPr>
          <p:cNvPr id="9" name="object 9"/>
          <p:cNvSpPr txBox="1"/>
          <p:nvPr/>
        </p:nvSpPr>
        <p:spPr>
          <a:xfrm>
            <a:off x="623012" y="1461289"/>
            <a:ext cx="4246880" cy="4395470"/>
          </a:xfrm>
          <a:prstGeom prst="rect">
            <a:avLst/>
          </a:prstGeom>
        </p:spPr>
        <p:txBody>
          <a:bodyPr vert="horz" wrap="square" lIns="0" tIns="10795" rIns="0" bIns="0" rtlCol="0">
            <a:spAutoFit/>
          </a:bodyPr>
          <a:lstStyle/>
          <a:p>
            <a:pPr marL="385445" marR="260985" lvl="0" indent="-373380" defTabSz="914400" eaLnBrk="1" fontAlgn="auto" latinLnBrk="0" hangingPunct="1">
              <a:lnSpc>
                <a:spcPct val="100499"/>
              </a:lnSpc>
              <a:spcBef>
                <a:spcPts val="85"/>
              </a:spcBef>
              <a:spcAft>
                <a:spcPts val="0"/>
              </a:spcAft>
              <a:buClr>
                <a:srgbClr val="12717A"/>
              </a:buClr>
              <a:buSzTx/>
              <a:buFont typeface="Arial"/>
              <a:buChar char="●"/>
              <a:tabLst>
                <a:tab pos="385445" algn="l"/>
              </a:tabLst>
              <a:defRPr/>
            </a:pPr>
            <a:r>
              <a:rPr kumimoji="0" sz="2300" b="0" i="0" u="none" strike="noStrike" kern="0" cap="none" spc="170" normalizeH="0" baseline="0" noProof="0" dirty="0">
                <a:ln>
                  <a:noFill/>
                </a:ln>
                <a:solidFill>
                  <a:srgbClr val="262E37"/>
                </a:solidFill>
                <a:effectLst/>
                <a:uLnTx/>
                <a:uFillTx/>
                <a:latin typeface="Calibri"/>
                <a:cs typeface="Calibri"/>
              </a:rPr>
              <a:t>Des</a:t>
            </a:r>
            <a:r>
              <a:rPr kumimoji="0" sz="2300" b="0" i="0" u="none" strike="noStrike" kern="0" cap="none" spc="125" normalizeH="0" baseline="0" noProof="0" dirty="0">
                <a:ln>
                  <a:noFill/>
                </a:ln>
                <a:solidFill>
                  <a:srgbClr val="262E37"/>
                </a:solidFill>
                <a:effectLst/>
                <a:uLnTx/>
                <a:uFillTx/>
                <a:latin typeface="Calibri"/>
                <a:cs typeface="Calibri"/>
              </a:rPr>
              <a:t> </a:t>
            </a:r>
            <a:r>
              <a:rPr kumimoji="0" sz="2300" b="0" i="0" u="none" strike="noStrike" kern="0" cap="none" spc="95" normalizeH="0" baseline="0" noProof="0" dirty="0">
                <a:ln>
                  <a:noFill/>
                </a:ln>
                <a:solidFill>
                  <a:srgbClr val="262E37"/>
                </a:solidFill>
                <a:effectLst/>
                <a:uLnTx/>
                <a:uFillTx/>
                <a:latin typeface="Calibri"/>
                <a:cs typeface="Calibri"/>
              </a:rPr>
              <a:t>versions</a:t>
            </a:r>
            <a:r>
              <a:rPr kumimoji="0" sz="2300" b="0" i="0" u="none" strike="noStrike" kern="0" cap="none" spc="125" normalizeH="0" baseline="0" noProof="0" dirty="0">
                <a:ln>
                  <a:noFill/>
                </a:ln>
                <a:solidFill>
                  <a:srgbClr val="262E37"/>
                </a:solidFill>
                <a:effectLst/>
                <a:uLnTx/>
                <a:uFillTx/>
                <a:latin typeface="Calibri"/>
                <a:cs typeface="Calibri"/>
              </a:rPr>
              <a:t> </a:t>
            </a:r>
            <a:r>
              <a:rPr kumimoji="0" sz="2300" b="0" i="0" u="none" strike="noStrike" kern="0" cap="none" spc="105" normalizeH="0" baseline="0" noProof="0" dirty="0">
                <a:ln>
                  <a:noFill/>
                </a:ln>
                <a:solidFill>
                  <a:srgbClr val="262E37"/>
                </a:solidFill>
                <a:effectLst/>
                <a:uLnTx/>
                <a:uFillTx/>
                <a:latin typeface="Calibri"/>
                <a:cs typeface="Calibri"/>
              </a:rPr>
              <a:t>plus</a:t>
            </a:r>
            <a:r>
              <a:rPr kumimoji="0" sz="2300" b="0" i="0" u="none" strike="noStrike" kern="0" cap="none" spc="125" normalizeH="0" baseline="0" noProof="0" dirty="0">
                <a:ln>
                  <a:noFill/>
                </a:ln>
                <a:solidFill>
                  <a:srgbClr val="262E37"/>
                </a:solidFill>
                <a:effectLst/>
                <a:uLnTx/>
                <a:uFillTx/>
                <a:latin typeface="Calibri"/>
                <a:cs typeface="Calibri"/>
              </a:rPr>
              <a:t> </a:t>
            </a:r>
            <a:r>
              <a:rPr kumimoji="0" sz="2300" b="0" i="0" u="none" strike="noStrike" kern="0" cap="none" spc="50" normalizeH="0" baseline="0" noProof="0" dirty="0">
                <a:ln>
                  <a:noFill/>
                </a:ln>
                <a:solidFill>
                  <a:srgbClr val="262E37"/>
                </a:solidFill>
                <a:effectLst/>
                <a:uLnTx/>
                <a:uFillTx/>
                <a:latin typeface="Calibri"/>
                <a:cs typeface="Calibri"/>
              </a:rPr>
              <a:t>petites</a:t>
            </a:r>
            <a:r>
              <a:rPr kumimoji="0" sz="2300" b="0" i="0" u="none" strike="noStrike" kern="0" cap="none" spc="125" normalizeH="0" baseline="0" noProof="0" dirty="0">
                <a:ln>
                  <a:noFill/>
                </a:ln>
                <a:solidFill>
                  <a:srgbClr val="262E37"/>
                </a:solidFill>
                <a:effectLst/>
                <a:uLnTx/>
                <a:uFillTx/>
                <a:latin typeface="Calibri"/>
                <a:cs typeface="Calibri"/>
              </a:rPr>
              <a:t> </a:t>
            </a:r>
            <a:r>
              <a:rPr kumimoji="0" sz="2300" b="0" i="0" u="none" strike="noStrike" kern="0" cap="none" spc="-25" normalizeH="0" baseline="0" noProof="0" dirty="0">
                <a:ln>
                  <a:noFill/>
                </a:ln>
                <a:solidFill>
                  <a:srgbClr val="262E37"/>
                </a:solidFill>
                <a:effectLst/>
                <a:uLnTx/>
                <a:uFillTx/>
                <a:latin typeface="Calibri"/>
                <a:cs typeface="Calibri"/>
              </a:rPr>
              <a:t>et </a:t>
            </a:r>
            <a:r>
              <a:rPr kumimoji="0" sz="2300" b="0" i="0" u="none" strike="noStrike" kern="0" cap="none" spc="45" normalizeH="0" baseline="0" noProof="0" dirty="0">
                <a:ln>
                  <a:noFill/>
                </a:ln>
                <a:solidFill>
                  <a:srgbClr val="262E37"/>
                </a:solidFill>
                <a:effectLst/>
                <a:uLnTx/>
                <a:uFillTx/>
                <a:latin typeface="Calibri"/>
                <a:cs typeface="Calibri"/>
              </a:rPr>
              <a:t>fréquentes</a:t>
            </a:r>
            <a:endParaRPr kumimoji="0" sz="2300" b="0" i="0" u="none" strike="noStrike" kern="0" cap="none" spc="0" normalizeH="0" baseline="0" noProof="0" dirty="0">
              <a:ln>
                <a:noFill/>
              </a:ln>
              <a:solidFill>
                <a:sysClr val="windowText" lastClr="000000"/>
              </a:solidFill>
              <a:effectLst/>
              <a:uLnTx/>
              <a:uFillTx/>
              <a:latin typeface="Calibri"/>
              <a:cs typeface="Calibri"/>
            </a:endParaRPr>
          </a:p>
          <a:p>
            <a:pPr marL="385445" marR="162560" lvl="0" indent="-373380" defTabSz="914400" eaLnBrk="1" fontAlgn="auto" latinLnBrk="0" hangingPunct="1">
              <a:lnSpc>
                <a:spcPts val="2750"/>
              </a:lnSpc>
              <a:spcBef>
                <a:spcPts val="1115"/>
              </a:spcBef>
              <a:spcAft>
                <a:spcPts val="0"/>
              </a:spcAft>
              <a:buClr>
                <a:srgbClr val="12717A"/>
              </a:buClr>
              <a:buSzTx/>
              <a:buFont typeface="Arial"/>
              <a:buChar char="●"/>
              <a:tabLst>
                <a:tab pos="385445" algn="l"/>
              </a:tabLst>
              <a:defRPr/>
            </a:pPr>
            <a:r>
              <a:rPr kumimoji="0" sz="2300" b="0" i="0" u="none" strike="noStrike" kern="0" cap="none" spc="100" normalizeH="0" baseline="0" noProof="0" dirty="0">
                <a:ln>
                  <a:noFill/>
                </a:ln>
                <a:solidFill>
                  <a:srgbClr val="262E37"/>
                </a:solidFill>
                <a:effectLst/>
                <a:uLnTx/>
                <a:uFillTx/>
                <a:latin typeface="Calibri"/>
                <a:cs typeface="Calibri"/>
              </a:rPr>
              <a:t>Réduction</a:t>
            </a:r>
            <a:r>
              <a:rPr kumimoji="0" sz="2300" b="0" i="0" u="none" strike="noStrike" kern="0" cap="none" spc="125" normalizeH="0" baseline="0" noProof="0" dirty="0">
                <a:ln>
                  <a:noFill/>
                </a:ln>
                <a:solidFill>
                  <a:srgbClr val="262E37"/>
                </a:solidFill>
                <a:effectLst/>
                <a:uLnTx/>
                <a:uFillTx/>
                <a:latin typeface="Calibri"/>
                <a:cs typeface="Calibri"/>
              </a:rPr>
              <a:t> </a:t>
            </a:r>
            <a:r>
              <a:rPr kumimoji="0" sz="2300" b="0" i="0" u="none" strike="noStrike" kern="0" cap="none" spc="150" normalizeH="0" baseline="0" noProof="0" dirty="0">
                <a:ln>
                  <a:noFill/>
                </a:ln>
                <a:solidFill>
                  <a:srgbClr val="262E37"/>
                </a:solidFill>
                <a:effectLst/>
                <a:uLnTx/>
                <a:uFillTx/>
                <a:latin typeface="Calibri"/>
                <a:cs typeface="Calibri"/>
              </a:rPr>
              <a:t>des</a:t>
            </a:r>
            <a:r>
              <a:rPr kumimoji="0" sz="2300" b="0" i="0" u="none" strike="noStrike" kern="0" cap="none" spc="130" normalizeH="0" baseline="0" noProof="0" dirty="0">
                <a:ln>
                  <a:noFill/>
                </a:ln>
                <a:solidFill>
                  <a:srgbClr val="262E37"/>
                </a:solidFill>
                <a:effectLst/>
                <a:uLnTx/>
                <a:uFillTx/>
                <a:latin typeface="Calibri"/>
                <a:cs typeface="Calibri"/>
              </a:rPr>
              <a:t> </a:t>
            </a:r>
            <a:r>
              <a:rPr kumimoji="0" sz="2300" b="0" i="0" u="none" strike="noStrike" kern="0" cap="none" spc="50" normalizeH="0" baseline="0" noProof="0" dirty="0">
                <a:ln>
                  <a:noFill/>
                </a:ln>
                <a:solidFill>
                  <a:srgbClr val="262E37"/>
                </a:solidFill>
                <a:effectLst/>
                <a:uLnTx/>
                <a:uFillTx/>
                <a:latin typeface="Calibri"/>
                <a:cs typeface="Calibri"/>
              </a:rPr>
              <a:t>eﬀorts</a:t>
            </a:r>
            <a:r>
              <a:rPr kumimoji="0" sz="2300" b="0" i="0" u="none" strike="noStrike" kern="0" cap="none" spc="130" normalizeH="0" baseline="0" noProof="0" dirty="0">
                <a:ln>
                  <a:noFill/>
                </a:ln>
                <a:solidFill>
                  <a:srgbClr val="262E37"/>
                </a:solidFill>
                <a:effectLst/>
                <a:uLnTx/>
                <a:uFillTx/>
                <a:latin typeface="Calibri"/>
                <a:cs typeface="Calibri"/>
              </a:rPr>
              <a:t> </a:t>
            </a:r>
            <a:r>
              <a:rPr kumimoji="0" sz="2300" b="0" i="0" u="none" strike="noStrike" kern="0" cap="none" spc="0" normalizeH="0" baseline="0" noProof="0" dirty="0">
                <a:ln>
                  <a:noFill/>
                </a:ln>
                <a:solidFill>
                  <a:srgbClr val="262E37"/>
                </a:solidFill>
                <a:effectLst/>
                <a:uLnTx/>
                <a:uFillTx/>
                <a:latin typeface="Calibri"/>
                <a:cs typeface="Calibri"/>
              </a:rPr>
              <a:t>et</a:t>
            </a:r>
            <a:r>
              <a:rPr kumimoji="0" sz="2300" b="0" i="0" u="none" strike="noStrike" kern="0" cap="none" spc="130" normalizeH="0" baseline="0" noProof="0" dirty="0">
                <a:ln>
                  <a:noFill/>
                </a:ln>
                <a:solidFill>
                  <a:srgbClr val="262E37"/>
                </a:solidFill>
                <a:effectLst/>
                <a:uLnTx/>
                <a:uFillTx/>
                <a:latin typeface="Calibri"/>
                <a:cs typeface="Calibri"/>
              </a:rPr>
              <a:t> </a:t>
            </a:r>
            <a:r>
              <a:rPr kumimoji="0" sz="2300" b="0" i="0" u="none" strike="noStrike" kern="0" cap="none" spc="125" normalizeH="0" baseline="0" noProof="0" dirty="0">
                <a:ln>
                  <a:noFill/>
                </a:ln>
                <a:solidFill>
                  <a:srgbClr val="262E37"/>
                </a:solidFill>
                <a:effectLst/>
                <a:uLnTx/>
                <a:uFillTx/>
                <a:latin typeface="Calibri"/>
                <a:cs typeface="Calibri"/>
              </a:rPr>
              <a:t>des </a:t>
            </a:r>
            <a:r>
              <a:rPr kumimoji="0" sz="2300" b="0" i="0" u="none" strike="noStrike" kern="0" cap="none" spc="95" normalizeH="0" baseline="0" noProof="0" dirty="0">
                <a:ln>
                  <a:noFill/>
                </a:ln>
                <a:solidFill>
                  <a:srgbClr val="262E37"/>
                </a:solidFill>
                <a:effectLst/>
                <a:uLnTx/>
                <a:uFillTx/>
                <a:latin typeface="Calibri"/>
                <a:cs typeface="Calibri"/>
              </a:rPr>
              <a:t>risques</a:t>
            </a:r>
            <a:endParaRPr kumimoji="0" sz="2300" b="0" i="0" u="none" strike="noStrike" kern="0" cap="none" spc="0" normalizeH="0" baseline="0" noProof="0" dirty="0">
              <a:ln>
                <a:noFill/>
              </a:ln>
              <a:solidFill>
                <a:sysClr val="windowText" lastClr="000000"/>
              </a:solidFill>
              <a:effectLst/>
              <a:uLnTx/>
              <a:uFillTx/>
              <a:latin typeface="Calibri"/>
              <a:cs typeface="Calibri"/>
            </a:endParaRPr>
          </a:p>
          <a:p>
            <a:pPr marL="385445" marR="786130" lvl="0" indent="-373380" defTabSz="914400" eaLnBrk="1" fontAlgn="auto" latinLnBrk="0" hangingPunct="1">
              <a:lnSpc>
                <a:spcPts val="2750"/>
              </a:lnSpc>
              <a:spcBef>
                <a:spcPts val="1025"/>
              </a:spcBef>
              <a:spcAft>
                <a:spcPts val="0"/>
              </a:spcAft>
              <a:buClr>
                <a:srgbClr val="12717A"/>
              </a:buClr>
              <a:buSzTx/>
              <a:buFont typeface="Arial"/>
              <a:buChar char="●"/>
              <a:tabLst>
                <a:tab pos="385445" algn="l"/>
              </a:tabLst>
              <a:defRPr/>
            </a:pPr>
            <a:r>
              <a:rPr kumimoji="0" sz="2300" b="0" i="0" u="none" strike="noStrike" kern="0" cap="none" spc="100" normalizeH="0" baseline="0" noProof="0" dirty="0">
                <a:ln>
                  <a:noFill/>
                </a:ln>
                <a:solidFill>
                  <a:srgbClr val="262E37"/>
                </a:solidFill>
                <a:effectLst/>
                <a:uLnTx/>
                <a:uFillTx/>
                <a:latin typeface="Calibri"/>
                <a:cs typeface="Calibri"/>
              </a:rPr>
              <a:t>Réduction</a:t>
            </a:r>
            <a:r>
              <a:rPr kumimoji="0" sz="2300" b="0" i="0" u="none" strike="noStrike" kern="0" cap="none" spc="120" normalizeH="0" baseline="0" noProof="0" dirty="0">
                <a:ln>
                  <a:noFill/>
                </a:ln>
                <a:solidFill>
                  <a:srgbClr val="262E37"/>
                </a:solidFill>
                <a:effectLst/>
                <a:uLnTx/>
                <a:uFillTx/>
                <a:latin typeface="Calibri"/>
                <a:cs typeface="Calibri"/>
              </a:rPr>
              <a:t> </a:t>
            </a:r>
            <a:r>
              <a:rPr kumimoji="0" sz="2300" b="0" i="0" u="none" strike="noStrike" kern="0" cap="none" spc="90" normalizeH="0" baseline="0" noProof="0" dirty="0">
                <a:ln>
                  <a:noFill/>
                </a:ln>
                <a:solidFill>
                  <a:srgbClr val="262E37"/>
                </a:solidFill>
                <a:effectLst/>
                <a:uLnTx/>
                <a:uFillTx/>
                <a:latin typeface="Calibri"/>
                <a:cs typeface="Calibri"/>
              </a:rPr>
              <a:t>du</a:t>
            </a:r>
            <a:r>
              <a:rPr kumimoji="0" sz="2300" b="0" i="0" u="none" strike="noStrike" kern="0" cap="none" spc="120" normalizeH="0" baseline="0" noProof="0" dirty="0">
                <a:ln>
                  <a:noFill/>
                </a:ln>
                <a:solidFill>
                  <a:srgbClr val="262E37"/>
                </a:solidFill>
                <a:effectLst/>
                <a:uLnTx/>
                <a:uFillTx/>
                <a:latin typeface="Calibri"/>
                <a:cs typeface="Calibri"/>
              </a:rPr>
              <a:t> </a:t>
            </a:r>
            <a:r>
              <a:rPr kumimoji="0" sz="2300" b="0" i="0" u="none" strike="noStrike" kern="0" cap="none" spc="90" normalizeH="0" baseline="0" noProof="0" dirty="0">
                <a:ln>
                  <a:noFill/>
                </a:ln>
                <a:solidFill>
                  <a:srgbClr val="262E37"/>
                </a:solidFill>
                <a:effectLst/>
                <a:uLnTx/>
                <a:uFillTx/>
                <a:latin typeface="Calibri"/>
                <a:cs typeface="Calibri"/>
              </a:rPr>
              <a:t>coût</a:t>
            </a:r>
            <a:r>
              <a:rPr kumimoji="0" sz="2300" b="0" i="0" u="none" strike="noStrike" kern="0" cap="none" spc="125" normalizeH="0" baseline="0" noProof="0" dirty="0">
                <a:ln>
                  <a:noFill/>
                </a:ln>
                <a:solidFill>
                  <a:srgbClr val="262E37"/>
                </a:solidFill>
                <a:effectLst/>
                <a:uLnTx/>
                <a:uFillTx/>
                <a:latin typeface="Calibri"/>
                <a:cs typeface="Calibri"/>
              </a:rPr>
              <a:t> des </a:t>
            </a:r>
            <a:r>
              <a:rPr kumimoji="0" sz="2300" b="0" i="0" u="none" strike="noStrike" kern="0" cap="none" spc="0" normalizeH="0" baseline="0" noProof="0" dirty="0">
                <a:ln>
                  <a:noFill/>
                </a:ln>
                <a:solidFill>
                  <a:srgbClr val="262E37"/>
                </a:solidFill>
                <a:effectLst/>
                <a:uLnTx/>
                <a:uFillTx/>
                <a:latin typeface="Calibri"/>
                <a:cs typeface="Calibri"/>
              </a:rPr>
              <a:t>itérations</a:t>
            </a:r>
            <a:r>
              <a:rPr kumimoji="0" sz="2300" b="0" i="0" u="none" strike="noStrike" kern="0" cap="none" spc="235" normalizeH="0" baseline="0" noProof="0" dirty="0">
                <a:ln>
                  <a:noFill/>
                </a:ln>
                <a:solidFill>
                  <a:srgbClr val="262E37"/>
                </a:solidFill>
                <a:effectLst/>
                <a:uLnTx/>
                <a:uFillTx/>
                <a:latin typeface="Calibri"/>
                <a:cs typeface="Calibri"/>
              </a:rPr>
              <a:t> </a:t>
            </a:r>
            <a:r>
              <a:rPr kumimoji="0" sz="2300" b="0" i="0" u="none" strike="noStrike" kern="0" cap="none" spc="0" normalizeH="0" baseline="0" noProof="0" dirty="0">
                <a:ln>
                  <a:noFill/>
                </a:ln>
                <a:solidFill>
                  <a:srgbClr val="262E37"/>
                </a:solidFill>
                <a:effectLst/>
                <a:uLnTx/>
                <a:uFillTx/>
                <a:latin typeface="Calibri"/>
                <a:cs typeface="Calibri"/>
              </a:rPr>
              <a:t>et</a:t>
            </a:r>
            <a:r>
              <a:rPr kumimoji="0" sz="2300" b="0" i="0" u="none" strike="noStrike" kern="0" cap="none" spc="235" normalizeH="0" baseline="0" noProof="0" dirty="0">
                <a:ln>
                  <a:noFill/>
                </a:ln>
                <a:solidFill>
                  <a:srgbClr val="262E37"/>
                </a:solidFill>
                <a:effectLst/>
                <a:uLnTx/>
                <a:uFillTx/>
                <a:latin typeface="Calibri"/>
                <a:cs typeface="Calibri"/>
              </a:rPr>
              <a:t> </a:t>
            </a:r>
            <a:r>
              <a:rPr kumimoji="0" sz="2300" b="0" i="0" u="none" strike="noStrike" kern="0" cap="none" spc="150" normalizeH="0" baseline="0" noProof="0" dirty="0">
                <a:ln>
                  <a:noFill/>
                </a:ln>
                <a:solidFill>
                  <a:srgbClr val="262E37"/>
                </a:solidFill>
                <a:effectLst/>
                <a:uLnTx/>
                <a:uFillTx/>
                <a:latin typeface="Calibri"/>
                <a:cs typeface="Calibri"/>
              </a:rPr>
              <a:t>des</a:t>
            </a:r>
            <a:r>
              <a:rPr kumimoji="0" sz="2300" b="0" i="0" u="none" strike="noStrike" kern="0" cap="none" spc="235" normalizeH="0" baseline="0" noProof="0" dirty="0">
                <a:ln>
                  <a:noFill/>
                </a:ln>
                <a:solidFill>
                  <a:srgbClr val="262E37"/>
                </a:solidFill>
                <a:effectLst/>
                <a:uLnTx/>
                <a:uFillTx/>
                <a:latin typeface="Calibri"/>
                <a:cs typeface="Calibri"/>
              </a:rPr>
              <a:t> </a:t>
            </a:r>
            <a:r>
              <a:rPr kumimoji="0" sz="2300" b="0" i="0" u="none" strike="noStrike" kern="0" cap="none" spc="40" normalizeH="0" baseline="0" noProof="0" dirty="0">
                <a:ln>
                  <a:noFill/>
                </a:ln>
                <a:solidFill>
                  <a:srgbClr val="262E37"/>
                </a:solidFill>
                <a:effectLst/>
                <a:uLnTx/>
                <a:uFillTx/>
                <a:latin typeface="Calibri"/>
                <a:cs typeface="Calibri"/>
              </a:rPr>
              <a:t>retards</a:t>
            </a:r>
            <a:endParaRPr kumimoji="0" sz="2300" b="0" i="0" u="none" strike="noStrike" kern="0" cap="none" spc="0" normalizeH="0" baseline="0" noProof="0" dirty="0">
              <a:ln>
                <a:noFill/>
              </a:ln>
              <a:solidFill>
                <a:sysClr val="windowText" lastClr="000000"/>
              </a:solidFill>
              <a:effectLst/>
              <a:uLnTx/>
              <a:uFillTx/>
              <a:latin typeface="Calibri"/>
              <a:cs typeface="Calibri"/>
            </a:endParaRPr>
          </a:p>
          <a:p>
            <a:pPr marL="385445" marR="1099820" lvl="0" indent="-373380" defTabSz="914400" eaLnBrk="1" fontAlgn="auto" latinLnBrk="0" hangingPunct="1">
              <a:lnSpc>
                <a:spcPct val="100099"/>
              </a:lnSpc>
              <a:spcBef>
                <a:spcPts val="919"/>
              </a:spcBef>
              <a:spcAft>
                <a:spcPts val="0"/>
              </a:spcAft>
              <a:buClr>
                <a:srgbClr val="12717A"/>
              </a:buClr>
              <a:buSzTx/>
              <a:buFont typeface="Arial"/>
              <a:buChar char="●"/>
              <a:tabLst>
                <a:tab pos="385445" algn="l"/>
              </a:tabLst>
              <a:defRPr/>
            </a:pPr>
            <a:r>
              <a:rPr kumimoji="0" sz="2300" b="0" i="0" u="none" strike="noStrike" kern="0" cap="none" spc="95" normalizeH="0" baseline="0" noProof="0" dirty="0">
                <a:ln>
                  <a:noFill/>
                </a:ln>
                <a:solidFill>
                  <a:srgbClr val="262E37"/>
                </a:solidFill>
                <a:effectLst/>
                <a:uLnTx/>
                <a:uFillTx/>
                <a:latin typeface="Calibri"/>
                <a:cs typeface="Calibri"/>
              </a:rPr>
              <a:t>Une</a:t>
            </a:r>
            <a:r>
              <a:rPr kumimoji="0" sz="2300" b="0" i="0" u="none" strike="noStrike" kern="0" cap="none" spc="275" normalizeH="0" baseline="0" noProof="0" dirty="0">
                <a:ln>
                  <a:noFill/>
                </a:ln>
                <a:solidFill>
                  <a:srgbClr val="262E37"/>
                </a:solidFill>
                <a:effectLst/>
                <a:uLnTx/>
                <a:uFillTx/>
                <a:latin typeface="Calibri"/>
                <a:cs typeface="Calibri"/>
              </a:rPr>
              <a:t> </a:t>
            </a:r>
            <a:r>
              <a:rPr kumimoji="0" sz="2300" b="0" i="0" u="none" strike="noStrike" kern="0" cap="none" spc="0" normalizeH="0" baseline="0" noProof="0" dirty="0">
                <a:ln>
                  <a:noFill/>
                </a:ln>
                <a:solidFill>
                  <a:srgbClr val="262E37"/>
                </a:solidFill>
                <a:effectLst/>
                <a:uLnTx/>
                <a:uFillTx/>
                <a:latin typeface="Calibri"/>
                <a:cs typeface="Calibri"/>
              </a:rPr>
              <a:t>culture</a:t>
            </a:r>
            <a:r>
              <a:rPr kumimoji="0" sz="2300" b="0" i="0" u="none" strike="noStrike" kern="0" cap="none" spc="275" normalizeH="0" baseline="0" noProof="0" dirty="0">
                <a:ln>
                  <a:noFill/>
                </a:ln>
                <a:solidFill>
                  <a:srgbClr val="262E37"/>
                </a:solidFill>
                <a:effectLst/>
                <a:uLnTx/>
                <a:uFillTx/>
                <a:latin typeface="Calibri"/>
                <a:cs typeface="Calibri"/>
              </a:rPr>
              <a:t> </a:t>
            </a:r>
            <a:r>
              <a:rPr kumimoji="0" sz="2300" b="0" i="0" u="none" strike="noStrike" kern="0" cap="none" spc="75" normalizeH="0" baseline="0" noProof="0" dirty="0">
                <a:ln>
                  <a:noFill/>
                </a:ln>
                <a:solidFill>
                  <a:srgbClr val="262E37"/>
                </a:solidFill>
                <a:effectLst/>
                <a:uLnTx/>
                <a:uFillTx/>
                <a:latin typeface="Calibri"/>
                <a:cs typeface="Calibri"/>
              </a:rPr>
              <a:t>de </a:t>
            </a:r>
            <a:r>
              <a:rPr kumimoji="0" sz="2300" b="0" i="0" u="none" strike="noStrike" kern="0" cap="none" spc="85" normalizeH="0" baseline="0" noProof="0" dirty="0">
                <a:ln>
                  <a:noFill/>
                </a:ln>
                <a:solidFill>
                  <a:srgbClr val="262E37"/>
                </a:solidFill>
                <a:effectLst/>
                <a:uLnTx/>
                <a:uFillTx/>
                <a:latin typeface="Calibri"/>
                <a:cs typeface="Calibri"/>
              </a:rPr>
              <a:t>communication</a:t>
            </a:r>
            <a:r>
              <a:rPr kumimoji="0" sz="2300" b="0" i="0" u="none" strike="noStrike" kern="0" cap="none" spc="120" normalizeH="0" baseline="0" noProof="0" dirty="0">
                <a:ln>
                  <a:noFill/>
                </a:ln>
                <a:solidFill>
                  <a:srgbClr val="262E37"/>
                </a:solidFill>
                <a:effectLst/>
                <a:uLnTx/>
                <a:uFillTx/>
                <a:latin typeface="Calibri"/>
                <a:cs typeface="Calibri"/>
              </a:rPr>
              <a:t> </a:t>
            </a:r>
            <a:r>
              <a:rPr kumimoji="0" sz="2300" b="0" i="0" u="none" strike="noStrike" kern="0" cap="none" spc="0" normalizeH="0" baseline="0" noProof="0" dirty="0">
                <a:ln>
                  <a:noFill/>
                </a:ln>
                <a:solidFill>
                  <a:srgbClr val="262E37"/>
                </a:solidFill>
                <a:effectLst/>
                <a:uLnTx/>
                <a:uFillTx/>
                <a:latin typeface="Calibri"/>
                <a:cs typeface="Calibri"/>
              </a:rPr>
              <a:t>et</a:t>
            </a:r>
            <a:r>
              <a:rPr kumimoji="0" sz="2300" b="0" i="0" u="none" strike="noStrike" kern="0" cap="none" spc="125" normalizeH="0" baseline="0" noProof="0" dirty="0">
                <a:ln>
                  <a:noFill/>
                </a:ln>
                <a:solidFill>
                  <a:srgbClr val="262E37"/>
                </a:solidFill>
                <a:effectLst/>
                <a:uLnTx/>
                <a:uFillTx/>
                <a:latin typeface="Calibri"/>
                <a:cs typeface="Calibri"/>
              </a:rPr>
              <a:t> </a:t>
            </a:r>
            <a:r>
              <a:rPr kumimoji="0" sz="2300" b="0" i="0" u="none" strike="noStrike" kern="0" cap="none" spc="75" normalizeH="0" baseline="0" noProof="0" dirty="0">
                <a:ln>
                  <a:noFill/>
                </a:ln>
                <a:solidFill>
                  <a:srgbClr val="262E37"/>
                </a:solidFill>
                <a:effectLst/>
                <a:uLnTx/>
                <a:uFillTx/>
                <a:latin typeface="Calibri"/>
                <a:cs typeface="Calibri"/>
              </a:rPr>
              <a:t>de </a:t>
            </a:r>
            <a:r>
              <a:rPr kumimoji="0" sz="2300" b="0" i="0" u="none" strike="noStrike" kern="0" cap="none" spc="50" normalizeH="0" baseline="0" noProof="0" dirty="0">
                <a:ln>
                  <a:noFill/>
                </a:ln>
                <a:solidFill>
                  <a:srgbClr val="262E37"/>
                </a:solidFill>
                <a:effectLst/>
                <a:uLnTx/>
                <a:uFillTx/>
                <a:latin typeface="Calibri"/>
                <a:cs typeface="Calibri"/>
              </a:rPr>
              <a:t>collaboration</a:t>
            </a:r>
            <a:endParaRPr kumimoji="0" sz="2300" b="0" i="0" u="none" strike="noStrike" kern="0" cap="none" spc="0" normalizeH="0" baseline="0" noProof="0" dirty="0">
              <a:ln>
                <a:noFill/>
              </a:ln>
              <a:solidFill>
                <a:sysClr val="windowText" lastClr="000000"/>
              </a:solidFill>
              <a:effectLst/>
              <a:uLnTx/>
              <a:uFillTx/>
              <a:latin typeface="Calibri"/>
              <a:cs typeface="Calibri"/>
            </a:endParaRPr>
          </a:p>
          <a:p>
            <a:pPr marL="385445" marR="5080" lvl="0" indent="-373380" defTabSz="914400" eaLnBrk="1" fontAlgn="auto" latinLnBrk="0" hangingPunct="1">
              <a:lnSpc>
                <a:spcPct val="100000"/>
              </a:lnSpc>
              <a:spcBef>
                <a:spcPts val="1015"/>
              </a:spcBef>
              <a:spcAft>
                <a:spcPts val="0"/>
              </a:spcAft>
              <a:buClr>
                <a:srgbClr val="12717A"/>
              </a:buClr>
              <a:buSzTx/>
              <a:buFont typeface="Arial"/>
              <a:buChar char="●"/>
              <a:tabLst>
                <a:tab pos="385445" algn="l"/>
              </a:tabLst>
              <a:defRPr/>
            </a:pPr>
            <a:r>
              <a:rPr kumimoji="0" sz="2300" b="0" i="0" u="none" strike="noStrike" kern="0" cap="none" spc="114" normalizeH="0" baseline="0" noProof="0" dirty="0">
                <a:ln>
                  <a:noFill/>
                </a:ln>
                <a:solidFill>
                  <a:srgbClr val="262E37"/>
                </a:solidFill>
                <a:effectLst/>
                <a:uLnTx/>
                <a:uFillTx/>
                <a:latin typeface="Calibri"/>
                <a:cs typeface="Calibri"/>
              </a:rPr>
              <a:t>Cohérence</a:t>
            </a:r>
            <a:r>
              <a:rPr kumimoji="0" sz="2300" b="0" i="0" u="none" strike="noStrike" kern="0" cap="none" spc="185" normalizeH="0" baseline="0" noProof="0" dirty="0">
                <a:ln>
                  <a:noFill/>
                </a:ln>
                <a:solidFill>
                  <a:srgbClr val="262E37"/>
                </a:solidFill>
                <a:effectLst/>
                <a:uLnTx/>
                <a:uFillTx/>
                <a:latin typeface="Calibri"/>
                <a:cs typeface="Calibri"/>
              </a:rPr>
              <a:t> </a:t>
            </a:r>
            <a:r>
              <a:rPr kumimoji="0" sz="2300" b="0" i="0" u="none" strike="noStrike" kern="0" cap="none" spc="0" normalizeH="0" baseline="0" noProof="0" dirty="0">
                <a:ln>
                  <a:noFill/>
                </a:ln>
                <a:solidFill>
                  <a:srgbClr val="262E37"/>
                </a:solidFill>
                <a:effectLst/>
                <a:uLnTx/>
                <a:uFillTx/>
                <a:latin typeface="Calibri"/>
                <a:cs typeface="Calibri"/>
              </a:rPr>
              <a:t>et</a:t>
            </a:r>
            <a:r>
              <a:rPr kumimoji="0" sz="2300" b="0" i="0" u="none" strike="noStrike" kern="0" cap="none" spc="185" normalizeH="0" baseline="0" noProof="0" dirty="0">
                <a:ln>
                  <a:noFill/>
                </a:ln>
                <a:solidFill>
                  <a:srgbClr val="262E37"/>
                </a:solidFill>
                <a:effectLst/>
                <a:uLnTx/>
                <a:uFillTx/>
                <a:latin typeface="Calibri"/>
                <a:cs typeface="Calibri"/>
              </a:rPr>
              <a:t> </a:t>
            </a:r>
            <a:r>
              <a:rPr kumimoji="0" sz="2300" b="0" i="0" u="none" strike="noStrike" kern="0" cap="none" spc="0" normalizeH="0" baseline="0" noProof="0" dirty="0">
                <a:ln>
                  <a:noFill/>
                </a:ln>
                <a:solidFill>
                  <a:srgbClr val="262E37"/>
                </a:solidFill>
                <a:effectLst/>
                <a:uLnTx/>
                <a:uFillTx/>
                <a:latin typeface="Calibri"/>
                <a:cs typeface="Calibri"/>
              </a:rPr>
              <a:t>rapidité</a:t>
            </a:r>
            <a:r>
              <a:rPr kumimoji="0" sz="2300" b="0" i="0" u="none" strike="noStrike" kern="0" cap="none" spc="185" normalizeH="0" baseline="0" noProof="0" dirty="0">
                <a:ln>
                  <a:noFill/>
                </a:ln>
                <a:solidFill>
                  <a:srgbClr val="262E37"/>
                </a:solidFill>
                <a:effectLst/>
                <a:uLnTx/>
                <a:uFillTx/>
                <a:latin typeface="Calibri"/>
                <a:cs typeface="Calibri"/>
              </a:rPr>
              <a:t> </a:t>
            </a:r>
            <a:r>
              <a:rPr kumimoji="0" sz="2300" b="0" i="0" u="none" strike="noStrike" kern="0" cap="none" spc="114" normalizeH="0" baseline="0" noProof="0" dirty="0">
                <a:ln>
                  <a:noFill/>
                </a:ln>
                <a:solidFill>
                  <a:srgbClr val="262E37"/>
                </a:solidFill>
                <a:effectLst/>
                <a:uLnTx/>
                <a:uFillTx/>
                <a:latin typeface="Calibri"/>
                <a:cs typeface="Calibri"/>
              </a:rPr>
              <a:t>grâce</a:t>
            </a:r>
            <a:r>
              <a:rPr kumimoji="0" sz="2300" b="0" i="0" u="none" strike="noStrike" kern="0" cap="none" spc="185" normalizeH="0" baseline="0" noProof="0" dirty="0">
                <a:ln>
                  <a:noFill/>
                </a:ln>
                <a:solidFill>
                  <a:srgbClr val="262E37"/>
                </a:solidFill>
                <a:effectLst/>
                <a:uLnTx/>
                <a:uFillTx/>
                <a:latin typeface="Calibri"/>
                <a:cs typeface="Calibri"/>
              </a:rPr>
              <a:t> </a:t>
            </a:r>
            <a:r>
              <a:rPr kumimoji="0" sz="2300" b="0" i="0" u="none" strike="noStrike" kern="0" cap="none" spc="80" normalizeH="0" baseline="0" noProof="0" dirty="0">
                <a:ln>
                  <a:noFill/>
                </a:ln>
                <a:solidFill>
                  <a:srgbClr val="262E37"/>
                </a:solidFill>
                <a:effectLst/>
                <a:uLnTx/>
                <a:uFillTx/>
                <a:latin typeface="Calibri"/>
                <a:cs typeface="Calibri"/>
              </a:rPr>
              <a:t>à </a:t>
            </a:r>
            <a:r>
              <a:rPr kumimoji="0" sz="2300" b="0" i="0" u="none" strike="noStrike" kern="0" cap="none" spc="45" normalizeH="0" baseline="0" noProof="0" dirty="0">
                <a:ln>
                  <a:noFill/>
                </a:ln>
                <a:solidFill>
                  <a:srgbClr val="262E37"/>
                </a:solidFill>
                <a:effectLst/>
                <a:uLnTx/>
                <a:uFillTx/>
                <a:latin typeface="Calibri"/>
                <a:cs typeface="Calibri"/>
              </a:rPr>
              <a:t>l'automatisation</a:t>
            </a:r>
            <a:endParaRPr kumimoji="0" sz="2300" b="0" i="0" u="none" strike="noStrike" kern="0" cap="none" spc="0" normalizeH="0" baseline="0" noProof="0" dirty="0">
              <a:ln>
                <a:noFill/>
              </a:ln>
              <a:solidFill>
                <a:sysClr val="windowText" lastClr="000000"/>
              </a:solidFill>
              <a:effectLst/>
              <a:uLnTx/>
              <a:uFillTx/>
              <a:latin typeface="Calibri"/>
              <a:cs typeface="Calibri"/>
            </a:endParaRPr>
          </a:p>
        </p:txBody>
      </p:sp>
      <p:sp>
        <p:nvSpPr>
          <p:cNvPr id="10" name="object 10"/>
          <p:cNvSpPr/>
          <p:nvPr/>
        </p:nvSpPr>
        <p:spPr>
          <a:xfrm>
            <a:off x="5618014" y="1441450"/>
            <a:ext cx="4669155" cy="5300980"/>
          </a:xfrm>
          <a:custGeom>
            <a:avLst/>
            <a:gdLst/>
            <a:ahLst/>
            <a:cxnLst/>
            <a:rect l="l" t="t" r="r" b="b"/>
            <a:pathLst>
              <a:path w="4669155" h="5300980">
                <a:moveTo>
                  <a:pt x="4668837" y="5300663"/>
                </a:moveTo>
                <a:lnTo>
                  <a:pt x="0" y="5300663"/>
                </a:lnTo>
                <a:lnTo>
                  <a:pt x="0" y="0"/>
                </a:lnTo>
                <a:lnTo>
                  <a:pt x="4668837" y="0"/>
                </a:lnTo>
                <a:lnTo>
                  <a:pt x="4668837" y="5300663"/>
                </a:lnTo>
                <a:close/>
              </a:path>
            </a:pathLst>
          </a:custGeom>
          <a:solidFill>
            <a:srgbClr val="DAEEF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 name="object 11"/>
          <p:cNvSpPr txBox="1"/>
          <p:nvPr/>
        </p:nvSpPr>
        <p:spPr>
          <a:xfrm>
            <a:off x="5710089" y="1465198"/>
            <a:ext cx="1393190" cy="36068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200" b="0" i="0" u="none" strike="noStrike" kern="0" cap="none" spc="0" normalizeH="0" baseline="0" noProof="0" dirty="0">
                <a:ln>
                  <a:noFill/>
                </a:ln>
                <a:solidFill>
                  <a:srgbClr val="262E37"/>
                </a:solidFill>
                <a:effectLst/>
                <a:uLnTx/>
                <a:uFillTx/>
                <a:latin typeface="Calibri"/>
                <a:cs typeface="Calibri"/>
              </a:rPr>
              <a:t>Gains</a:t>
            </a:r>
            <a:r>
              <a:rPr kumimoji="0" sz="2200" b="0" i="0" u="none" strike="noStrike" kern="0" cap="none" spc="-25" normalizeH="0" baseline="0" noProof="0" dirty="0">
                <a:ln>
                  <a:noFill/>
                </a:ln>
                <a:solidFill>
                  <a:srgbClr val="262E37"/>
                </a:solidFill>
                <a:effectLst/>
                <a:uLnTx/>
                <a:uFillTx/>
                <a:latin typeface="Calibri"/>
                <a:cs typeface="Calibri"/>
              </a:rPr>
              <a:t> </a:t>
            </a:r>
            <a:r>
              <a:rPr kumimoji="0" sz="2200" b="0" i="0" u="none" strike="noStrike" kern="0" cap="none" spc="0" normalizeH="0" baseline="0" noProof="0" dirty="0">
                <a:ln>
                  <a:noFill/>
                </a:ln>
                <a:solidFill>
                  <a:srgbClr val="262E37"/>
                </a:solidFill>
                <a:effectLst/>
                <a:uLnTx/>
                <a:uFillTx/>
                <a:latin typeface="Calibri"/>
                <a:cs typeface="Calibri"/>
              </a:rPr>
              <a:t>dans</a:t>
            </a:r>
            <a:r>
              <a:rPr kumimoji="0" sz="2200" b="0" i="0" u="none" strike="noStrike" kern="0" cap="none" spc="-20" normalizeH="0" baseline="0" noProof="0" dirty="0">
                <a:ln>
                  <a:noFill/>
                </a:ln>
                <a:solidFill>
                  <a:srgbClr val="262E37"/>
                </a:solidFill>
                <a:effectLst/>
                <a:uLnTx/>
                <a:uFillTx/>
                <a:latin typeface="Calibri"/>
                <a:cs typeface="Calibri"/>
              </a:rPr>
              <a:t> </a:t>
            </a:r>
            <a:r>
              <a:rPr kumimoji="0" sz="2200" b="0" i="0" u="none" strike="noStrike" kern="0" cap="none" spc="-50" normalizeH="0" baseline="0" noProof="0" dirty="0">
                <a:ln>
                  <a:noFill/>
                </a:ln>
                <a:solidFill>
                  <a:srgbClr val="262E37"/>
                </a:solidFill>
                <a:effectLst/>
                <a:uLnTx/>
                <a:uFillTx/>
                <a:latin typeface="Calibri"/>
                <a:cs typeface="Calibri"/>
              </a:rPr>
              <a:t>:</a:t>
            </a:r>
            <a:endParaRPr kumimoji="0" sz="2200" b="0" i="0" u="none" strike="noStrike" kern="0" cap="none" spc="0" normalizeH="0" baseline="0" noProof="0">
              <a:ln>
                <a:noFill/>
              </a:ln>
              <a:solidFill>
                <a:sysClr val="windowText" lastClr="000000"/>
              </a:solidFill>
              <a:effectLst/>
              <a:uLnTx/>
              <a:uFillTx/>
              <a:latin typeface="Calibri"/>
              <a:cs typeface="Calibri"/>
            </a:endParaRPr>
          </a:p>
        </p:txBody>
      </p:sp>
      <p:sp>
        <p:nvSpPr>
          <p:cNvPr id="13" name="object 13"/>
          <p:cNvSpPr txBox="1">
            <a:spLocks noGrp="1"/>
          </p:cNvSpPr>
          <p:nvPr>
            <p:ph type="sldNum" sz="quarter" idx="7"/>
          </p:nvPr>
        </p:nvSpPr>
        <p:spPr>
          <a:prstGeom prst="rect">
            <a:avLst/>
          </a:prstGeom>
        </p:spPr>
        <p:txBody>
          <a:bodyPr vert="horz" wrap="square" lIns="0" tIns="8255" rIns="0" bIns="0" rtlCol="0">
            <a:spAutoFit/>
          </a:bodyPr>
          <a:lstStyle/>
          <a:p>
            <a:pPr marL="80010" marR="0" lvl="0" indent="0" defTabSz="914400" eaLnBrk="1" fontAlgn="auto" latinLnBrk="0" hangingPunct="1">
              <a:lnSpc>
                <a:spcPct val="100000"/>
              </a:lnSpc>
              <a:spcBef>
                <a:spcPts val="65"/>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prstClr val="white"/>
                </a:solidFill>
                <a:effectLst/>
                <a:uLnTx/>
                <a:uFillTx/>
                <a:latin typeface="Calibri"/>
                <a:cs typeface="Calibri"/>
              </a:rPr>
              <a:pPr marL="80010" marR="0" lvl="0" indent="0" defTabSz="914400" eaLnBrk="1" fontAlgn="auto" latinLnBrk="0" hangingPunct="1">
                <a:lnSpc>
                  <a:spcPct val="100000"/>
                </a:lnSpc>
                <a:spcBef>
                  <a:spcPts val="65"/>
                </a:spcBef>
                <a:spcAft>
                  <a:spcPts val="0"/>
                </a:spcAft>
                <a:buClrTx/>
                <a:buSzTx/>
                <a:buFontTx/>
                <a:buNone/>
                <a:tabLst/>
                <a:defRPr/>
              </a:pPr>
              <a:t>14</a:t>
            </a:fld>
            <a:endParaRPr kumimoji="0" sz="1200" b="0" i="0" u="none" strike="noStrike" kern="0" cap="none" spc="-25" normalizeH="0" baseline="0" noProof="0" dirty="0">
              <a:ln>
                <a:noFill/>
              </a:ln>
              <a:solidFill>
                <a:prstClr val="white"/>
              </a:solidFill>
              <a:effectLst/>
              <a:uLnTx/>
              <a:uFillTx/>
              <a:latin typeface="Calibri"/>
              <a:cs typeface="Calibri"/>
            </a:endParaRPr>
          </a:p>
        </p:txBody>
      </p:sp>
      <p:sp>
        <p:nvSpPr>
          <p:cNvPr id="12" name="object 12"/>
          <p:cNvSpPr txBox="1"/>
          <p:nvPr/>
        </p:nvSpPr>
        <p:spPr>
          <a:xfrm>
            <a:off x="6186852" y="1794128"/>
            <a:ext cx="3308985" cy="3959225"/>
          </a:xfrm>
          <a:prstGeom prst="rect">
            <a:avLst/>
          </a:prstGeom>
        </p:spPr>
        <p:txBody>
          <a:bodyPr vert="horz" wrap="square" lIns="0" tIns="144145" rIns="0" bIns="0" rtlCol="0">
            <a:spAutoFit/>
          </a:bodyPr>
          <a:lstStyle/>
          <a:p>
            <a:pPr marL="12700" marR="0" lvl="0" indent="0" defTabSz="914400" eaLnBrk="1" fontAlgn="auto" latinLnBrk="0" hangingPunct="1">
              <a:lnSpc>
                <a:spcPct val="100000"/>
              </a:lnSpc>
              <a:spcBef>
                <a:spcPts val="1135"/>
              </a:spcBef>
              <a:spcAft>
                <a:spcPts val="0"/>
              </a:spcAft>
              <a:buClrTx/>
              <a:buSzTx/>
              <a:buFontTx/>
              <a:buNone/>
              <a:tabLst>
                <a:tab pos="400050" algn="l"/>
              </a:tabLst>
              <a:defRPr/>
            </a:pPr>
            <a:r>
              <a:rPr kumimoji="0" sz="2200" b="0" i="0" u="none" strike="noStrike" kern="0" cap="none" spc="300" normalizeH="0" baseline="0" noProof="0" dirty="0">
                <a:ln>
                  <a:noFill/>
                </a:ln>
                <a:solidFill>
                  <a:srgbClr val="262E37"/>
                </a:solidFill>
                <a:effectLst/>
                <a:uLnTx/>
                <a:uFillTx/>
                <a:latin typeface="Calibri"/>
                <a:cs typeface="Calibri"/>
              </a:rPr>
              <a:t>−</a:t>
            </a:r>
            <a:r>
              <a:rPr kumimoji="0" sz="2200" b="0" i="0" u="none" strike="noStrike" kern="0" cap="none" spc="0" normalizeH="0" baseline="0" noProof="0" dirty="0">
                <a:ln>
                  <a:noFill/>
                </a:ln>
                <a:solidFill>
                  <a:srgbClr val="262E37"/>
                </a:solidFill>
                <a:effectLst/>
                <a:uLnTx/>
                <a:uFillTx/>
                <a:latin typeface="Calibri"/>
                <a:cs typeface="Calibri"/>
              </a:rPr>
              <a:t>	Time</a:t>
            </a:r>
            <a:r>
              <a:rPr kumimoji="0" sz="2200" b="0" i="0" u="none" strike="noStrike" kern="0" cap="none" spc="-60" normalizeH="0" baseline="0" noProof="0" dirty="0">
                <a:ln>
                  <a:noFill/>
                </a:ln>
                <a:solidFill>
                  <a:srgbClr val="262E37"/>
                </a:solidFill>
                <a:effectLst/>
                <a:uLnTx/>
                <a:uFillTx/>
                <a:latin typeface="Calibri"/>
                <a:cs typeface="Calibri"/>
              </a:rPr>
              <a:t> </a:t>
            </a:r>
            <a:r>
              <a:rPr kumimoji="0" sz="2200" b="0" i="0" u="none" strike="noStrike" kern="0" cap="none" spc="0" normalizeH="0" baseline="0" noProof="0" dirty="0">
                <a:ln>
                  <a:noFill/>
                </a:ln>
                <a:solidFill>
                  <a:srgbClr val="262E37"/>
                </a:solidFill>
                <a:effectLst/>
                <a:uLnTx/>
                <a:uFillTx/>
                <a:latin typeface="Calibri"/>
                <a:cs typeface="Calibri"/>
              </a:rPr>
              <a:t>to</a:t>
            </a:r>
            <a:r>
              <a:rPr kumimoji="0" sz="2200" b="0" i="0" u="none" strike="noStrike" kern="0" cap="none" spc="-55" normalizeH="0" baseline="0" noProof="0" dirty="0">
                <a:ln>
                  <a:noFill/>
                </a:ln>
                <a:solidFill>
                  <a:srgbClr val="262E37"/>
                </a:solidFill>
                <a:effectLst/>
                <a:uLnTx/>
                <a:uFillTx/>
                <a:latin typeface="Calibri"/>
                <a:cs typeface="Calibri"/>
              </a:rPr>
              <a:t> </a:t>
            </a:r>
            <a:r>
              <a:rPr kumimoji="0" sz="2200" b="0" i="0" u="none" strike="noStrike" kern="0" cap="none" spc="-10" normalizeH="0" baseline="0" noProof="0" dirty="0">
                <a:ln>
                  <a:noFill/>
                </a:ln>
                <a:solidFill>
                  <a:srgbClr val="262E37"/>
                </a:solidFill>
                <a:effectLst/>
                <a:uLnTx/>
                <a:uFillTx/>
                <a:latin typeface="Calibri"/>
                <a:cs typeface="Calibri"/>
              </a:rPr>
              <a:t>market/value</a:t>
            </a:r>
            <a:endParaRPr kumimoji="0" sz="2200" b="0" i="0" u="none" strike="noStrike" kern="0" cap="none" spc="0" normalizeH="0" baseline="0" noProof="0">
              <a:ln>
                <a:noFill/>
              </a:ln>
              <a:solidFill>
                <a:sysClr val="windowText" lastClr="000000"/>
              </a:solidFill>
              <a:effectLst/>
              <a:uLnTx/>
              <a:uFillTx/>
              <a:latin typeface="Calibri"/>
              <a:cs typeface="Calibri"/>
            </a:endParaRPr>
          </a:p>
          <a:p>
            <a:pPr marL="400050" marR="5080" lvl="0" indent="-387985" defTabSz="914400" eaLnBrk="1" fontAlgn="auto" latinLnBrk="0" hangingPunct="1">
              <a:lnSpc>
                <a:spcPct val="101299"/>
              </a:lnSpc>
              <a:spcBef>
                <a:spcPts val="1000"/>
              </a:spcBef>
              <a:spcAft>
                <a:spcPts val="0"/>
              </a:spcAft>
              <a:buClrTx/>
              <a:buSzTx/>
              <a:buFontTx/>
              <a:buNone/>
              <a:tabLst>
                <a:tab pos="400050" algn="l"/>
              </a:tabLst>
              <a:defRPr/>
            </a:pPr>
            <a:r>
              <a:rPr kumimoji="0" sz="2200" b="0" i="0" u="none" strike="noStrike" kern="0" cap="none" spc="300" normalizeH="0" baseline="0" noProof="0" dirty="0">
                <a:ln>
                  <a:noFill/>
                </a:ln>
                <a:solidFill>
                  <a:srgbClr val="262E37"/>
                </a:solidFill>
                <a:effectLst/>
                <a:uLnTx/>
                <a:uFillTx/>
                <a:latin typeface="Calibri"/>
                <a:cs typeface="Calibri"/>
              </a:rPr>
              <a:t>−</a:t>
            </a:r>
            <a:r>
              <a:rPr kumimoji="0" sz="2200" b="0" i="0" u="none" strike="noStrike" kern="0" cap="none" spc="0" normalizeH="0" baseline="0" noProof="0" dirty="0">
                <a:ln>
                  <a:noFill/>
                </a:ln>
                <a:solidFill>
                  <a:srgbClr val="262E37"/>
                </a:solidFill>
                <a:effectLst/>
                <a:uLnTx/>
                <a:uFillTx/>
                <a:latin typeface="Calibri"/>
                <a:cs typeface="Calibri"/>
              </a:rPr>
              <a:t>	</a:t>
            </a:r>
            <a:r>
              <a:rPr kumimoji="0" sz="2200" b="0" i="0" u="none" strike="noStrike" kern="0" cap="none" spc="-10" normalizeH="0" baseline="0" noProof="0" dirty="0">
                <a:ln>
                  <a:noFill/>
                </a:ln>
                <a:solidFill>
                  <a:srgbClr val="262E37"/>
                </a:solidFill>
                <a:effectLst/>
                <a:uLnTx/>
                <a:uFillTx/>
                <a:latin typeface="Calibri"/>
                <a:cs typeface="Calibri"/>
              </a:rPr>
              <a:t>Intégration</a:t>
            </a:r>
            <a:r>
              <a:rPr kumimoji="0" sz="2200" b="0" i="0" u="none" strike="noStrike" kern="0" cap="none" spc="-50" normalizeH="0" baseline="0" noProof="0" dirty="0">
                <a:ln>
                  <a:noFill/>
                </a:ln>
                <a:solidFill>
                  <a:srgbClr val="262E37"/>
                </a:solidFill>
                <a:effectLst/>
                <a:uLnTx/>
                <a:uFillTx/>
                <a:latin typeface="Calibri"/>
                <a:cs typeface="Calibri"/>
              </a:rPr>
              <a:t> </a:t>
            </a:r>
            <a:r>
              <a:rPr kumimoji="0" sz="2200" b="0" i="0" u="none" strike="noStrike" kern="0" cap="none" spc="0" normalizeH="0" baseline="0" noProof="0" dirty="0">
                <a:ln>
                  <a:noFill/>
                </a:ln>
                <a:solidFill>
                  <a:srgbClr val="262E37"/>
                </a:solidFill>
                <a:effectLst/>
                <a:uLnTx/>
                <a:uFillTx/>
                <a:latin typeface="Calibri"/>
                <a:cs typeface="Calibri"/>
              </a:rPr>
              <a:t>aux</a:t>
            </a:r>
            <a:r>
              <a:rPr kumimoji="0" sz="2200" b="0" i="0" u="none" strike="noStrike" kern="0" cap="none" spc="-50" normalizeH="0" baseline="0" noProof="0" dirty="0">
                <a:ln>
                  <a:noFill/>
                </a:ln>
                <a:solidFill>
                  <a:srgbClr val="262E37"/>
                </a:solidFill>
                <a:effectLst/>
                <a:uLnTx/>
                <a:uFillTx/>
                <a:latin typeface="Calibri"/>
                <a:cs typeface="Calibri"/>
              </a:rPr>
              <a:t> </a:t>
            </a:r>
            <a:r>
              <a:rPr kumimoji="0" sz="2200" b="0" i="0" u="none" strike="noStrike" kern="0" cap="none" spc="-10" normalizeH="0" baseline="0" noProof="0" dirty="0">
                <a:ln>
                  <a:noFill/>
                </a:ln>
                <a:solidFill>
                  <a:srgbClr val="262E37"/>
                </a:solidFill>
                <a:effectLst/>
                <a:uLnTx/>
                <a:uFillTx/>
                <a:latin typeface="Calibri"/>
                <a:cs typeface="Calibri"/>
              </a:rPr>
              <a:t>processus business</a:t>
            </a:r>
            <a:endParaRPr kumimoji="0" sz="2200" b="0" i="0" u="none" strike="noStrike" kern="0" cap="none" spc="0" normalizeH="0" baseline="0" noProof="0">
              <a:ln>
                <a:noFill/>
              </a:ln>
              <a:solidFill>
                <a:sysClr val="windowText" lastClr="000000"/>
              </a:solidFill>
              <a:effectLst/>
              <a:uLnTx/>
              <a:uFillTx/>
              <a:latin typeface="Calibri"/>
              <a:cs typeface="Calibri"/>
            </a:endParaRPr>
          </a:p>
          <a:p>
            <a:pPr marL="12700" marR="0" lvl="0" indent="0" defTabSz="914400" eaLnBrk="1" fontAlgn="auto" latinLnBrk="0" hangingPunct="1">
              <a:lnSpc>
                <a:spcPct val="100000"/>
              </a:lnSpc>
              <a:spcBef>
                <a:spcPts val="985"/>
              </a:spcBef>
              <a:spcAft>
                <a:spcPts val="0"/>
              </a:spcAft>
              <a:buClrTx/>
              <a:buSzTx/>
              <a:buFontTx/>
              <a:buNone/>
              <a:tabLst>
                <a:tab pos="400050" algn="l"/>
              </a:tabLst>
              <a:defRPr/>
            </a:pPr>
            <a:r>
              <a:rPr kumimoji="0" sz="2200" b="0" i="0" u="none" strike="noStrike" kern="0" cap="none" spc="300" normalizeH="0" baseline="0" noProof="0" dirty="0">
                <a:ln>
                  <a:noFill/>
                </a:ln>
                <a:solidFill>
                  <a:srgbClr val="262E37"/>
                </a:solidFill>
                <a:effectLst/>
                <a:uLnTx/>
                <a:uFillTx/>
                <a:latin typeface="Calibri"/>
                <a:cs typeface="Calibri"/>
              </a:rPr>
              <a:t>−</a:t>
            </a:r>
            <a:r>
              <a:rPr kumimoji="0" sz="2200" b="0" i="0" u="none" strike="noStrike" kern="0" cap="none" spc="0" normalizeH="0" baseline="0" noProof="0" dirty="0">
                <a:ln>
                  <a:noFill/>
                </a:ln>
                <a:solidFill>
                  <a:srgbClr val="262E37"/>
                </a:solidFill>
                <a:effectLst/>
                <a:uLnTx/>
                <a:uFillTx/>
                <a:latin typeface="Calibri"/>
                <a:cs typeface="Calibri"/>
              </a:rPr>
              <a:t>	</a:t>
            </a:r>
            <a:r>
              <a:rPr kumimoji="0" sz="2200" b="0" i="0" u="none" strike="noStrike" kern="0" cap="none" spc="-10" normalizeH="0" baseline="0" noProof="0" dirty="0">
                <a:ln>
                  <a:noFill/>
                </a:ln>
                <a:solidFill>
                  <a:srgbClr val="262E37"/>
                </a:solidFill>
                <a:effectLst/>
                <a:uLnTx/>
                <a:uFillTx/>
                <a:latin typeface="Calibri"/>
                <a:cs typeface="Calibri"/>
              </a:rPr>
              <a:t>Réactivité</a:t>
            </a:r>
            <a:endParaRPr kumimoji="0" sz="2200" b="0" i="0" u="none" strike="noStrike" kern="0" cap="none" spc="0" normalizeH="0" baseline="0" noProof="0">
              <a:ln>
                <a:noFill/>
              </a:ln>
              <a:solidFill>
                <a:sysClr val="windowText" lastClr="000000"/>
              </a:solidFill>
              <a:effectLst/>
              <a:uLnTx/>
              <a:uFillTx/>
              <a:latin typeface="Calibri"/>
              <a:cs typeface="Calibri"/>
            </a:endParaRPr>
          </a:p>
          <a:p>
            <a:pPr marL="400050" marR="457200" lvl="0" indent="-387985" defTabSz="914400" eaLnBrk="1" fontAlgn="auto" latinLnBrk="0" hangingPunct="1">
              <a:lnSpc>
                <a:spcPct val="101299"/>
              </a:lnSpc>
              <a:spcBef>
                <a:spcPts val="1000"/>
              </a:spcBef>
              <a:spcAft>
                <a:spcPts val="0"/>
              </a:spcAft>
              <a:buClrTx/>
              <a:buSzTx/>
              <a:buFontTx/>
              <a:buNone/>
              <a:tabLst>
                <a:tab pos="400050" algn="l"/>
              </a:tabLst>
              <a:defRPr/>
            </a:pPr>
            <a:r>
              <a:rPr kumimoji="0" sz="2200" b="0" i="0" u="none" strike="noStrike" kern="0" cap="none" spc="300" normalizeH="0" baseline="0" noProof="0" dirty="0">
                <a:ln>
                  <a:noFill/>
                </a:ln>
                <a:solidFill>
                  <a:srgbClr val="262E37"/>
                </a:solidFill>
                <a:effectLst/>
                <a:uLnTx/>
                <a:uFillTx/>
                <a:latin typeface="Calibri"/>
                <a:cs typeface="Calibri"/>
              </a:rPr>
              <a:t>−</a:t>
            </a:r>
            <a:r>
              <a:rPr kumimoji="0" sz="2200" b="0" i="0" u="none" strike="noStrike" kern="0" cap="none" spc="0" normalizeH="0" baseline="0" noProof="0" dirty="0">
                <a:ln>
                  <a:noFill/>
                </a:ln>
                <a:solidFill>
                  <a:srgbClr val="262E37"/>
                </a:solidFill>
                <a:effectLst/>
                <a:uLnTx/>
                <a:uFillTx/>
                <a:latin typeface="Calibri"/>
                <a:cs typeface="Calibri"/>
              </a:rPr>
              <a:t>	Qualité</a:t>
            </a:r>
            <a:r>
              <a:rPr kumimoji="0" sz="2200" b="0" i="0" u="none" strike="noStrike" kern="0" cap="none" spc="-50" normalizeH="0" baseline="0" noProof="0" dirty="0">
                <a:ln>
                  <a:noFill/>
                </a:ln>
                <a:solidFill>
                  <a:srgbClr val="262E37"/>
                </a:solidFill>
                <a:effectLst/>
                <a:uLnTx/>
                <a:uFillTx/>
                <a:latin typeface="Calibri"/>
                <a:cs typeface="Calibri"/>
              </a:rPr>
              <a:t> </a:t>
            </a:r>
            <a:r>
              <a:rPr kumimoji="0" sz="2200" b="0" i="0" u="none" strike="noStrike" kern="0" cap="none" spc="0" normalizeH="0" baseline="0" noProof="0" dirty="0">
                <a:ln>
                  <a:noFill/>
                </a:ln>
                <a:solidFill>
                  <a:srgbClr val="262E37"/>
                </a:solidFill>
                <a:effectLst/>
                <a:uLnTx/>
                <a:uFillTx/>
                <a:latin typeface="Calibri"/>
                <a:cs typeface="Calibri"/>
              </a:rPr>
              <a:t>du</a:t>
            </a:r>
            <a:r>
              <a:rPr kumimoji="0" sz="2200" b="0" i="0" u="none" strike="noStrike" kern="0" cap="none" spc="-45" normalizeH="0" baseline="0" noProof="0" dirty="0">
                <a:ln>
                  <a:noFill/>
                </a:ln>
                <a:solidFill>
                  <a:srgbClr val="262E37"/>
                </a:solidFill>
                <a:effectLst/>
                <a:uLnTx/>
                <a:uFillTx/>
                <a:latin typeface="Calibri"/>
                <a:cs typeface="Calibri"/>
              </a:rPr>
              <a:t> </a:t>
            </a:r>
            <a:r>
              <a:rPr kumimoji="0" sz="2200" b="0" i="0" u="none" strike="noStrike" kern="0" cap="none" spc="0" normalizeH="0" baseline="0" noProof="0" dirty="0">
                <a:ln>
                  <a:noFill/>
                </a:ln>
                <a:solidFill>
                  <a:srgbClr val="262E37"/>
                </a:solidFill>
                <a:effectLst/>
                <a:uLnTx/>
                <a:uFillTx/>
                <a:latin typeface="Calibri"/>
                <a:cs typeface="Calibri"/>
              </a:rPr>
              <a:t>code</a:t>
            </a:r>
            <a:r>
              <a:rPr kumimoji="0" sz="2200" b="0" i="0" u="none" strike="noStrike" kern="0" cap="none" spc="-45" normalizeH="0" baseline="0" noProof="0" dirty="0">
                <a:ln>
                  <a:noFill/>
                </a:ln>
                <a:solidFill>
                  <a:srgbClr val="262E37"/>
                </a:solidFill>
                <a:effectLst/>
                <a:uLnTx/>
                <a:uFillTx/>
                <a:latin typeface="Calibri"/>
                <a:cs typeface="Calibri"/>
              </a:rPr>
              <a:t> </a:t>
            </a:r>
            <a:r>
              <a:rPr kumimoji="0" sz="2200" b="0" i="0" u="none" strike="noStrike" kern="0" cap="none" spc="0" normalizeH="0" baseline="0" noProof="0" dirty="0">
                <a:ln>
                  <a:noFill/>
                </a:ln>
                <a:solidFill>
                  <a:srgbClr val="262E37"/>
                </a:solidFill>
                <a:effectLst/>
                <a:uLnTx/>
                <a:uFillTx/>
                <a:latin typeface="Calibri"/>
                <a:cs typeface="Calibri"/>
              </a:rPr>
              <a:t>et</a:t>
            </a:r>
            <a:r>
              <a:rPr kumimoji="0" sz="2200" b="0" i="0" u="none" strike="noStrike" kern="0" cap="none" spc="-45" normalizeH="0" baseline="0" noProof="0" dirty="0">
                <a:ln>
                  <a:noFill/>
                </a:ln>
                <a:solidFill>
                  <a:srgbClr val="262E37"/>
                </a:solidFill>
                <a:effectLst/>
                <a:uLnTx/>
                <a:uFillTx/>
                <a:latin typeface="Calibri"/>
                <a:cs typeface="Calibri"/>
              </a:rPr>
              <a:t> </a:t>
            </a:r>
            <a:r>
              <a:rPr kumimoji="0" sz="2200" b="0" i="0" u="none" strike="noStrike" kern="0" cap="none" spc="-25" normalizeH="0" baseline="0" noProof="0" dirty="0">
                <a:ln>
                  <a:noFill/>
                </a:ln>
                <a:solidFill>
                  <a:srgbClr val="262E37"/>
                </a:solidFill>
                <a:effectLst/>
                <a:uLnTx/>
                <a:uFillTx/>
                <a:latin typeface="Calibri"/>
                <a:cs typeface="Calibri"/>
              </a:rPr>
              <a:t>du </a:t>
            </a:r>
            <a:r>
              <a:rPr kumimoji="0" sz="2200" b="0" i="0" u="none" strike="noStrike" kern="0" cap="none" spc="-10" normalizeH="0" baseline="0" noProof="0" dirty="0">
                <a:ln>
                  <a:noFill/>
                </a:ln>
                <a:solidFill>
                  <a:srgbClr val="262E37"/>
                </a:solidFill>
                <a:effectLst/>
                <a:uLnTx/>
                <a:uFillTx/>
                <a:latin typeface="Calibri"/>
                <a:cs typeface="Calibri"/>
              </a:rPr>
              <a:t>déploiement</a:t>
            </a:r>
            <a:endParaRPr kumimoji="0" sz="2200" b="0" i="0" u="none" strike="noStrike" kern="0" cap="none" spc="0" normalizeH="0" baseline="0" noProof="0">
              <a:ln>
                <a:noFill/>
              </a:ln>
              <a:solidFill>
                <a:sysClr val="windowText" lastClr="000000"/>
              </a:solidFill>
              <a:effectLst/>
              <a:uLnTx/>
              <a:uFillTx/>
              <a:latin typeface="Calibri"/>
              <a:cs typeface="Calibri"/>
            </a:endParaRPr>
          </a:p>
          <a:p>
            <a:pPr marL="12700" marR="0" lvl="0" indent="0" defTabSz="914400" eaLnBrk="1" fontAlgn="auto" latinLnBrk="0" hangingPunct="1">
              <a:lnSpc>
                <a:spcPct val="100000"/>
              </a:lnSpc>
              <a:spcBef>
                <a:spcPts val="985"/>
              </a:spcBef>
              <a:spcAft>
                <a:spcPts val="0"/>
              </a:spcAft>
              <a:buClrTx/>
              <a:buSzTx/>
              <a:buFontTx/>
              <a:buNone/>
              <a:tabLst>
                <a:tab pos="400050" algn="l"/>
              </a:tabLst>
              <a:defRPr/>
            </a:pPr>
            <a:r>
              <a:rPr kumimoji="0" sz="2200" b="0" i="0" u="none" strike="noStrike" kern="0" cap="none" spc="300" normalizeH="0" baseline="0" noProof="0" dirty="0">
                <a:ln>
                  <a:noFill/>
                </a:ln>
                <a:solidFill>
                  <a:srgbClr val="262E37"/>
                </a:solidFill>
                <a:effectLst/>
                <a:uLnTx/>
                <a:uFillTx/>
                <a:latin typeface="Calibri"/>
                <a:cs typeface="Calibri"/>
              </a:rPr>
              <a:t>−</a:t>
            </a:r>
            <a:r>
              <a:rPr kumimoji="0" sz="2200" b="0" i="0" u="none" strike="noStrike" kern="0" cap="none" spc="0" normalizeH="0" baseline="0" noProof="0" dirty="0">
                <a:ln>
                  <a:noFill/>
                </a:ln>
                <a:solidFill>
                  <a:srgbClr val="262E37"/>
                </a:solidFill>
                <a:effectLst/>
                <a:uLnTx/>
                <a:uFillTx/>
                <a:latin typeface="Calibri"/>
                <a:cs typeface="Calibri"/>
              </a:rPr>
              <a:t>	</a:t>
            </a:r>
            <a:r>
              <a:rPr kumimoji="0" sz="2200" b="0" i="0" u="none" strike="noStrike" kern="0" cap="none" spc="-10" normalizeH="0" baseline="0" noProof="0" dirty="0">
                <a:ln>
                  <a:noFill/>
                </a:ln>
                <a:solidFill>
                  <a:srgbClr val="262E37"/>
                </a:solidFill>
                <a:effectLst/>
                <a:uLnTx/>
                <a:uFillTx/>
                <a:latin typeface="Calibri"/>
                <a:cs typeface="Calibri"/>
              </a:rPr>
              <a:t>Productivité</a:t>
            </a:r>
            <a:endParaRPr kumimoji="0" sz="2200" b="0" i="0" u="none" strike="noStrike" kern="0" cap="none" spc="0" normalizeH="0" baseline="0" noProof="0">
              <a:ln>
                <a:noFill/>
              </a:ln>
              <a:solidFill>
                <a:sysClr val="windowText" lastClr="000000"/>
              </a:solidFill>
              <a:effectLst/>
              <a:uLnTx/>
              <a:uFillTx/>
              <a:latin typeface="Calibri"/>
              <a:cs typeface="Calibri"/>
            </a:endParaRPr>
          </a:p>
          <a:p>
            <a:pPr marL="12700" marR="0" lvl="0" indent="0" defTabSz="914400" eaLnBrk="1" fontAlgn="auto" latinLnBrk="0" hangingPunct="1">
              <a:lnSpc>
                <a:spcPct val="100000"/>
              </a:lnSpc>
              <a:spcBef>
                <a:spcPts val="1035"/>
              </a:spcBef>
              <a:spcAft>
                <a:spcPts val="0"/>
              </a:spcAft>
              <a:buClrTx/>
              <a:buSzTx/>
              <a:buFontTx/>
              <a:buNone/>
              <a:tabLst>
                <a:tab pos="400050" algn="l"/>
              </a:tabLst>
              <a:defRPr/>
            </a:pPr>
            <a:r>
              <a:rPr kumimoji="0" sz="2200" b="0" i="0" u="none" strike="noStrike" kern="0" cap="none" spc="300" normalizeH="0" baseline="0" noProof="0" dirty="0">
                <a:ln>
                  <a:noFill/>
                </a:ln>
                <a:solidFill>
                  <a:srgbClr val="262E37"/>
                </a:solidFill>
                <a:effectLst/>
                <a:uLnTx/>
                <a:uFillTx/>
                <a:latin typeface="Calibri"/>
                <a:cs typeface="Calibri"/>
              </a:rPr>
              <a:t>−</a:t>
            </a:r>
            <a:r>
              <a:rPr kumimoji="0" sz="2200" b="0" i="0" u="none" strike="noStrike" kern="0" cap="none" spc="0" normalizeH="0" baseline="0" noProof="0" dirty="0">
                <a:ln>
                  <a:noFill/>
                </a:ln>
                <a:solidFill>
                  <a:srgbClr val="262E37"/>
                </a:solidFill>
                <a:effectLst/>
                <a:uLnTx/>
                <a:uFillTx/>
                <a:latin typeface="Calibri"/>
                <a:cs typeface="Calibri"/>
              </a:rPr>
              <a:t>	</a:t>
            </a:r>
            <a:r>
              <a:rPr kumimoji="0" sz="2200" b="0" i="0" u="none" strike="noStrike" kern="0" cap="none" spc="-10" normalizeH="0" baseline="0" noProof="0" dirty="0">
                <a:ln>
                  <a:noFill/>
                </a:ln>
                <a:solidFill>
                  <a:srgbClr val="262E37"/>
                </a:solidFill>
                <a:effectLst/>
                <a:uLnTx/>
                <a:uFillTx/>
                <a:latin typeface="Calibri"/>
                <a:cs typeface="Calibri"/>
              </a:rPr>
              <a:t>Visibilité</a:t>
            </a:r>
            <a:endParaRPr kumimoji="0" sz="2200" b="0" i="0" u="none" strike="noStrike" kern="0" cap="none" spc="0" normalizeH="0" baseline="0" noProof="0">
              <a:ln>
                <a:noFill/>
              </a:ln>
              <a:solidFill>
                <a:sysClr val="windowText" lastClr="000000"/>
              </a:solidFill>
              <a:effectLst/>
              <a:uLnTx/>
              <a:uFillTx/>
              <a:latin typeface="Calibri"/>
              <a:cs typeface="Calibri"/>
            </a:endParaRPr>
          </a:p>
          <a:p>
            <a:pPr marL="12700" marR="0" lvl="0" indent="0" defTabSz="914400" eaLnBrk="1" fontAlgn="auto" latinLnBrk="0" hangingPunct="1">
              <a:lnSpc>
                <a:spcPct val="100000"/>
              </a:lnSpc>
              <a:spcBef>
                <a:spcPts val="1035"/>
              </a:spcBef>
              <a:spcAft>
                <a:spcPts val="0"/>
              </a:spcAft>
              <a:buClrTx/>
              <a:buSzTx/>
              <a:buFontTx/>
              <a:buNone/>
              <a:tabLst>
                <a:tab pos="400050" algn="l"/>
              </a:tabLst>
              <a:defRPr/>
            </a:pPr>
            <a:r>
              <a:rPr kumimoji="0" sz="2200" b="0" i="0" u="none" strike="noStrike" kern="0" cap="none" spc="300" normalizeH="0" baseline="0" noProof="0" dirty="0">
                <a:ln>
                  <a:noFill/>
                </a:ln>
                <a:solidFill>
                  <a:srgbClr val="262E37"/>
                </a:solidFill>
                <a:effectLst/>
                <a:uLnTx/>
                <a:uFillTx/>
                <a:latin typeface="Calibri"/>
                <a:cs typeface="Calibri"/>
              </a:rPr>
              <a:t>−</a:t>
            </a:r>
            <a:r>
              <a:rPr kumimoji="0" sz="2200" b="0" i="0" u="none" strike="noStrike" kern="0" cap="none" spc="0" normalizeH="0" baseline="0" noProof="0" dirty="0">
                <a:ln>
                  <a:noFill/>
                </a:ln>
                <a:solidFill>
                  <a:srgbClr val="262E37"/>
                </a:solidFill>
                <a:effectLst/>
                <a:uLnTx/>
                <a:uFillTx/>
                <a:latin typeface="Calibri"/>
                <a:cs typeface="Calibri"/>
              </a:rPr>
              <a:t>	</a:t>
            </a:r>
            <a:r>
              <a:rPr kumimoji="0" sz="2200" b="0" i="0" u="none" strike="noStrike" kern="0" cap="none" spc="-10" normalizeH="0" baseline="0" noProof="0" dirty="0">
                <a:ln>
                  <a:noFill/>
                </a:ln>
                <a:solidFill>
                  <a:srgbClr val="262E37"/>
                </a:solidFill>
                <a:effectLst/>
                <a:uLnTx/>
                <a:uFillTx/>
                <a:latin typeface="Calibri"/>
                <a:cs typeface="Calibri"/>
              </a:rPr>
              <a:t>Agilité</a:t>
            </a:r>
            <a:endParaRPr kumimoji="0" sz="2200" b="0" i="0" u="none" strike="noStrike" kern="0" cap="none" spc="0" normalizeH="0" baseline="0" noProof="0">
              <a:ln>
                <a:noFill/>
              </a:ln>
              <a:solidFill>
                <a:sysClr val="windowText" lastClr="000000"/>
              </a:solidFill>
              <a:effectLst/>
              <a:uLnTx/>
              <a:uFillTx/>
              <a:latin typeface="Calibri"/>
              <a:cs typeface="Calibri"/>
            </a:endParaRPr>
          </a:p>
        </p:txBody>
      </p:sp>
    </p:spTree>
    <p:extLst>
      <p:ext uri="{BB962C8B-B14F-4D97-AF65-F5344CB8AC3E}">
        <p14:creationId xmlns:p14="http://schemas.microsoft.com/office/powerpoint/2010/main" val="28045729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9766262" y="7079477"/>
            <a:ext cx="854710" cy="441959"/>
            <a:chOff x="9766262" y="7079477"/>
            <a:chExt cx="854710" cy="441959"/>
          </a:xfrm>
        </p:grpSpPr>
        <p:sp>
          <p:nvSpPr>
            <p:cNvPr id="3" name="object 3"/>
            <p:cNvSpPr/>
            <p:nvPr/>
          </p:nvSpPr>
          <p:spPr>
            <a:xfrm>
              <a:off x="9771025" y="7084240"/>
              <a:ext cx="236854" cy="432434"/>
            </a:xfrm>
            <a:custGeom>
              <a:avLst/>
              <a:gdLst/>
              <a:ahLst/>
              <a:cxnLst/>
              <a:rect l="l" t="t" r="r" b="b"/>
              <a:pathLst>
                <a:path w="236854" h="432434">
                  <a:moveTo>
                    <a:pt x="236764" y="0"/>
                  </a:moveTo>
                  <a:lnTo>
                    <a:pt x="0" y="431999"/>
                  </a:lnTo>
                </a:path>
              </a:pathLst>
            </a:custGeom>
            <a:ln w="9524">
              <a:solidFill>
                <a:srgbClr val="828385"/>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 name="object 4"/>
            <p:cNvSpPr/>
            <p:nvPr/>
          </p:nvSpPr>
          <p:spPr>
            <a:xfrm>
              <a:off x="9893410" y="7155475"/>
              <a:ext cx="727710" cy="260350"/>
            </a:xfrm>
            <a:custGeom>
              <a:avLst/>
              <a:gdLst/>
              <a:ahLst/>
              <a:cxnLst/>
              <a:rect l="l" t="t" r="r" b="b"/>
              <a:pathLst>
                <a:path w="727709" h="260350">
                  <a:moveTo>
                    <a:pt x="587925" y="260335"/>
                  </a:moveTo>
                  <a:lnTo>
                    <a:pt x="0" y="260335"/>
                  </a:lnTo>
                  <a:lnTo>
                    <a:pt x="140364" y="0"/>
                  </a:lnTo>
                  <a:lnTo>
                    <a:pt x="727488" y="0"/>
                  </a:lnTo>
                  <a:lnTo>
                    <a:pt x="587925" y="260335"/>
                  </a:lnTo>
                  <a:close/>
                </a:path>
              </a:pathLst>
            </a:custGeom>
            <a:solidFill>
              <a:srgbClr val="16405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5" name="object 5"/>
          <p:cNvSpPr/>
          <p:nvPr/>
        </p:nvSpPr>
        <p:spPr>
          <a:xfrm>
            <a:off x="259030" y="91198"/>
            <a:ext cx="609600" cy="609600"/>
          </a:xfrm>
          <a:custGeom>
            <a:avLst/>
            <a:gdLst/>
            <a:ahLst/>
            <a:cxnLst/>
            <a:rect l="l" t="t" r="r" b="b"/>
            <a:pathLst>
              <a:path w="609600" h="609600">
                <a:moveTo>
                  <a:pt x="0" y="304799"/>
                </a:moveTo>
                <a:lnTo>
                  <a:pt x="3989" y="255359"/>
                </a:lnTo>
                <a:lnTo>
                  <a:pt x="15538" y="208459"/>
                </a:lnTo>
                <a:lnTo>
                  <a:pt x="34021" y="164726"/>
                </a:lnTo>
                <a:lnTo>
                  <a:pt x="58808" y="124789"/>
                </a:lnTo>
                <a:lnTo>
                  <a:pt x="89273" y="89273"/>
                </a:lnTo>
                <a:lnTo>
                  <a:pt x="124789" y="58808"/>
                </a:lnTo>
                <a:lnTo>
                  <a:pt x="164726" y="34021"/>
                </a:lnTo>
                <a:lnTo>
                  <a:pt x="208459" y="15538"/>
                </a:lnTo>
                <a:lnTo>
                  <a:pt x="255359" y="3989"/>
                </a:lnTo>
                <a:lnTo>
                  <a:pt x="304799" y="0"/>
                </a:lnTo>
                <a:lnTo>
                  <a:pt x="352769" y="3797"/>
                </a:lnTo>
                <a:lnTo>
                  <a:pt x="399124" y="14962"/>
                </a:lnTo>
                <a:lnTo>
                  <a:pt x="443048" y="33155"/>
                </a:lnTo>
                <a:lnTo>
                  <a:pt x="483722" y="58039"/>
                </a:lnTo>
                <a:lnTo>
                  <a:pt x="520326" y="89273"/>
                </a:lnTo>
                <a:lnTo>
                  <a:pt x="551560" y="125877"/>
                </a:lnTo>
                <a:lnTo>
                  <a:pt x="576444" y="166551"/>
                </a:lnTo>
                <a:lnTo>
                  <a:pt x="594637" y="210475"/>
                </a:lnTo>
                <a:lnTo>
                  <a:pt x="605802" y="256830"/>
                </a:lnTo>
                <a:lnTo>
                  <a:pt x="609599" y="304799"/>
                </a:lnTo>
                <a:lnTo>
                  <a:pt x="605610" y="354240"/>
                </a:lnTo>
                <a:lnTo>
                  <a:pt x="594061" y="401140"/>
                </a:lnTo>
                <a:lnTo>
                  <a:pt x="575578" y="444873"/>
                </a:lnTo>
                <a:lnTo>
                  <a:pt x="550791" y="484810"/>
                </a:lnTo>
                <a:lnTo>
                  <a:pt x="520326" y="520326"/>
                </a:lnTo>
                <a:lnTo>
                  <a:pt x="484810" y="550791"/>
                </a:lnTo>
                <a:lnTo>
                  <a:pt x="444873" y="575578"/>
                </a:lnTo>
                <a:lnTo>
                  <a:pt x="401140" y="594061"/>
                </a:lnTo>
                <a:lnTo>
                  <a:pt x="354240" y="605610"/>
                </a:lnTo>
                <a:lnTo>
                  <a:pt x="304799" y="609599"/>
                </a:lnTo>
                <a:lnTo>
                  <a:pt x="255359" y="605610"/>
                </a:lnTo>
                <a:lnTo>
                  <a:pt x="208459" y="594061"/>
                </a:lnTo>
                <a:lnTo>
                  <a:pt x="164726" y="575578"/>
                </a:lnTo>
                <a:lnTo>
                  <a:pt x="124789" y="550791"/>
                </a:lnTo>
                <a:lnTo>
                  <a:pt x="89273" y="520326"/>
                </a:lnTo>
                <a:lnTo>
                  <a:pt x="58808" y="484810"/>
                </a:lnTo>
                <a:lnTo>
                  <a:pt x="34021" y="444873"/>
                </a:lnTo>
                <a:lnTo>
                  <a:pt x="15538" y="401140"/>
                </a:lnTo>
                <a:lnTo>
                  <a:pt x="3989" y="354240"/>
                </a:lnTo>
                <a:lnTo>
                  <a:pt x="0" y="304799"/>
                </a:lnTo>
                <a:close/>
              </a:path>
            </a:pathLst>
          </a:custGeom>
          <a:ln w="28574">
            <a:solidFill>
              <a:srgbClr val="164052"/>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p:cNvSpPr txBox="1"/>
          <p:nvPr/>
        </p:nvSpPr>
        <p:spPr>
          <a:xfrm>
            <a:off x="466373"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1</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7" name="object 7"/>
          <p:cNvSpPr txBox="1"/>
          <p:nvPr/>
        </p:nvSpPr>
        <p:spPr>
          <a:xfrm>
            <a:off x="1054048" y="-136782"/>
            <a:ext cx="9367622" cy="1116972"/>
          </a:xfrm>
          <a:prstGeom prst="rect">
            <a:avLst/>
          </a:prstGeom>
        </p:spPr>
        <p:txBody>
          <a:bodyPr vert="horz" wrap="square" lIns="0" tIns="247650" rIns="0" bIns="0" rtlCol="0">
            <a:spAutoFit/>
          </a:bodyPr>
          <a:lstStyle/>
          <a:p>
            <a:pPr marL="12700" marR="0" lvl="0" indent="0" defTabSz="914400" eaLnBrk="1" fontAlgn="auto" latinLnBrk="0" hangingPunct="1">
              <a:lnSpc>
                <a:spcPct val="100000"/>
              </a:lnSpc>
              <a:spcBef>
                <a:spcPts val="1950"/>
              </a:spcBef>
              <a:spcAft>
                <a:spcPts val="0"/>
              </a:spcAft>
              <a:buClrTx/>
              <a:buSzTx/>
              <a:buFontTx/>
              <a:buNone/>
              <a:tabLst/>
              <a:defRPr/>
            </a:pPr>
            <a:r>
              <a:rPr kumimoji="0" lang="fr-FR" sz="2800" b="0" i="0" u="none" strike="noStrike" kern="0" cap="none" spc="0" normalizeH="0" baseline="0" noProof="0" dirty="0">
                <a:ln>
                  <a:noFill/>
                </a:ln>
                <a:solidFill>
                  <a:srgbClr val="164052"/>
                </a:solidFill>
                <a:effectLst/>
                <a:uLnTx/>
                <a:uFillTx/>
                <a:latin typeface="Calibri"/>
                <a:cs typeface="Calibri"/>
              </a:rPr>
              <a:t>Agilité, DevOps et la philosophie « continue » (CI/CD, feedbacks)</a:t>
            </a:r>
          </a:p>
          <a:p>
            <a:pPr marL="15240" marR="0" lvl="0" indent="0" defTabSz="914400" eaLnBrk="1" fontAlgn="auto" latinLnBrk="0" hangingPunct="1">
              <a:lnSpc>
                <a:spcPct val="100000"/>
              </a:lnSpc>
              <a:spcBef>
                <a:spcPts val="1030"/>
              </a:spcBef>
              <a:spcAft>
                <a:spcPts val="0"/>
              </a:spcAft>
              <a:buClrTx/>
              <a:buSzTx/>
              <a:buFontTx/>
              <a:buNone/>
              <a:tabLst/>
              <a:defRPr/>
            </a:pPr>
            <a:r>
              <a:rPr kumimoji="0" sz="2000" b="0" i="0" u="none" strike="noStrike" kern="0" cap="none" spc="125" normalizeH="0" baseline="0" noProof="0" dirty="0">
                <a:ln>
                  <a:noFill/>
                </a:ln>
                <a:solidFill>
                  <a:srgbClr val="12717A"/>
                </a:solidFill>
                <a:effectLst/>
                <a:uLnTx/>
                <a:uFillTx/>
                <a:latin typeface="Calibri"/>
                <a:cs typeface="Calibri"/>
              </a:rPr>
              <a:t>Les</a:t>
            </a:r>
            <a:r>
              <a:rPr kumimoji="0" sz="2000" b="0" i="0" u="none" strike="noStrike" kern="0" cap="none" spc="140" normalizeH="0" baseline="0" noProof="0" dirty="0">
                <a:ln>
                  <a:noFill/>
                </a:ln>
                <a:solidFill>
                  <a:srgbClr val="12717A"/>
                </a:solidFill>
                <a:effectLst/>
                <a:uLnTx/>
                <a:uFillTx/>
                <a:latin typeface="Calibri"/>
                <a:cs typeface="Calibri"/>
              </a:rPr>
              <a:t> </a:t>
            </a:r>
            <a:r>
              <a:rPr kumimoji="0" lang="fr-FR" sz="2000" b="0" i="0" u="none" strike="noStrike" kern="0" cap="none" spc="0" normalizeH="0" baseline="0" noProof="0" dirty="0">
                <a:ln>
                  <a:noFill/>
                </a:ln>
                <a:solidFill>
                  <a:srgbClr val="12717A"/>
                </a:solidFill>
                <a:effectLst/>
                <a:uLnTx/>
                <a:uFillTx/>
                <a:latin typeface="Calibri"/>
                <a:cs typeface="Calibri"/>
              </a:rPr>
              <a:t>pilier</a:t>
            </a:r>
            <a:r>
              <a:rPr kumimoji="0" sz="2000" b="0" i="0" u="none" strike="noStrike" kern="0" cap="none" spc="0" normalizeH="0" baseline="0" noProof="0" dirty="0">
                <a:ln>
                  <a:noFill/>
                </a:ln>
                <a:solidFill>
                  <a:srgbClr val="12717A"/>
                </a:solidFill>
                <a:effectLst/>
                <a:uLnTx/>
                <a:uFillTx/>
                <a:latin typeface="Calibri"/>
                <a:cs typeface="Calibri"/>
              </a:rPr>
              <a:t>s</a:t>
            </a:r>
            <a:r>
              <a:rPr kumimoji="0" sz="2000" b="0" i="0" u="none" strike="noStrike" kern="0" cap="none" spc="145" normalizeH="0" baseline="0" noProof="0" dirty="0">
                <a:ln>
                  <a:noFill/>
                </a:ln>
                <a:solidFill>
                  <a:srgbClr val="12717A"/>
                </a:solidFill>
                <a:effectLst/>
                <a:uLnTx/>
                <a:uFillTx/>
                <a:latin typeface="Calibri"/>
                <a:cs typeface="Calibri"/>
              </a:rPr>
              <a:t> </a:t>
            </a:r>
            <a:r>
              <a:rPr kumimoji="0" sz="2000" b="0" i="0" u="none" strike="noStrike" kern="0" cap="none" spc="85" normalizeH="0" baseline="0" noProof="0" dirty="0">
                <a:ln>
                  <a:noFill/>
                </a:ln>
                <a:solidFill>
                  <a:srgbClr val="12717A"/>
                </a:solidFill>
                <a:effectLst/>
                <a:uLnTx/>
                <a:uFillTx/>
                <a:latin typeface="Calibri"/>
                <a:cs typeface="Calibri"/>
              </a:rPr>
              <a:t>DevOps</a:t>
            </a:r>
            <a:endParaRPr kumimoji="0" sz="2000" b="0" i="0" u="none" strike="noStrike" kern="0" cap="none" spc="0" normalizeH="0" baseline="0" noProof="0" dirty="0">
              <a:ln>
                <a:noFill/>
              </a:ln>
              <a:solidFill>
                <a:sysClr val="windowText" lastClr="000000"/>
              </a:solidFill>
              <a:effectLst/>
              <a:uLnTx/>
              <a:uFillTx/>
              <a:latin typeface="Calibri"/>
              <a:cs typeface="Calibri"/>
            </a:endParaRPr>
          </a:p>
        </p:txBody>
      </p:sp>
      <p:sp>
        <p:nvSpPr>
          <p:cNvPr id="17" name="object 17"/>
          <p:cNvSpPr txBox="1">
            <a:spLocks noGrp="1"/>
          </p:cNvSpPr>
          <p:nvPr>
            <p:ph type="sldNum" sz="quarter" idx="7"/>
          </p:nvPr>
        </p:nvSpPr>
        <p:spPr>
          <a:prstGeom prst="rect">
            <a:avLst/>
          </a:prstGeom>
        </p:spPr>
        <p:txBody>
          <a:bodyPr vert="horz" wrap="square" lIns="0" tIns="8255" rIns="0" bIns="0" rtlCol="0">
            <a:spAutoFit/>
          </a:bodyPr>
          <a:lstStyle/>
          <a:p>
            <a:pPr marL="80010" marR="0" lvl="0" indent="0" defTabSz="914400" eaLnBrk="1" fontAlgn="auto" latinLnBrk="0" hangingPunct="1">
              <a:lnSpc>
                <a:spcPct val="100000"/>
              </a:lnSpc>
              <a:spcBef>
                <a:spcPts val="65"/>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prstClr val="white"/>
                </a:solidFill>
                <a:effectLst/>
                <a:uLnTx/>
                <a:uFillTx/>
                <a:latin typeface="Calibri"/>
                <a:cs typeface="Calibri"/>
              </a:rPr>
              <a:pPr marL="80010" marR="0" lvl="0" indent="0" defTabSz="914400" eaLnBrk="1" fontAlgn="auto" latinLnBrk="0" hangingPunct="1">
                <a:lnSpc>
                  <a:spcPct val="100000"/>
                </a:lnSpc>
                <a:spcBef>
                  <a:spcPts val="65"/>
                </a:spcBef>
                <a:spcAft>
                  <a:spcPts val="0"/>
                </a:spcAft>
                <a:buClrTx/>
                <a:buSzTx/>
                <a:buFontTx/>
                <a:buNone/>
                <a:tabLst/>
                <a:defRPr/>
              </a:pPr>
              <a:t>15</a:t>
            </a:fld>
            <a:endParaRPr kumimoji="0" sz="1200" b="0" i="0" u="none" strike="noStrike" kern="0" cap="none" spc="-25" normalizeH="0" baseline="0" noProof="0" dirty="0">
              <a:ln>
                <a:noFill/>
              </a:ln>
              <a:solidFill>
                <a:prstClr val="white"/>
              </a:solidFill>
              <a:effectLst/>
              <a:uLnTx/>
              <a:uFillTx/>
              <a:latin typeface="Calibri"/>
              <a:cs typeface="Calibri"/>
            </a:endParaRPr>
          </a:p>
        </p:txBody>
      </p:sp>
      <p:pic>
        <p:nvPicPr>
          <p:cNvPr id="19" name="Image 1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2332" y="1308032"/>
            <a:ext cx="9629575" cy="5776208"/>
          </a:xfrm>
          <a:prstGeom prst="rect">
            <a:avLst/>
          </a:prstGeom>
        </p:spPr>
      </p:pic>
    </p:spTree>
    <p:extLst>
      <p:ext uri="{BB962C8B-B14F-4D97-AF65-F5344CB8AC3E}">
        <p14:creationId xmlns:p14="http://schemas.microsoft.com/office/powerpoint/2010/main" val="28182809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66373"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fr-FR" sz="2400" b="0" i="0" u="none" strike="noStrike" kern="0" cap="none" spc="0" normalizeH="0" baseline="0" noProof="0" dirty="0">
                <a:ln>
                  <a:noFill/>
                </a:ln>
                <a:solidFill>
                  <a:sysClr val="windowText" lastClr="000000"/>
                </a:solidFill>
                <a:effectLst/>
                <a:uLnTx/>
                <a:uFillTx/>
                <a:latin typeface="Calibri"/>
                <a:cs typeface="Calibri"/>
              </a:rPr>
              <a:t>1</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3" name="object 3"/>
          <p:cNvSpPr txBox="1"/>
          <p:nvPr/>
        </p:nvSpPr>
        <p:spPr>
          <a:xfrm>
            <a:off x="1056640" y="1085850"/>
            <a:ext cx="2512695" cy="33020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000" b="0" i="0" u="none" strike="noStrike" kern="0" cap="none" spc="110" normalizeH="0" baseline="0" noProof="0" dirty="0">
                <a:ln>
                  <a:noFill/>
                </a:ln>
                <a:solidFill>
                  <a:srgbClr val="12717A"/>
                </a:solidFill>
                <a:effectLst/>
                <a:uLnTx/>
                <a:uFillTx/>
                <a:latin typeface="Calibri"/>
                <a:cs typeface="Calibri"/>
              </a:rPr>
              <a:t>Le</a:t>
            </a:r>
            <a:r>
              <a:rPr kumimoji="0" sz="2000" b="0" i="0" u="none" strike="noStrike" kern="0" cap="none" spc="90" normalizeH="0" baseline="0" noProof="0" dirty="0">
                <a:ln>
                  <a:noFill/>
                </a:ln>
                <a:solidFill>
                  <a:srgbClr val="12717A"/>
                </a:solidFill>
                <a:effectLst/>
                <a:uLnTx/>
                <a:uFillTx/>
                <a:latin typeface="Calibri"/>
                <a:cs typeface="Calibri"/>
              </a:rPr>
              <a:t> </a:t>
            </a:r>
            <a:r>
              <a:rPr kumimoji="0" sz="2000" b="0" i="0" u="none" strike="noStrike" kern="0" cap="none" spc="0" normalizeH="0" baseline="0" noProof="0" dirty="0">
                <a:ln>
                  <a:noFill/>
                </a:ln>
                <a:solidFill>
                  <a:srgbClr val="12717A"/>
                </a:solidFill>
                <a:effectLst/>
                <a:uLnTx/>
                <a:uFillTx/>
                <a:latin typeface="Calibri"/>
                <a:cs typeface="Calibri"/>
              </a:rPr>
              <a:t>mur</a:t>
            </a:r>
            <a:r>
              <a:rPr kumimoji="0" sz="2000" b="0" i="0" u="none" strike="noStrike" kern="0" cap="none" spc="90" normalizeH="0" baseline="0" noProof="0" dirty="0">
                <a:ln>
                  <a:noFill/>
                </a:ln>
                <a:solidFill>
                  <a:srgbClr val="12717A"/>
                </a:solidFill>
                <a:effectLst/>
                <a:uLnTx/>
                <a:uFillTx/>
                <a:latin typeface="Calibri"/>
                <a:cs typeface="Calibri"/>
              </a:rPr>
              <a:t> </a:t>
            </a:r>
            <a:r>
              <a:rPr kumimoji="0" sz="2000" b="0" i="0" u="none" strike="noStrike" kern="0" cap="none" spc="55" normalizeH="0" baseline="0" noProof="0" dirty="0">
                <a:ln>
                  <a:noFill/>
                </a:ln>
                <a:solidFill>
                  <a:srgbClr val="12717A"/>
                </a:solidFill>
                <a:effectLst/>
                <a:uLnTx/>
                <a:uFillTx/>
                <a:latin typeface="Calibri"/>
                <a:cs typeface="Calibri"/>
              </a:rPr>
              <a:t>de</a:t>
            </a:r>
            <a:r>
              <a:rPr kumimoji="0" sz="2000" b="0" i="0" u="none" strike="noStrike" kern="0" cap="none" spc="95" normalizeH="0" baseline="0" noProof="0" dirty="0">
                <a:ln>
                  <a:noFill/>
                </a:ln>
                <a:solidFill>
                  <a:srgbClr val="12717A"/>
                </a:solidFill>
                <a:effectLst/>
                <a:uLnTx/>
                <a:uFillTx/>
                <a:latin typeface="Calibri"/>
                <a:cs typeface="Calibri"/>
              </a:rPr>
              <a:t> </a:t>
            </a:r>
            <a:r>
              <a:rPr kumimoji="0" sz="2000" b="0" i="0" u="none" strike="noStrike" kern="0" cap="none" spc="0" normalizeH="0" baseline="0" noProof="0" dirty="0">
                <a:ln>
                  <a:noFill/>
                </a:ln>
                <a:solidFill>
                  <a:srgbClr val="12717A"/>
                </a:solidFill>
                <a:effectLst/>
                <a:uLnTx/>
                <a:uFillTx/>
                <a:latin typeface="Calibri"/>
                <a:cs typeface="Calibri"/>
              </a:rPr>
              <a:t>la</a:t>
            </a:r>
            <a:r>
              <a:rPr kumimoji="0" sz="2000" b="0" i="0" u="none" strike="noStrike" kern="0" cap="none" spc="90" normalizeH="0" baseline="0" noProof="0" dirty="0">
                <a:ln>
                  <a:noFill/>
                </a:ln>
                <a:solidFill>
                  <a:srgbClr val="12717A"/>
                </a:solidFill>
                <a:effectLst/>
                <a:uLnTx/>
                <a:uFillTx/>
                <a:latin typeface="Calibri"/>
                <a:cs typeface="Calibri"/>
              </a:rPr>
              <a:t> </a:t>
            </a:r>
            <a:r>
              <a:rPr kumimoji="0" sz="2000" b="0" i="0" u="none" strike="noStrike" kern="0" cap="none" spc="-10" normalizeH="0" baseline="0" noProof="0" dirty="0">
                <a:ln>
                  <a:noFill/>
                </a:ln>
                <a:solidFill>
                  <a:srgbClr val="12717A"/>
                </a:solidFill>
                <a:effectLst/>
                <a:uLnTx/>
                <a:uFillTx/>
                <a:latin typeface="Calibri"/>
                <a:cs typeface="Calibri"/>
              </a:rPr>
              <a:t>confusion</a:t>
            </a:r>
            <a:endParaRPr kumimoji="0" sz="2000" b="0" i="0" u="none" strike="noStrike" kern="0" cap="none" spc="0" normalizeH="0" baseline="0" noProof="0" dirty="0">
              <a:ln>
                <a:noFill/>
              </a:ln>
              <a:solidFill>
                <a:sysClr val="windowText" lastClr="000000"/>
              </a:solidFill>
              <a:effectLst/>
              <a:uLnTx/>
              <a:uFillTx/>
              <a:latin typeface="Calibri"/>
              <a:cs typeface="Calibri"/>
            </a:endParaRPr>
          </a:p>
        </p:txBody>
      </p:sp>
      <p:sp>
        <p:nvSpPr>
          <p:cNvPr id="4" name="object 4"/>
          <p:cNvSpPr txBox="1">
            <a:spLocks noGrp="1"/>
          </p:cNvSpPr>
          <p:nvPr>
            <p:ph type="title"/>
          </p:nvPr>
        </p:nvSpPr>
        <p:spPr>
          <a:xfrm>
            <a:off x="977848" y="98310"/>
            <a:ext cx="10306102" cy="874598"/>
          </a:xfrm>
          <a:prstGeom prst="rect">
            <a:avLst/>
          </a:prstGeom>
        </p:spPr>
        <p:txBody>
          <a:bodyPr vert="horz" wrap="square" lIns="0" tIns="12700" rIns="0" bIns="0" rtlCol="0">
            <a:spAutoFit/>
          </a:bodyPr>
          <a:lstStyle/>
          <a:p>
            <a:pPr marL="12700">
              <a:lnSpc>
                <a:spcPct val="100000"/>
              </a:lnSpc>
              <a:spcBef>
                <a:spcPts val="100"/>
              </a:spcBef>
            </a:pPr>
            <a:r>
              <a:rPr lang="fr-FR" sz="2800" spc="140" dirty="0"/>
              <a:t>Agilité, DevOps et la philosophie « continue » (CI/CD, feedbacks)</a:t>
            </a:r>
          </a:p>
        </p:txBody>
      </p:sp>
      <p:grpSp>
        <p:nvGrpSpPr>
          <p:cNvPr id="5" name="object 5"/>
          <p:cNvGrpSpPr/>
          <p:nvPr/>
        </p:nvGrpSpPr>
        <p:grpSpPr>
          <a:xfrm>
            <a:off x="6242520" y="2116267"/>
            <a:ext cx="1295400" cy="4377055"/>
            <a:chOff x="6242520" y="2116267"/>
            <a:chExt cx="1295400" cy="4377055"/>
          </a:xfrm>
        </p:grpSpPr>
        <p:pic>
          <p:nvPicPr>
            <p:cNvPr id="6" name="object 6"/>
            <p:cNvPicPr/>
            <p:nvPr/>
          </p:nvPicPr>
          <p:blipFill>
            <a:blip r:embed="rId2" cstate="print"/>
            <a:stretch>
              <a:fillRect/>
            </a:stretch>
          </p:blipFill>
          <p:spPr>
            <a:xfrm>
              <a:off x="6242520" y="2116267"/>
              <a:ext cx="1295090" cy="4377055"/>
            </a:xfrm>
            <a:prstGeom prst="rect">
              <a:avLst/>
            </a:prstGeom>
          </p:spPr>
        </p:pic>
        <p:pic>
          <p:nvPicPr>
            <p:cNvPr id="7" name="object 7"/>
            <p:cNvPicPr/>
            <p:nvPr/>
          </p:nvPicPr>
          <p:blipFill>
            <a:blip r:embed="rId3" cstate="print"/>
            <a:stretch>
              <a:fillRect/>
            </a:stretch>
          </p:blipFill>
          <p:spPr>
            <a:xfrm>
              <a:off x="6293320" y="2116267"/>
              <a:ext cx="1193489" cy="4275454"/>
            </a:xfrm>
            <a:prstGeom prst="rect">
              <a:avLst/>
            </a:prstGeom>
          </p:spPr>
        </p:pic>
      </p:grpSp>
      <p:sp>
        <p:nvSpPr>
          <p:cNvPr id="8" name="object 8"/>
          <p:cNvSpPr txBox="1"/>
          <p:nvPr/>
        </p:nvSpPr>
        <p:spPr>
          <a:xfrm>
            <a:off x="6811944" y="2229983"/>
            <a:ext cx="193675" cy="4011295"/>
          </a:xfrm>
          <a:prstGeom prst="rect">
            <a:avLst/>
          </a:prstGeom>
        </p:spPr>
        <p:txBody>
          <a:bodyPr vert="horz" wrap="square" lIns="0" tIns="22860" rIns="0" bIns="0" rtlCol="0">
            <a:spAutoFit/>
          </a:bodyPr>
          <a:lstStyle/>
          <a:p>
            <a:pPr marL="29209" marR="5080" lvl="0" indent="-17145" algn="just" defTabSz="914400" eaLnBrk="1" fontAlgn="auto" latinLnBrk="0" hangingPunct="1">
              <a:lnSpc>
                <a:spcPts val="1650"/>
              </a:lnSpc>
              <a:spcBef>
                <a:spcPts val="180"/>
              </a:spcBef>
              <a:spcAft>
                <a:spcPts val="0"/>
              </a:spcAft>
              <a:buClrTx/>
              <a:buSzTx/>
              <a:buFontTx/>
              <a:buNone/>
              <a:tabLst/>
              <a:defRPr/>
            </a:pPr>
            <a:r>
              <a:rPr kumimoji="0" sz="1400" b="0" i="0" u="none" strike="noStrike" kern="0" cap="none" spc="-50" normalizeH="0" baseline="0" noProof="0" dirty="0">
                <a:ln>
                  <a:noFill/>
                </a:ln>
                <a:solidFill>
                  <a:srgbClr val="F1F1F1"/>
                </a:solidFill>
                <a:effectLst/>
                <a:uLnTx/>
                <a:uFillTx/>
                <a:latin typeface="Arial Black"/>
                <a:cs typeface="Arial Black"/>
              </a:rPr>
              <a:t>M U R</a:t>
            </a:r>
            <a:endParaRPr kumimoji="0" sz="1400" b="0" i="0" u="none" strike="noStrike" kern="0" cap="none" spc="0" normalizeH="0" baseline="0" noProof="0">
              <a:ln>
                <a:noFill/>
              </a:ln>
              <a:solidFill>
                <a:sysClr val="windowText" lastClr="000000"/>
              </a:solidFill>
              <a:effectLst/>
              <a:uLnTx/>
              <a:uFillTx/>
              <a:latin typeface="Arial Black"/>
              <a:cs typeface="Arial Black"/>
            </a:endParaRPr>
          </a:p>
          <a:p>
            <a:pPr marL="46355" marR="22860" lvl="0" indent="-16510" defTabSz="914400" eaLnBrk="1" fontAlgn="auto" latinLnBrk="0" hangingPunct="1">
              <a:lnSpc>
                <a:spcPts val="1650"/>
              </a:lnSpc>
              <a:spcBef>
                <a:spcPts val="1650"/>
              </a:spcBef>
              <a:spcAft>
                <a:spcPts val="0"/>
              </a:spcAft>
              <a:buClrTx/>
              <a:buSzTx/>
              <a:buFontTx/>
              <a:buNone/>
              <a:tabLst/>
              <a:defRPr/>
            </a:pPr>
            <a:r>
              <a:rPr kumimoji="0" sz="1400" b="0" i="0" u="none" strike="noStrike" kern="0" cap="none" spc="-85" normalizeH="0" baseline="0" noProof="0" dirty="0">
                <a:ln>
                  <a:noFill/>
                </a:ln>
                <a:solidFill>
                  <a:srgbClr val="F1F1F1"/>
                </a:solidFill>
                <a:effectLst/>
                <a:uLnTx/>
                <a:uFillTx/>
                <a:latin typeface="Arial Black"/>
                <a:cs typeface="Arial Black"/>
              </a:rPr>
              <a:t>D </a:t>
            </a:r>
            <a:r>
              <a:rPr kumimoji="0" sz="1400" b="0" i="0" u="none" strike="noStrike" kern="0" cap="none" spc="-140" normalizeH="0" baseline="0" noProof="0" dirty="0">
                <a:ln>
                  <a:noFill/>
                </a:ln>
                <a:solidFill>
                  <a:srgbClr val="F1F1F1"/>
                </a:solidFill>
                <a:effectLst/>
                <a:uLnTx/>
                <a:uFillTx/>
                <a:latin typeface="Arial Black"/>
                <a:cs typeface="Arial Black"/>
              </a:rPr>
              <a:t>E</a:t>
            </a:r>
            <a:endParaRPr kumimoji="0" sz="1400" b="0" i="0" u="none" strike="noStrike" kern="0" cap="none" spc="0" normalizeH="0" baseline="0" noProof="0">
              <a:ln>
                <a:noFill/>
              </a:ln>
              <a:solidFill>
                <a:sysClr val="windowText" lastClr="000000"/>
              </a:solidFill>
              <a:effectLst/>
              <a:uLnTx/>
              <a:uFillTx/>
              <a:latin typeface="Arial Black"/>
              <a:cs typeface="Arial Black"/>
            </a:endParaRPr>
          </a:p>
          <a:p>
            <a:pPr marL="34925" marR="27305" lvl="0" indent="10795" defTabSz="914400" eaLnBrk="1" fontAlgn="auto" latinLnBrk="0" hangingPunct="1">
              <a:lnSpc>
                <a:spcPts val="1650"/>
              </a:lnSpc>
              <a:spcBef>
                <a:spcPts val="1650"/>
              </a:spcBef>
              <a:spcAft>
                <a:spcPts val="0"/>
              </a:spcAft>
              <a:buClrTx/>
              <a:buSzTx/>
              <a:buFontTx/>
              <a:buNone/>
              <a:tabLst/>
              <a:defRPr/>
            </a:pPr>
            <a:r>
              <a:rPr kumimoji="0" sz="1400" b="0" i="0" u="none" strike="noStrike" kern="0" cap="none" spc="-95" normalizeH="0" baseline="0" noProof="0" dirty="0">
                <a:ln>
                  <a:noFill/>
                </a:ln>
                <a:solidFill>
                  <a:srgbClr val="F1F1F1"/>
                </a:solidFill>
                <a:effectLst/>
                <a:uLnTx/>
                <a:uFillTx/>
                <a:latin typeface="Arial Black"/>
                <a:cs typeface="Arial Black"/>
              </a:rPr>
              <a:t>L </a:t>
            </a:r>
            <a:r>
              <a:rPr kumimoji="0" sz="1400" b="0" i="0" u="none" strike="noStrike" kern="0" cap="none" spc="-160" normalizeH="0" baseline="0" noProof="0" dirty="0">
                <a:ln>
                  <a:noFill/>
                </a:ln>
                <a:solidFill>
                  <a:srgbClr val="F1F1F1"/>
                </a:solidFill>
                <a:effectLst/>
                <a:uLnTx/>
                <a:uFillTx/>
                <a:latin typeface="Arial Black"/>
                <a:cs typeface="Arial Black"/>
              </a:rPr>
              <a:t>A</a:t>
            </a:r>
            <a:endParaRPr kumimoji="0" sz="1400" b="0" i="0" u="none" strike="noStrike" kern="0" cap="none" spc="0" normalizeH="0" baseline="0" noProof="0">
              <a:ln>
                <a:noFill/>
              </a:ln>
              <a:solidFill>
                <a:sysClr val="windowText" lastClr="000000"/>
              </a:solidFill>
              <a:effectLst/>
              <a:uLnTx/>
              <a:uFillTx/>
              <a:latin typeface="Arial Black"/>
              <a:cs typeface="Arial Black"/>
            </a:endParaRPr>
          </a:p>
          <a:p>
            <a:pPr marL="24130" marR="16510" lvl="0" indent="15240" algn="just" defTabSz="914400" eaLnBrk="1" fontAlgn="auto" latinLnBrk="0" hangingPunct="1">
              <a:lnSpc>
                <a:spcPts val="1650"/>
              </a:lnSpc>
              <a:spcBef>
                <a:spcPts val="1650"/>
              </a:spcBef>
              <a:spcAft>
                <a:spcPts val="0"/>
              </a:spcAft>
              <a:buClrTx/>
              <a:buSzTx/>
              <a:buFontTx/>
              <a:buNone/>
              <a:tabLst/>
              <a:defRPr/>
            </a:pPr>
            <a:r>
              <a:rPr kumimoji="0" sz="1400" b="0" i="0" u="none" strike="noStrike" kern="0" cap="none" spc="-110" normalizeH="0" baseline="0" noProof="0" dirty="0">
                <a:ln>
                  <a:noFill/>
                </a:ln>
                <a:solidFill>
                  <a:srgbClr val="F1F1F1"/>
                </a:solidFill>
                <a:effectLst/>
                <a:uLnTx/>
                <a:uFillTx/>
                <a:latin typeface="Arial Black"/>
                <a:cs typeface="Arial Black"/>
              </a:rPr>
              <a:t>C </a:t>
            </a:r>
            <a:r>
              <a:rPr kumimoji="0" sz="1400" b="0" i="0" u="none" strike="noStrike" kern="0" cap="none" spc="-65" normalizeH="0" baseline="0" noProof="0" dirty="0">
                <a:ln>
                  <a:noFill/>
                </a:ln>
                <a:solidFill>
                  <a:srgbClr val="F1F1F1"/>
                </a:solidFill>
                <a:effectLst/>
                <a:uLnTx/>
                <a:uFillTx/>
                <a:latin typeface="Arial Black"/>
                <a:cs typeface="Arial Black"/>
              </a:rPr>
              <a:t>O N </a:t>
            </a:r>
            <a:r>
              <a:rPr kumimoji="0" sz="1400" b="0" i="0" u="none" strike="noStrike" kern="0" cap="none" spc="-50" normalizeH="0" baseline="0" noProof="0" dirty="0">
                <a:ln>
                  <a:noFill/>
                </a:ln>
                <a:solidFill>
                  <a:srgbClr val="F1F1F1"/>
                </a:solidFill>
                <a:effectLst/>
                <a:uLnTx/>
                <a:uFillTx/>
                <a:latin typeface="Arial Black"/>
                <a:cs typeface="Arial Black"/>
              </a:rPr>
              <a:t>F </a:t>
            </a:r>
            <a:r>
              <a:rPr kumimoji="0" sz="1400" b="0" i="0" u="none" strike="noStrike" kern="0" cap="none" spc="-65" normalizeH="0" baseline="0" noProof="0" dirty="0">
                <a:ln>
                  <a:noFill/>
                </a:ln>
                <a:solidFill>
                  <a:srgbClr val="F1F1F1"/>
                </a:solidFill>
                <a:effectLst/>
                <a:uLnTx/>
                <a:uFillTx/>
                <a:latin typeface="Arial Black"/>
                <a:cs typeface="Arial Black"/>
              </a:rPr>
              <a:t>U </a:t>
            </a:r>
            <a:r>
              <a:rPr kumimoji="0" sz="1400" b="0" i="0" u="none" strike="noStrike" kern="0" cap="none" spc="-50" normalizeH="0" baseline="0" noProof="0" dirty="0">
                <a:ln>
                  <a:noFill/>
                </a:ln>
                <a:solidFill>
                  <a:srgbClr val="F1F1F1"/>
                </a:solidFill>
                <a:effectLst/>
                <a:uLnTx/>
                <a:uFillTx/>
                <a:latin typeface="Arial Black"/>
                <a:cs typeface="Arial Black"/>
              </a:rPr>
              <a:t>S I </a:t>
            </a:r>
            <a:r>
              <a:rPr kumimoji="0" sz="1400" b="0" i="0" u="none" strike="noStrike" kern="0" cap="none" spc="-65" normalizeH="0" baseline="0" noProof="0" dirty="0">
                <a:ln>
                  <a:noFill/>
                </a:ln>
                <a:solidFill>
                  <a:srgbClr val="F1F1F1"/>
                </a:solidFill>
                <a:effectLst/>
                <a:uLnTx/>
                <a:uFillTx/>
                <a:latin typeface="Arial Black"/>
                <a:cs typeface="Arial Black"/>
              </a:rPr>
              <a:t>O N</a:t>
            </a:r>
            <a:endParaRPr kumimoji="0" sz="1400" b="0" i="0" u="none" strike="noStrike" kern="0" cap="none" spc="0" normalizeH="0" baseline="0" noProof="0">
              <a:ln>
                <a:noFill/>
              </a:ln>
              <a:solidFill>
                <a:sysClr val="windowText" lastClr="000000"/>
              </a:solidFill>
              <a:effectLst/>
              <a:uLnTx/>
              <a:uFillTx/>
              <a:latin typeface="Arial Black"/>
              <a:cs typeface="Arial Black"/>
            </a:endParaRPr>
          </a:p>
        </p:txBody>
      </p:sp>
      <p:pic>
        <p:nvPicPr>
          <p:cNvPr id="9" name="object 9"/>
          <p:cNvPicPr/>
          <p:nvPr/>
        </p:nvPicPr>
        <p:blipFill>
          <a:blip r:embed="rId4" cstate="print"/>
          <a:stretch>
            <a:fillRect/>
          </a:stretch>
        </p:blipFill>
        <p:spPr>
          <a:xfrm>
            <a:off x="3429272" y="3343488"/>
            <a:ext cx="2716694" cy="2716694"/>
          </a:xfrm>
          <a:prstGeom prst="rect">
            <a:avLst/>
          </a:prstGeom>
        </p:spPr>
      </p:pic>
      <p:grpSp>
        <p:nvGrpSpPr>
          <p:cNvPr id="10" name="object 10"/>
          <p:cNvGrpSpPr/>
          <p:nvPr/>
        </p:nvGrpSpPr>
        <p:grpSpPr>
          <a:xfrm>
            <a:off x="7801733" y="1670950"/>
            <a:ext cx="2412365" cy="4418965"/>
            <a:chOff x="7801733" y="1670950"/>
            <a:chExt cx="2412365" cy="4418965"/>
          </a:xfrm>
        </p:grpSpPr>
        <p:pic>
          <p:nvPicPr>
            <p:cNvPr id="11" name="object 11"/>
            <p:cNvPicPr/>
            <p:nvPr/>
          </p:nvPicPr>
          <p:blipFill>
            <a:blip r:embed="rId5" cstate="print"/>
            <a:stretch>
              <a:fillRect/>
            </a:stretch>
          </p:blipFill>
          <p:spPr>
            <a:xfrm>
              <a:off x="7801733" y="3447405"/>
              <a:ext cx="2411853" cy="2642468"/>
            </a:xfrm>
            <a:prstGeom prst="rect">
              <a:avLst/>
            </a:prstGeom>
          </p:spPr>
        </p:pic>
        <p:pic>
          <p:nvPicPr>
            <p:cNvPr id="12" name="object 12"/>
            <p:cNvPicPr/>
            <p:nvPr/>
          </p:nvPicPr>
          <p:blipFill>
            <a:blip r:embed="rId6" cstate="print"/>
            <a:stretch>
              <a:fillRect/>
            </a:stretch>
          </p:blipFill>
          <p:spPr>
            <a:xfrm>
              <a:off x="7931215" y="1670950"/>
              <a:ext cx="1839398" cy="1830025"/>
            </a:xfrm>
            <a:prstGeom prst="rect">
              <a:avLst/>
            </a:prstGeom>
          </p:spPr>
        </p:pic>
        <p:sp>
          <p:nvSpPr>
            <p:cNvPr id="13" name="object 13"/>
            <p:cNvSpPr/>
            <p:nvPr/>
          </p:nvSpPr>
          <p:spPr>
            <a:xfrm>
              <a:off x="7971215" y="1687950"/>
              <a:ext cx="1759585" cy="1750060"/>
            </a:xfrm>
            <a:custGeom>
              <a:avLst/>
              <a:gdLst/>
              <a:ahLst/>
              <a:cxnLst/>
              <a:rect l="l" t="t" r="r" b="b"/>
              <a:pathLst>
                <a:path w="1759584" h="1750060">
                  <a:moveTo>
                    <a:pt x="879698" y="1750024"/>
                  </a:moveTo>
                  <a:lnTo>
                    <a:pt x="831432" y="1748730"/>
                  </a:lnTo>
                  <a:lnTo>
                    <a:pt x="783846" y="1744890"/>
                  </a:lnTo>
                  <a:lnTo>
                    <a:pt x="737007" y="1738572"/>
                  </a:lnTo>
                  <a:lnTo>
                    <a:pt x="690982" y="1729843"/>
                  </a:lnTo>
                  <a:lnTo>
                    <a:pt x="645840" y="1718768"/>
                  </a:lnTo>
                  <a:lnTo>
                    <a:pt x="601646" y="1705416"/>
                  </a:lnTo>
                  <a:lnTo>
                    <a:pt x="558467" y="1689852"/>
                  </a:lnTo>
                  <a:lnTo>
                    <a:pt x="516372" y="1672144"/>
                  </a:lnTo>
                  <a:lnTo>
                    <a:pt x="475426" y="1652357"/>
                  </a:lnTo>
                  <a:lnTo>
                    <a:pt x="435697" y="1630560"/>
                  </a:lnTo>
                  <a:lnTo>
                    <a:pt x="397253" y="1606818"/>
                  </a:lnTo>
                  <a:lnTo>
                    <a:pt x="360160" y="1581198"/>
                  </a:lnTo>
                  <a:lnTo>
                    <a:pt x="324485" y="1553767"/>
                  </a:lnTo>
                  <a:lnTo>
                    <a:pt x="290295" y="1524592"/>
                  </a:lnTo>
                  <a:lnTo>
                    <a:pt x="257657" y="1493739"/>
                  </a:lnTo>
                  <a:lnTo>
                    <a:pt x="226639" y="1461276"/>
                  </a:lnTo>
                  <a:lnTo>
                    <a:pt x="197308" y="1427268"/>
                  </a:lnTo>
                  <a:lnTo>
                    <a:pt x="169730" y="1391783"/>
                  </a:lnTo>
                  <a:lnTo>
                    <a:pt x="143973" y="1354887"/>
                  </a:lnTo>
                  <a:lnTo>
                    <a:pt x="120104" y="1316648"/>
                  </a:lnTo>
                  <a:lnTo>
                    <a:pt x="98190" y="1277131"/>
                  </a:lnTo>
                  <a:lnTo>
                    <a:pt x="78298" y="1236403"/>
                  </a:lnTo>
                  <a:lnTo>
                    <a:pt x="60494" y="1194532"/>
                  </a:lnTo>
                  <a:lnTo>
                    <a:pt x="44847" y="1151584"/>
                  </a:lnTo>
                  <a:lnTo>
                    <a:pt x="31423" y="1107625"/>
                  </a:lnTo>
                  <a:lnTo>
                    <a:pt x="20290" y="1062723"/>
                  </a:lnTo>
                  <a:lnTo>
                    <a:pt x="11513" y="1016944"/>
                  </a:lnTo>
                  <a:lnTo>
                    <a:pt x="5161" y="970354"/>
                  </a:lnTo>
                  <a:lnTo>
                    <a:pt x="1301" y="923021"/>
                  </a:lnTo>
                  <a:lnTo>
                    <a:pt x="0" y="875012"/>
                  </a:lnTo>
                  <a:lnTo>
                    <a:pt x="1301" y="827003"/>
                  </a:lnTo>
                  <a:lnTo>
                    <a:pt x="5161" y="779670"/>
                  </a:lnTo>
                  <a:lnTo>
                    <a:pt x="11513" y="733080"/>
                  </a:lnTo>
                  <a:lnTo>
                    <a:pt x="20290" y="687301"/>
                  </a:lnTo>
                  <a:lnTo>
                    <a:pt x="31423" y="642399"/>
                  </a:lnTo>
                  <a:lnTo>
                    <a:pt x="44847" y="598440"/>
                  </a:lnTo>
                  <a:lnTo>
                    <a:pt x="60494" y="555492"/>
                  </a:lnTo>
                  <a:lnTo>
                    <a:pt x="78298" y="513621"/>
                  </a:lnTo>
                  <a:lnTo>
                    <a:pt x="98190" y="472893"/>
                  </a:lnTo>
                  <a:lnTo>
                    <a:pt x="120104" y="433376"/>
                  </a:lnTo>
                  <a:lnTo>
                    <a:pt x="143973" y="395137"/>
                  </a:lnTo>
                  <a:lnTo>
                    <a:pt x="169730" y="358241"/>
                  </a:lnTo>
                  <a:lnTo>
                    <a:pt x="197308" y="322756"/>
                  </a:lnTo>
                  <a:lnTo>
                    <a:pt x="226639" y="288748"/>
                  </a:lnTo>
                  <a:lnTo>
                    <a:pt x="257657" y="256285"/>
                  </a:lnTo>
                  <a:lnTo>
                    <a:pt x="290295" y="225432"/>
                  </a:lnTo>
                  <a:lnTo>
                    <a:pt x="324485" y="196257"/>
                  </a:lnTo>
                  <a:lnTo>
                    <a:pt x="360160" y="168826"/>
                  </a:lnTo>
                  <a:lnTo>
                    <a:pt x="397253" y="143206"/>
                  </a:lnTo>
                  <a:lnTo>
                    <a:pt x="435697" y="119464"/>
                  </a:lnTo>
                  <a:lnTo>
                    <a:pt x="475426" y="97667"/>
                  </a:lnTo>
                  <a:lnTo>
                    <a:pt x="516372" y="77880"/>
                  </a:lnTo>
                  <a:lnTo>
                    <a:pt x="558467" y="60172"/>
                  </a:lnTo>
                  <a:lnTo>
                    <a:pt x="601646" y="44608"/>
                  </a:lnTo>
                  <a:lnTo>
                    <a:pt x="645840" y="31256"/>
                  </a:lnTo>
                  <a:lnTo>
                    <a:pt x="690982" y="20181"/>
                  </a:lnTo>
                  <a:lnTo>
                    <a:pt x="737007" y="11452"/>
                  </a:lnTo>
                  <a:lnTo>
                    <a:pt x="783846" y="5134"/>
                  </a:lnTo>
                  <a:lnTo>
                    <a:pt x="831432" y="1294"/>
                  </a:lnTo>
                  <a:lnTo>
                    <a:pt x="879698" y="0"/>
                  </a:lnTo>
                  <a:lnTo>
                    <a:pt x="929529" y="1403"/>
                  </a:lnTo>
                  <a:lnTo>
                    <a:pt x="978960" y="5585"/>
                  </a:lnTo>
                  <a:lnTo>
                    <a:pt x="1027883" y="12499"/>
                  </a:lnTo>
                  <a:lnTo>
                    <a:pt x="1076191" y="22103"/>
                  </a:lnTo>
                  <a:lnTo>
                    <a:pt x="1123775" y="34352"/>
                  </a:lnTo>
                  <a:lnTo>
                    <a:pt x="1170529" y="49201"/>
                  </a:lnTo>
                  <a:lnTo>
                    <a:pt x="1216345" y="66606"/>
                  </a:lnTo>
                  <a:lnTo>
                    <a:pt x="1261114" y="86523"/>
                  </a:lnTo>
                  <a:lnTo>
                    <a:pt x="1304730" y="108907"/>
                  </a:lnTo>
                  <a:lnTo>
                    <a:pt x="1347085" y="133714"/>
                  </a:lnTo>
                  <a:lnTo>
                    <a:pt x="1388071" y="160899"/>
                  </a:lnTo>
                  <a:lnTo>
                    <a:pt x="1427581" y="190419"/>
                  </a:lnTo>
                  <a:lnTo>
                    <a:pt x="1465506" y="222229"/>
                  </a:lnTo>
                  <a:lnTo>
                    <a:pt x="1501739" y="256285"/>
                  </a:lnTo>
                  <a:lnTo>
                    <a:pt x="1535977" y="292325"/>
                  </a:lnTo>
                  <a:lnTo>
                    <a:pt x="1567958" y="330049"/>
                  </a:lnTo>
                  <a:lnTo>
                    <a:pt x="1597636" y="369348"/>
                  </a:lnTo>
                  <a:lnTo>
                    <a:pt x="1624967" y="410115"/>
                  </a:lnTo>
                  <a:lnTo>
                    <a:pt x="1649907" y="452244"/>
                  </a:lnTo>
                  <a:lnTo>
                    <a:pt x="1672411" y="495628"/>
                  </a:lnTo>
                  <a:lnTo>
                    <a:pt x="1692434" y="540159"/>
                  </a:lnTo>
                  <a:lnTo>
                    <a:pt x="1709932" y="585731"/>
                  </a:lnTo>
                  <a:lnTo>
                    <a:pt x="1724861" y="632235"/>
                  </a:lnTo>
                  <a:lnTo>
                    <a:pt x="1737175" y="679566"/>
                  </a:lnTo>
                  <a:lnTo>
                    <a:pt x="1746830" y="727617"/>
                  </a:lnTo>
                  <a:lnTo>
                    <a:pt x="1753782" y="776279"/>
                  </a:lnTo>
                  <a:lnTo>
                    <a:pt x="1757986" y="825447"/>
                  </a:lnTo>
                  <a:lnTo>
                    <a:pt x="1759397" y="875012"/>
                  </a:lnTo>
                  <a:lnTo>
                    <a:pt x="1758095" y="923021"/>
                  </a:lnTo>
                  <a:lnTo>
                    <a:pt x="1754235" y="970354"/>
                  </a:lnTo>
                  <a:lnTo>
                    <a:pt x="1747883" y="1016944"/>
                  </a:lnTo>
                  <a:lnTo>
                    <a:pt x="1739107" y="1062723"/>
                  </a:lnTo>
                  <a:lnTo>
                    <a:pt x="1727973" y="1107625"/>
                  </a:lnTo>
                  <a:lnTo>
                    <a:pt x="1714549" y="1151584"/>
                  </a:lnTo>
                  <a:lnTo>
                    <a:pt x="1698902" y="1194532"/>
                  </a:lnTo>
                  <a:lnTo>
                    <a:pt x="1681099" y="1236403"/>
                  </a:lnTo>
                  <a:lnTo>
                    <a:pt x="1661207" y="1277131"/>
                  </a:lnTo>
                  <a:lnTo>
                    <a:pt x="1639292" y="1316648"/>
                  </a:lnTo>
                  <a:lnTo>
                    <a:pt x="1615423" y="1354887"/>
                  </a:lnTo>
                  <a:lnTo>
                    <a:pt x="1589666" y="1391783"/>
                  </a:lnTo>
                  <a:lnTo>
                    <a:pt x="1562089" y="1427268"/>
                  </a:lnTo>
                  <a:lnTo>
                    <a:pt x="1532757" y="1461276"/>
                  </a:lnTo>
                  <a:lnTo>
                    <a:pt x="1501739" y="1493739"/>
                  </a:lnTo>
                  <a:lnTo>
                    <a:pt x="1469102" y="1524592"/>
                  </a:lnTo>
                  <a:lnTo>
                    <a:pt x="1434912" y="1553767"/>
                  </a:lnTo>
                  <a:lnTo>
                    <a:pt x="1399237" y="1581198"/>
                  </a:lnTo>
                  <a:lnTo>
                    <a:pt x="1362144" y="1606818"/>
                  </a:lnTo>
                  <a:lnTo>
                    <a:pt x="1323699" y="1630560"/>
                  </a:lnTo>
                  <a:lnTo>
                    <a:pt x="1283971" y="1652357"/>
                  </a:lnTo>
                  <a:lnTo>
                    <a:pt x="1243025" y="1672144"/>
                  </a:lnTo>
                  <a:lnTo>
                    <a:pt x="1200930" y="1689852"/>
                  </a:lnTo>
                  <a:lnTo>
                    <a:pt x="1157751" y="1705416"/>
                  </a:lnTo>
                  <a:lnTo>
                    <a:pt x="1113557" y="1718768"/>
                  </a:lnTo>
                  <a:lnTo>
                    <a:pt x="1068415" y="1729843"/>
                  </a:lnTo>
                  <a:lnTo>
                    <a:pt x="1022390" y="1738572"/>
                  </a:lnTo>
                  <a:lnTo>
                    <a:pt x="975551" y="1744890"/>
                  </a:lnTo>
                  <a:lnTo>
                    <a:pt x="927965" y="1748730"/>
                  </a:lnTo>
                  <a:lnTo>
                    <a:pt x="879698" y="1750024"/>
                  </a:lnTo>
                  <a:close/>
                </a:path>
              </a:pathLst>
            </a:custGeom>
            <a:solidFill>
              <a:srgbClr val="A5A5A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14" name="object 14"/>
          <p:cNvGrpSpPr/>
          <p:nvPr/>
        </p:nvGrpSpPr>
        <p:grpSpPr>
          <a:xfrm>
            <a:off x="3773532" y="1675113"/>
            <a:ext cx="1839595" cy="1717039"/>
            <a:chOff x="3773532" y="1675113"/>
            <a:chExt cx="1839595" cy="1717039"/>
          </a:xfrm>
        </p:grpSpPr>
        <p:pic>
          <p:nvPicPr>
            <p:cNvPr id="15" name="object 15"/>
            <p:cNvPicPr/>
            <p:nvPr/>
          </p:nvPicPr>
          <p:blipFill>
            <a:blip r:embed="rId7" cstate="print"/>
            <a:stretch>
              <a:fillRect/>
            </a:stretch>
          </p:blipFill>
          <p:spPr>
            <a:xfrm>
              <a:off x="3773532" y="1675113"/>
              <a:ext cx="1839398" cy="1716529"/>
            </a:xfrm>
            <a:prstGeom prst="rect">
              <a:avLst/>
            </a:prstGeom>
          </p:spPr>
        </p:pic>
        <p:sp>
          <p:nvSpPr>
            <p:cNvPr id="16" name="object 16"/>
            <p:cNvSpPr/>
            <p:nvPr/>
          </p:nvSpPr>
          <p:spPr>
            <a:xfrm>
              <a:off x="3813532" y="1692113"/>
              <a:ext cx="1759585" cy="1637030"/>
            </a:xfrm>
            <a:custGeom>
              <a:avLst/>
              <a:gdLst/>
              <a:ahLst/>
              <a:cxnLst/>
              <a:rect l="l" t="t" r="r" b="b"/>
              <a:pathLst>
                <a:path w="1759585" h="1637029">
                  <a:moveTo>
                    <a:pt x="879698" y="1636529"/>
                  </a:moveTo>
                  <a:lnTo>
                    <a:pt x="829779" y="1635233"/>
                  </a:lnTo>
                  <a:lnTo>
                    <a:pt x="780591" y="1631393"/>
                  </a:lnTo>
                  <a:lnTo>
                    <a:pt x="732207" y="1625078"/>
                  </a:lnTo>
                  <a:lnTo>
                    <a:pt x="684702" y="1616356"/>
                  </a:lnTo>
                  <a:lnTo>
                    <a:pt x="638150" y="1605297"/>
                  </a:lnTo>
                  <a:lnTo>
                    <a:pt x="592627" y="1591969"/>
                  </a:lnTo>
                  <a:lnTo>
                    <a:pt x="548205" y="1576443"/>
                  </a:lnTo>
                  <a:lnTo>
                    <a:pt x="504959" y="1558786"/>
                  </a:lnTo>
                  <a:lnTo>
                    <a:pt x="462963" y="1539068"/>
                  </a:lnTo>
                  <a:lnTo>
                    <a:pt x="422292" y="1517358"/>
                  </a:lnTo>
                  <a:lnTo>
                    <a:pt x="383021" y="1493725"/>
                  </a:lnTo>
                  <a:lnTo>
                    <a:pt x="345222" y="1468238"/>
                  </a:lnTo>
                  <a:lnTo>
                    <a:pt x="308970" y="1440967"/>
                  </a:lnTo>
                  <a:lnTo>
                    <a:pt x="274341" y="1411980"/>
                  </a:lnTo>
                  <a:lnTo>
                    <a:pt x="241407" y="1381346"/>
                  </a:lnTo>
                  <a:lnTo>
                    <a:pt x="210244" y="1349135"/>
                  </a:lnTo>
                  <a:lnTo>
                    <a:pt x="180925" y="1315415"/>
                  </a:lnTo>
                  <a:lnTo>
                    <a:pt x="153525" y="1280256"/>
                  </a:lnTo>
                  <a:lnTo>
                    <a:pt x="128118" y="1243727"/>
                  </a:lnTo>
                  <a:lnTo>
                    <a:pt x="104778" y="1205896"/>
                  </a:lnTo>
                  <a:lnTo>
                    <a:pt x="83579" y="1166834"/>
                  </a:lnTo>
                  <a:lnTo>
                    <a:pt x="64597" y="1126608"/>
                  </a:lnTo>
                  <a:lnTo>
                    <a:pt x="47904" y="1085288"/>
                  </a:lnTo>
                  <a:lnTo>
                    <a:pt x="33576" y="1042943"/>
                  </a:lnTo>
                  <a:lnTo>
                    <a:pt x="21687" y="999643"/>
                  </a:lnTo>
                  <a:lnTo>
                    <a:pt x="12310" y="955456"/>
                  </a:lnTo>
                  <a:lnTo>
                    <a:pt x="5520" y="910451"/>
                  </a:lnTo>
                  <a:lnTo>
                    <a:pt x="1392" y="864697"/>
                  </a:lnTo>
                  <a:lnTo>
                    <a:pt x="0" y="818264"/>
                  </a:lnTo>
                  <a:lnTo>
                    <a:pt x="1392" y="771831"/>
                  </a:lnTo>
                  <a:lnTo>
                    <a:pt x="5520" y="726077"/>
                  </a:lnTo>
                  <a:lnTo>
                    <a:pt x="12310" y="681072"/>
                  </a:lnTo>
                  <a:lnTo>
                    <a:pt x="21687" y="636885"/>
                  </a:lnTo>
                  <a:lnTo>
                    <a:pt x="33576" y="593585"/>
                  </a:lnTo>
                  <a:lnTo>
                    <a:pt x="47904" y="551240"/>
                  </a:lnTo>
                  <a:lnTo>
                    <a:pt x="64597" y="509920"/>
                  </a:lnTo>
                  <a:lnTo>
                    <a:pt x="83579" y="469695"/>
                  </a:lnTo>
                  <a:lnTo>
                    <a:pt x="104778" y="430632"/>
                  </a:lnTo>
                  <a:lnTo>
                    <a:pt x="128118" y="392801"/>
                  </a:lnTo>
                  <a:lnTo>
                    <a:pt x="153525" y="356272"/>
                  </a:lnTo>
                  <a:lnTo>
                    <a:pt x="180925" y="321113"/>
                  </a:lnTo>
                  <a:lnTo>
                    <a:pt x="210244" y="287393"/>
                  </a:lnTo>
                  <a:lnTo>
                    <a:pt x="241407" y="255182"/>
                  </a:lnTo>
                  <a:lnTo>
                    <a:pt x="274341" y="224548"/>
                  </a:lnTo>
                  <a:lnTo>
                    <a:pt x="308970" y="195561"/>
                  </a:lnTo>
                  <a:lnTo>
                    <a:pt x="345222" y="168290"/>
                  </a:lnTo>
                  <a:lnTo>
                    <a:pt x="383021" y="142803"/>
                  </a:lnTo>
                  <a:lnTo>
                    <a:pt x="422292" y="119170"/>
                  </a:lnTo>
                  <a:lnTo>
                    <a:pt x="462963" y="97460"/>
                  </a:lnTo>
                  <a:lnTo>
                    <a:pt x="504959" y="77742"/>
                  </a:lnTo>
                  <a:lnTo>
                    <a:pt x="548205" y="60086"/>
                  </a:lnTo>
                  <a:lnTo>
                    <a:pt x="592627" y="44559"/>
                  </a:lnTo>
                  <a:lnTo>
                    <a:pt x="638150" y="31231"/>
                  </a:lnTo>
                  <a:lnTo>
                    <a:pt x="684702" y="20172"/>
                  </a:lnTo>
                  <a:lnTo>
                    <a:pt x="732207" y="11450"/>
                  </a:lnTo>
                  <a:lnTo>
                    <a:pt x="780591" y="5135"/>
                  </a:lnTo>
                  <a:lnTo>
                    <a:pt x="829779" y="1295"/>
                  </a:lnTo>
                  <a:lnTo>
                    <a:pt x="879698" y="0"/>
                  </a:lnTo>
                  <a:lnTo>
                    <a:pt x="929618" y="1295"/>
                  </a:lnTo>
                  <a:lnTo>
                    <a:pt x="978806" y="5135"/>
                  </a:lnTo>
                  <a:lnTo>
                    <a:pt x="1027190" y="11450"/>
                  </a:lnTo>
                  <a:lnTo>
                    <a:pt x="1074695" y="20172"/>
                  </a:lnTo>
                  <a:lnTo>
                    <a:pt x="1121247" y="31231"/>
                  </a:lnTo>
                  <a:lnTo>
                    <a:pt x="1166770" y="44559"/>
                  </a:lnTo>
                  <a:lnTo>
                    <a:pt x="1211192" y="60086"/>
                  </a:lnTo>
                  <a:lnTo>
                    <a:pt x="1254438" y="77742"/>
                  </a:lnTo>
                  <a:lnTo>
                    <a:pt x="1296434" y="97460"/>
                  </a:lnTo>
                  <a:lnTo>
                    <a:pt x="1337105" y="119170"/>
                  </a:lnTo>
                  <a:lnTo>
                    <a:pt x="1376377" y="142803"/>
                  </a:lnTo>
                  <a:lnTo>
                    <a:pt x="1414175" y="168290"/>
                  </a:lnTo>
                  <a:lnTo>
                    <a:pt x="1450427" y="195561"/>
                  </a:lnTo>
                  <a:lnTo>
                    <a:pt x="1485056" y="224548"/>
                  </a:lnTo>
                  <a:lnTo>
                    <a:pt x="1517990" y="255182"/>
                  </a:lnTo>
                  <a:lnTo>
                    <a:pt x="1549153" y="287393"/>
                  </a:lnTo>
                  <a:lnTo>
                    <a:pt x="1578472" y="321113"/>
                  </a:lnTo>
                  <a:lnTo>
                    <a:pt x="1605872" y="356272"/>
                  </a:lnTo>
                  <a:lnTo>
                    <a:pt x="1631279" y="392801"/>
                  </a:lnTo>
                  <a:lnTo>
                    <a:pt x="1654619" y="430632"/>
                  </a:lnTo>
                  <a:lnTo>
                    <a:pt x="1675818" y="469695"/>
                  </a:lnTo>
                  <a:lnTo>
                    <a:pt x="1694800" y="509920"/>
                  </a:lnTo>
                  <a:lnTo>
                    <a:pt x="1711493" y="551240"/>
                  </a:lnTo>
                  <a:lnTo>
                    <a:pt x="1725821" y="593585"/>
                  </a:lnTo>
                  <a:lnTo>
                    <a:pt x="1737710" y="636885"/>
                  </a:lnTo>
                  <a:lnTo>
                    <a:pt x="1747087" y="681072"/>
                  </a:lnTo>
                  <a:lnTo>
                    <a:pt x="1753877" y="726077"/>
                  </a:lnTo>
                  <a:lnTo>
                    <a:pt x="1758005" y="771831"/>
                  </a:lnTo>
                  <a:lnTo>
                    <a:pt x="1759397" y="818264"/>
                  </a:lnTo>
                  <a:lnTo>
                    <a:pt x="1758005" y="864697"/>
                  </a:lnTo>
                  <a:lnTo>
                    <a:pt x="1753877" y="910451"/>
                  </a:lnTo>
                  <a:lnTo>
                    <a:pt x="1747087" y="955456"/>
                  </a:lnTo>
                  <a:lnTo>
                    <a:pt x="1737710" y="999643"/>
                  </a:lnTo>
                  <a:lnTo>
                    <a:pt x="1725821" y="1042943"/>
                  </a:lnTo>
                  <a:lnTo>
                    <a:pt x="1711493" y="1085288"/>
                  </a:lnTo>
                  <a:lnTo>
                    <a:pt x="1694800" y="1126608"/>
                  </a:lnTo>
                  <a:lnTo>
                    <a:pt x="1675818" y="1166834"/>
                  </a:lnTo>
                  <a:lnTo>
                    <a:pt x="1654619" y="1205896"/>
                  </a:lnTo>
                  <a:lnTo>
                    <a:pt x="1631279" y="1243727"/>
                  </a:lnTo>
                  <a:lnTo>
                    <a:pt x="1605872" y="1280256"/>
                  </a:lnTo>
                  <a:lnTo>
                    <a:pt x="1578472" y="1315415"/>
                  </a:lnTo>
                  <a:lnTo>
                    <a:pt x="1549153" y="1349135"/>
                  </a:lnTo>
                  <a:lnTo>
                    <a:pt x="1517990" y="1381346"/>
                  </a:lnTo>
                  <a:lnTo>
                    <a:pt x="1485056" y="1411980"/>
                  </a:lnTo>
                  <a:lnTo>
                    <a:pt x="1450427" y="1440967"/>
                  </a:lnTo>
                  <a:lnTo>
                    <a:pt x="1414175" y="1468238"/>
                  </a:lnTo>
                  <a:lnTo>
                    <a:pt x="1376377" y="1493725"/>
                  </a:lnTo>
                  <a:lnTo>
                    <a:pt x="1337105" y="1517358"/>
                  </a:lnTo>
                  <a:lnTo>
                    <a:pt x="1296434" y="1539068"/>
                  </a:lnTo>
                  <a:lnTo>
                    <a:pt x="1254438" y="1558786"/>
                  </a:lnTo>
                  <a:lnTo>
                    <a:pt x="1211192" y="1576443"/>
                  </a:lnTo>
                  <a:lnTo>
                    <a:pt x="1166770" y="1591969"/>
                  </a:lnTo>
                  <a:lnTo>
                    <a:pt x="1121247" y="1605297"/>
                  </a:lnTo>
                  <a:lnTo>
                    <a:pt x="1074695" y="1616356"/>
                  </a:lnTo>
                  <a:lnTo>
                    <a:pt x="1027190" y="1625078"/>
                  </a:lnTo>
                  <a:lnTo>
                    <a:pt x="978806" y="1631393"/>
                  </a:lnTo>
                  <a:lnTo>
                    <a:pt x="929618" y="1635233"/>
                  </a:lnTo>
                  <a:lnTo>
                    <a:pt x="879698" y="1636529"/>
                  </a:lnTo>
                  <a:close/>
                </a:path>
              </a:pathLst>
            </a:custGeom>
            <a:solidFill>
              <a:srgbClr val="A5A5A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7" name="object 17"/>
          <p:cNvSpPr txBox="1"/>
          <p:nvPr/>
        </p:nvSpPr>
        <p:spPr>
          <a:xfrm>
            <a:off x="4179409" y="1797971"/>
            <a:ext cx="1026794" cy="1404620"/>
          </a:xfrm>
          <a:prstGeom prst="rect">
            <a:avLst/>
          </a:prstGeom>
        </p:spPr>
        <p:txBody>
          <a:bodyPr vert="horz" wrap="square" lIns="0" tIns="10795" rIns="0" bIns="0" rtlCol="0">
            <a:spAutoFit/>
          </a:bodyPr>
          <a:lstStyle/>
          <a:p>
            <a:pPr marL="12700" marR="5080" lvl="0" indent="0" algn="ctr" defTabSz="914400" eaLnBrk="1" fontAlgn="auto" latinLnBrk="0" hangingPunct="1">
              <a:lnSpc>
                <a:spcPct val="100699"/>
              </a:lnSpc>
              <a:spcBef>
                <a:spcPts val="85"/>
              </a:spcBef>
              <a:spcAft>
                <a:spcPts val="0"/>
              </a:spcAft>
              <a:buClrTx/>
              <a:buSzTx/>
              <a:buFontTx/>
              <a:buNone/>
              <a:tabLst/>
              <a:defRPr/>
            </a:pPr>
            <a:r>
              <a:rPr kumimoji="0" sz="1800" b="0" i="0" u="none" strike="noStrike" kern="0" cap="none" spc="-25" normalizeH="0" baseline="0" noProof="0" dirty="0">
                <a:ln>
                  <a:noFill/>
                </a:ln>
                <a:solidFill>
                  <a:srgbClr val="FFFFFF"/>
                </a:solidFill>
                <a:effectLst/>
                <a:uLnTx/>
                <a:uFillTx/>
                <a:latin typeface="Arial"/>
                <a:cs typeface="Arial"/>
              </a:rPr>
              <a:t>Dev </a:t>
            </a:r>
            <a:r>
              <a:rPr kumimoji="0" sz="1800" b="0" i="0" u="none" strike="noStrike" kern="0" cap="none" spc="-10" normalizeH="0" baseline="0" noProof="0" dirty="0">
                <a:ln>
                  <a:noFill/>
                </a:ln>
                <a:solidFill>
                  <a:srgbClr val="FFFFFF"/>
                </a:solidFill>
                <a:effectLst/>
                <a:uLnTx/>
                <a:uFillTx/>
                <a:latin typeface="Arial"/>
                <a:cs typeface="Arial"/>
              </a:rPr>
              <a:t>apporte </a:t>
            </a:r>
            <a:r>
              <a:rPr kumimoji="0" sz="1800" b="0" i="0" u="none" strike="noStrike" kern="0" cap="none" spc="-25" normalizeH="0" baseline="0" noProof="0" dirty="0">
                <a:ln>
                  <a:noFill/>
                </a:ln>
                <a:solidFill>
                  <a:srgbClr val="FFFFFF"/>
                </a:solidFill>
                <a:effectLst/>
                <a:uLnTx/>
                <a:uFillTx/>
                <a:latin typeface="Arial"/>
                <a:cs typeface="Arial"/>
              </a:rPr>
              <a:t>des </a:t>
            </a:r>
            <a:r>
              <a:rPr kumimoji="0" sz="1800" b="0" i="0" u="none" strike="noStrike" kern="0" cap="none" spc="-130" normalizeH="0" baseline="0" noProof="0" dirty="0">
                <a:ln>
                  <a:noFill/>
                </a:ln>
                <a:solidFill>
                  <a:srgbClr val="FFFFFF"/>
                </a:solidFill>
                <a:effectLst/>
                <a:uLnTx/>
                <a:uFillTx/>
                <a:latin typeface="Arial"/>
                <a:cs typeface="Arial"/>
              </a:rPr>
              <a:t>change-</a:t>
            </a:r>
            <a:r>
              <a:rPr kumimoji="0" sz="1800" b="0" i="0" u="none" strike="noStrike" kern="0" cap="none" spc="-160" normalizeH="0" baseline="0" noProof="0" dirty="0">
                <a:ln>
                  <a:noFill/>
                </a:ln>
                <a:solidFill>
                  <a:srgbClr val="FFFFFF"/>
                </a:solidFill>
                <a:effectLst/>
                <a:uLnTx/>
                <a:uFillTx/>
                <a:latin typeface="Arial"/>
                <a:cs typeface="Arial"/>
              </a:rPr>
              <a:t>me </a:t>
            </a:r>
            <a:r>
              <a:rPr kumimoji="0" sz="1800" b="0" i="0" u="none" strike="noStrike" kern="0" cap="none" spc="-25" normalizeH="0" baseline="0" noProof="0" dirty="0">
                <a:ln>
                  <a:noFill/>
                </a:ln>
                <a:solidFill>
                  <a:srgbClr val="FFFFFF"/>
                </a:solidFill>
                <a:effectLst/>
                <a:uLnTx/>
                <a:uFillTx/>
                <a:latin typeface="Arial"/>
                <a:cs typeface="Arial"/>
              </a:rPr>
              <a:t>nts</a:t>
            </a:r>
            <a:endParaRPr kumimoji="0" sz="1800" b="0" i="0" u="none" strike="noStrike" kern="0" cap="none" spc="0" normalizeH="0" baseline="0" noProof="0">
              <a:ln>
                <a:noFill/>
              </a:ln>
              <a:solidFill>
                <a:sysClr val="windowText" lastClr="000000"/>
              </a:solidFill>
              <a:effectLst/>
              <a:uLnTx/>
              <a:uFillTx/>
              <a:latin typeface="Arial"/>
              <a:cs typeface="Arial"/>
            </a:endParaRPr>
          </a:p>
        </p:txBody>
      </p:sp>
      <p:sp>
        <p:nvSpPr>
          <p:cNvPr id="20" name="object 20"/>
          <p:cNvSpPr txBox="1">
            <a:spLocks noGrp="1"/>
          </p:cNvSpPr>
          <p:nvPr>
            <p:ph type="sldNum" sz="quarter" idx="7"/>
          </p:nvPr>
        </p:nvSpPr>
        <p:spPr>
          <a:prstGeom prst="rect">
            <a:avLst/>
          </a:prstGeom>
        </p:spPr>
        <p:txBody>
          <a:bodyPr vert="horz" wrap="square" lIns="0" tIns="8255" rIns="0" bIns="0" rtlCol="0">
            <a:spAutoFit/>
          </a:bodyPr>
          <a:lstStyle/>
          <a:p>
            <a:pPr marL="80010" marR="0" lvl="0" indent="0" defTabSz="914400" eaLnBrk="1" fontAlgn="auto" latinLnBrk="0" hangingPunct="1">
              <a:lnSpc>
                <a:spcPct val="100000"/>
              </a:lnSpc>
              <a:spcBef>
                <a:spcPts val="65"/>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prstClr val="white"/>
                </a:solidFill>
                <a:effectLst/>
                <a:uLnTx/>
                <a:uFillTx/>
                <a:latin typeface="Calibri"/>
                <a:cs typeface="Calibri"/>
              </a:rPr>
              <a:pPr marL="80010" marR="0" lvl="0" indent="0" defTabSz="914400" eaLnBrk="1" fontAlgn="auto" latinLnBrk="0" hangingPunct="1">
                <a:lnSpc>
                  <a:spcPct val="100000"/>
                </a:lnSpc>
                <a:spcBef>
                  <a:spcPts val="65"/>
                </a:spcBef>
                <a:spcAft>
                  <a:spcPts val="0"/>
                </a:spcAft>
                <a:buClrTx/>
                <a:buSzTx/>
                <a:buFontTx/>
                <a:buNone/>
                <a:tabLst/>
                <a:defRPr/>
              </a:pPr>
              <a:t>16</a:t>
            </a:fld>
            <a:endParaRPr kumimoji="0" sz="1200" b="0" i="0" u="none" strike="noStrike" kern="0" cap="none" spc="-25" normalizeH="0" baseline="0" noProof="0" dirty="0">
              <a:ln>
                <a:noFill/>
              </a:ln>
              <a:solidFill>
                <a:prstClr val="white"/>
              </a:solidFill>
              <a:effectLst/>
              <a:uLnTx/>
              <a:uFillTx/>
              <a:latin typeface="Calibri"/>
              <a:cs typeface="Calibri"/>
            </a:endParaRPr>
          </a:p>
        </p:txBody>
      </p:sp>
      <p:sp>
        <p:nvSpPr>
          <p:cNvPr id="18" name="object 18"/>
          <p:cNvSpPr txBox="1"/>
          <p:nvPr/>
        </p:nvSpPr>
        <p:spPr>
          <a:xfrm>
            <a:off x="8431466" y="2126781"/>
            <a:ext cx="838200" cy="852169"/>
          </a:xfrm>
          <a:prstGeom prst="rect">
            <a:avLst/>
          </a:prstGeom>
        </p:spPr>
        <p:txBody>
          <a:bodyPr vert="horz" wrap="square" lIns="0" tIns="10795" rIns="0" bIns="0" rtlCol="0">
            <a:spAutoFit/>
          </a:bodyPr>
          <a:lstStyle/>
          <a:p>
            <a:pPr marL="12700" marR="5080" lvl="0" indent="0" algn="ctr" defTabSz="914400" eaLnBrk="1" fontAlgn="auto" latinLnBrk="0" hangingPunct="1">
              <a:lnSpc>
                <a:spcPct val="100699"/>
              </a:lnSpc>
              <a:spcBef>
                <a:spcPts val="85"/>
              </a:spcBef>
              <a:spcAft>
                <a:spcPts val="0"/>
              </a:spcAft>
              <a:buClrTx/>
              <a:buSzTx/>
              <a:buFontTx/>
              <a:buNone/>
              <a:tabLst/>
              <a:defRPr/>
            </a:pPr>
            <a:r>
              <a:rPr kumimoji="0" sz="1800" b="0" i="0" u="none" strike="noStrike" kern="0" cap="none" spc="-114" normalizeH="0" baseline="0" noProof="0" dirty="0">
                <a:ln>
                  <a:noFill/>
                </a:ln>
                <a:solidFill>
                  <a:srgbClr val="FFFFFF"/>
                </a:solidFill>
                <a:effectLst/>
                <a:uLnTx/>
                <a:uFillTx/>
                <a:latin typeface="Arial"/>
                <a:cs typeface="Arial"/>
              </a:rPr>
              <a:t>Ops</a:t>
            </a:r>
            <a:r>
              <a:rPr kumimoji="0" sz="1800" b="0" i="0" u="none" strike="noStrike" kern="0" cap="none" spc="5" normalizeH="0" baseline="0" noProof="0" dirty="0">
                <a:ln>
                  <a:noFill/>
                </a:ln>
                <a:solidFill>
                  <a:srgbClr val="FFFFFF"/>
                </a:solidFill>
                <a:effectLst/>
                <a:uLnTx/>
                <a:uFillTx/>
                <a:latin typeface="Arial"/>
                <a:cs typeface="Arial"/>
              </a:rPr>
              <a:t> </a:t>
            </a:r>
            <a:r>
              <a:rPr kumimoji="0" sz="1800" b="0" i="0" u="none" strike="noStrike" kern="0" cap="none" spc="-135" normalizeH="0" baseline="0" noProof="0" dirty="0">
                <a:ln>
                  <a:noFill/>
                </a:ln>
                <a:solidFill>
                  <a:srgbClr val="FFFFFF"/>
                </a:solidFill>
                <a:effectLst/>
                <a:uLnTx/>
                <a:uFillTx/>
                <a:latin typeface="Arial"/>
                <a:cs typeface="Arial"/>
              </a:rPr>
              <a:t>veut </a:t>
            </a:r>
            <a:r>
              <a:rPr kumimoji="0" sz="1800" b="0" i="0" u="none" strike="noStrike" kern="0" cap="none" spc="-10" normalizeH="0" baseline="0" noProof="0" dirty="0">
                <a:ln>
                  <a:noFill/>
                </a:ln>
                <a:solidFill>
                  <a:srgbClr val="FFFFFF"/>
                </a:solidFill>
                <a:effectLst/>
                <a:uLnTx/>
                <a:uFillTx/>
                <a:latin typeface="Arial"/>
                <a:cs typeface="Arial"/>
              </a:rPr>
              <a:t>de</a:t>
            </a:r>
            <a:r>
              <a:rPr kumimoji="0" sz="1800" b="0" i="0" u="none" strike="noStrike" kern="0" cap="none" spc="-110" normalizeH="0" baseline="0" noProof="0" dirty="0">
                <a:ln>
                  <a:noFill/>
                </a:ln>
                <a:solidFill>
                  <a:srgbClr val="FFFFFF"/>
                </a:solidFill>
                <a:effectLst/>
                <a:uLnTx/>
                <a:uFillTx/>
                <a:latin typeface="Arial"/>
                <a:cs typeface="Arial"/>
              </a:rPr>
              <a:t> </a:t>
            </a:r>
            <a:r>
              <a:rPr kumimoji="0" sz="1800" b="0" i="0" u="none" strike="noStrike" kern="0" cap="none" spc="-25" normalizeH="0" baseline="0" noProof="0" dirty="0">
                <a:ln>
                  <a:noFill/>
                </a:ln>
                <a:solidFill>
                  <a:srgbClr val="FFFFFF"/>
                </a:solidFill>
                <a:effectLst/>
                <a:uLnTx/>
                <a:uFillTx/>
                <a:latin typeface="Arial"/>
                <a:cs typeface="Arial"/>
              </a:rPr>
              <a:t>la </a:t>
            </a:r>
            <a:r>
              <a:rPr kumimoji="0" sz="1800" b="0" i="0" u="none" strike="noStrike" kern="0" cap="none" spc="-10" normalizeH="0" baseline="0" noProof="0" dirty="0">
                <a:ln>
                  <a:noFill/>
                </a:ln>
                <a:solidFill>
                  <a:srgbClr val="FFFFFF"/>
                </a:solidFill>
                <a:effectLst/>
                <a:uLnTx/>
                <a:uFillTx/>
                <a:latin typeface="Arial"/>
                <a:cs typeface="Arial"/>
              </a:rPr>
              <a:t>stabilité</a:t>
            </a:r>
            <a:endParaRPr kumimoji="0" sz="1800" b="0" i="0" u="none" strike="noStrike" kern="0" cap="none" spc="0" normalizeH="0" baseline="0" noProof="0">
              <a:ln>
                <a:noFill/>
              </a:ln>
              <a:solidFill>
                <a:sysClr val="windowText" lastClr="000000"/>
              </a:solidFill>
              <a:effectLst/>
              <a:uLnTx/>
              <a:uFillTx/>
              <a:latin typeface="Arial"/>
              <a:cs typeface="Arial"/>
            </a:endParaRPr>
          </a:p>
        </p:txBody>
      </p:sp>
      <p:sp>
        <p:nvSpPr>
          <p:cNvPr id="19" name="object 19"/>
          <p:cNvSpPr txBox="1"/>
          <p:nvPr/>
        </p:nvSpPr>
        <p:spPr>
          <a:xfrm>
            <a:off x="260229" y="3173415"/>
            <a:ext cx="3021965" cy="2139315"/>
          </a:xfrm>
          <a:prstGeom prst="rect">
            <a:avLst/>
          </a:prstGeom>
          <a:solidFill>
            <a:srgbClr val="DAEEF3"/>
          </a:solidFill>
        </p:spPr>
        <p:txBody>
          <a:bodyPr vert="horz" wrap="square" lIns="0" tIns="48260" rIns="0" bIns="0" rtlCol="0">
            <a:spAutoFit/>
          </a:bodyPr>
          <a:lstStyle/>
          <a:p>
            <a:pPr marL="109220" marR="102235" lvl="0" indent="0" algn="ctr" defTabSz="914400" eaLnBrk="1" fontAlgn="auto" latinLnBrk="0" hangingPunct="1">
              <a:lnSpc>
                <a:spcPts val="2630"/>
              </a:lnSpc>
              <a:spcBef>
                <a:spcPts val="380"/>
              </a:spcBef>
              <a:spcAft>
                <a:spcPts val="0"/>
              </a:spcAft>
              <a:buClrTx/>
              <a:buSzTx/>
              <a:buFontTx/>
              <a:buNone/>
              <a:tabLst/>
              <a:defRPr/>
            </a:pPr>
            <a:r>
              <a:rPr kumimoji="0" sz="2200" b="0" i="0" u="none" strike="noStrike" kern="0" cap="none" spc="0" normalizeH="0" baseline="0" noProof="0" dirty="0">
                <a:ln>
                  <a:noFill/>
                </a:ln>
                <a:solidFill>
                  <a:sysClr val="windowText" lastClr="000000"/>
                </a:solidFill>
                <a:effectLst/>
                <a:uLnTx/>
                <a:uFillTx/>
                <a:latin typeface="Calibri"/>
                <a:cs typeface="Calibri"/>
              </a:rPr>
              <a:t>Qu'en</a:t>
            </a:r>
            <a:r>
              <a:rPr kumimoji="0" sz="2200" b="0" i="0" u="none" strike="noStrike" kern="0" cap="none" spc="-10" normalizeH="0" baseline="0" noProof="0" dirty="0">
                <a:ln>
                  <a:noFill/>
                </a:ln>
                <a:solidFill>
                  <a:sysClr val="windowText" lastClr="000000"/>
                </a:solidFill>
                <a:effectLst/>
                <a:uLnTx/>
                <a:uFillTx/>
                <a:latin typeface="Calibri"/>
                <a:cs typeface="Calibri"/>
              </a:rPr>
              <a:t> </a:t>
            </a:r>
            <a:r>
              <a:rPr kumimoji="0" sz="2200" b="0" i="0" u="none" strike="noStrike" kern="0" cap="none" spc="-40" normalizeH="0" baseline="0" noProof="0" dirty="0">
                <a:ln>
                  <a:noFill/>
                </a:ln>
                <a:solidFill>
                  <a:sysClr val="windowText" lastClr="000000"/>
                </a:solidFill>
                <a:effectLst/>
                <a:uLnTx/>
                <a:uFillTx/>
                <a:latin typeface="Calibri"/>
                <a:cs typeface="Calibri"/>
              </a:rPr>
              <a:t>est-</a:t>
            </a:r>
            <a:r>
              <a:rPr kumimoji="0" sz="2200" b="0" i="0" u="none" strike="noStrike" kern="0" cap="none" spc="0" normalizeH="0" baseline="0" noProof="0" dirty="0">
                <a:ln>
                  <a:noFill/>
                </a:ln>
                <a:solidFill>
                  <a:sysClr val="windowText" lastClr="000000"/>
                </a:solidFill>
                <a:effectLst/>
                <a:uLnTx/>
                <a:uFillTx/>
                <a:latin typeface="Calibri"/>
                <a:cs typeface="Calibri"/>
              </a:rPr>
              <a:t>il</a:t>
            </a:r>
            <a:r>
              <a:rPr kumimoji="0" sz="2200" b="0" i="0" u="none" strike="noStrike" kern="0" cap="none" spc="-5" normalizeH="0" baseline="0" noProof="0" dirty="0">
                <a:ln>
                  <a:noFill/>
                </a:ln>
                <a:solidFill>
                  <a:sysClr val="windowText" lastClr="000000"/>
                </a:solidFill>
                <a:effectLst/>
                <a:uLnTx/>
                <a:uFillTx/>
                <a:latin typeface="Calibri"/>
                <a:cs typeface="Calibri"/>
              </a:rPr>
              <a:t> </a:t>
            </a:r>
            <a:r>
              <a:rPr kumimoji="0" sz="2200" b="0" i="0" u="none" strike="noStrike" kern="0" cap="none" spc="0" normalizeH="0" baseline="0" noProof="0" dirty="0">
                <a:ln>
                  <a:noFill/>
                </a:ln>
                <a:solidFill>
                  <a:sysClr val="windowText" lastClr="000000"/>
                </a:solidFill>
                <a:effectLst/>
                <a:uLnTx/>
                <a:uFillTx/>
                <a:latin typeface="Calibri"/>
                <a:cs typeface="Calibri"/>
              </a:rPr>
              <a:t>de</a:t>
            </a:r>
            <a:r>
              <a:rPr kumimoji="0" sz="2200" b="0" i="0" u="none" strike="noStrike" kern="0" cap="none" spc="-5" normalizeH="0" baseline="0" noProof="0" dirty="0">
                <a:ln>
                  <a:noFill/>
                </a:ln>
                <a:solidFill>
                  <a:sysClr val="windowText" lastClr="000000"/>
                </a:solidFill>
                <a:effectLst/>
                <a:uLnTx/>
                <a:uFillTx/>
                <a:latin typeface="Calibri"/>
                <a:cs typeface="Calibri"/>
              </a:rPr>
              <a:t> </a:t>
            </a:r>
            <a:r>
              <a:rPr kumimoji="0" sz="2200" b="0" i="0" u="none" strike="noStrike" kern="0" cap="none" spc="-25" normalizeH="0" baseline="0" noProof="0" dirty="0">
                <a:ln>
                  <a:noFill/>
                </a:ln>
                <a:solidFill>
                  <a:sysClr val="windowText" lastClr="000000"/>
                </a:solidFill>
                <a:effectLst/>
                <a:uLnTx/>
                <a:uFillTx/>
                <a:latin typeface="Calibri"/>
                <a:cs typeface="Calibri"/>
              </a:rPr>
              <a:t>la </a:t>
            </a:r>
            <a:r>
              <a:rPr kumimoji="0" sz="2200" b="0" i="0" u="none" strike="noStrike" kern="0" cap="none" spc="0" normalizeH="0" baseline="0" noProof="0" dirty="0">
                <a:ln>
                  <a:noFill/>
                </a:ln>
                <a:solidFill>
                  <a:sysClr val="windowText" lastClr="000000"/>
                </a:solidFill>
                <a:effectLst/>
                <a:uLnTx/>
                <a:uFillTx/>
                <a:latin typeface="Calibri"/>
                <a:cs typeface="Calibri"/>
              </a:rPr>
              <a:t>sécurité,</a:t>
            </a:r>
            <a:r>
              <a:rPr kumimoji="0" sz="2200" b="0" i="0" u="none" strike="noStrike" kern="0" cap="none" spc="-50" normalizeH="0" baseline="0" noProof="0" dirty="0">
                <a:ln>
                  <a:noFill/>
                </a:ln>
                <a:solidFill>
                  <a:sysClr val="windowText" lastClr="000000"/>
                </a:solidFill>
                <a:effectLst/>
                <a:uLnTx/>
                <a:uFillTx/>
                <a:latin typeface="Calibri"/>
                <a:cs typeface="Calibri"/>
              </a:rPr>
              <a:t> </a:t>
            </a:r>
            <a:r>
              <a:rPr kumimoji="0" sz="2200" b="0" i="0" u="none" strike="noStrike" kern="0" cap="none" spc="0" normalizeH="0" baseline="0" noProof="0" dirty="0">
                <a:ln>
                  <a:noFill/>
                </a:ln>
                <a:solidFill>
                  <a:sysClr val="windowText" lastClr="000000"/>
                </a:solidFill>
                <a:effectLst/>
                <a:uLnTx/>
                <a:uFillTx/>
                <a:latin typeface="Calibri"/>
                <a:cs typeface="Calibri"/>
              </a:rPr>
              <a:t>de</a:t>
            </a:r>
            <a:r>
              <a:rPr kumimoji="0" sz="2200" b="0" i="0" u="none" strike="noStrike" kern="0" cap="none" spc="-45" normalizeH="0" baseline="0" noProof="0" dirty="0">
                <a:ln>
                  <a:noFill/>
                </a:ln>
                <a:solidFill>
                  <a:sysClr val="windowText" lastClr="000000"/>
                </a:solidFill>
                <a:effectLst/>
                <a:uLnTx/>
                <a:uFillTx/>
                <a:latin typeface="Calibri"/>
                <a:cs typeface="Calibri"/>
              </a:rPr>
              <a:t> </a:t>
            </a:r>
            <a:r>
              <a:rPr kumimoji="0" sz="2200" b="0" i="0" u="none" strike="noStrike" kern="0" cap="none" spc="-25" normalizeH="0" baseline="0" noProof="0" dirty="0">
                <a:ln>
                  <a:noFill/>
                </a:ln>
                <a:solidFill>
                  <a:sysClr val="windowText" lastClr="000000"/>
                </a:solidFill>
                <a:effectLst/>
                <a:uLnTx/>
                <a:uFillTx/>
                <a:latin typeface="Calibri"/>
                <a:cs typeface="Calibri"/>
              </a:rPr>
              <a:t>la </a:t>
            </a:r>
            <a:r>
              <a:rPr kumimoji="0" sz="2200" b="0" i="0" u="none" strike="noStrike" kern="0" cap="none" spc="0" normalizeH="0" baseline="0" noProof="0" dirty="0">
                <a:ln>
                  <a:noFill/>
                </a:ln>
                <a:solidFill>
                  <a:sysClr val="windowText" lastClr="000000"/>
                </a:solidFill>
                <a:effectLst/>
                <a:uLnTx/>
                <a:uFillTx/>
                <a:latin typeface="Calibri"/>
                <a:cs typeface="Calibri"/>
              </a:rPr>
              <a:t>gouvernance,</a:t>
            </a:r>
            <a:r>
              <a:rPr kumimoji="0" sz="2200" b="0" i="0" u="none" strike="noStrike" kern="0" cap="none" spc="-60" normalizeH="0" baseline="0" noProof="0" dirty="0">
                <a:ln>
                  <a:noFill/>
                </a:ln>
                <a:solidFill>
                  <a:sysClr val="windowText" lastClr="000000"/>
                </a:solidFill>
                <a:effectLst/>
                <a:uLnTx/>
                <a:uFillTx/>
                <a:latin typeface="Calibri"/>
                <a:cs typeface="Calibri"/>
              </a:rPr>
              <a:t> </a:t>
            </a:r>
            <a:r>
              <a:rPr kumimoji="0" sz="2200" b="0" i="0" u="none" strike="noStrike" kern="0" cap="none" spc="0" normalizeH="0" baseline="0" noProof="0" dirty="0">
                <a:ln>
                  <a:noFill/>
                </a:ln>
                <a:solidFill>
                  <a:sysClr val="windowText" lastClr="000000"/>
                </a:solidFill>
                <a:effectLst/>
                <a:uLnTx/>
                <a:uFillTx/>
                <a:latin typeface="Calibri"/>
                <a:cs typeface="Calibri"/>
              </a:rPr>
              <a:t>de</a:t>
            </a:r>
            <a:r>
              <a:rPr kumimoji="0" sz="2200" b="0" i="0" u="none" strike="noStrike" kern="0" cap="none" spc="-55" normalizeH="0" baseline="0" noProof="0" dirty="0">
                <a:ln>
                  <a:noFill/>
                </a:ln>
                <a:solidFill>
                  <a:sysClr val="windowText" lastClr="000000"/>
                </a:solidFill>
                <a:effectLst/>
                <a:uLnTx/>
                <a:uFillTx/>
                <a:latin typeface="Calibri"/>
                <a:cs typeface="Calibri"/>
              </a:rPr>
              <a:t> </a:t>
            </a:r>
            <a:r>
              <a:rPr kumimoji="0" sz="2200" b="0" i="0" u="none" strike="noStrike" kern="0" cap="none" spc="-25" normalizeH="0" baseline="0" noProof="0" dirty="0">
                <a:ln>
                  <a:noFill/>
                </a:ln>
                <a:solidFill>
                  <a:sysClr val="windowText" lastClr="000000"/>
                </a:solidFill>
                <a:effectLst/>
                <a:uLnTx/>
                <a:uFillTx/>
                <a:latin typeface="Calibri"/>
                <a:cs typeface="Calibri"/>
              </a:rPr>
              <a:t>la </a:t>
            </a:r>
            <a:r>
              <a:rPr kumimoji="0" sz="2200" b="0" i="0" u="none" strike="noStrike" kern="0" cap="none" spc="0" normalizeH="0" baseline="0" noProof="0" dirty="0">
                <a:ln>
                  <a:noFill/>
                </a:ln>
                <a:solidFill>
                  <a:sysClr val="windowText" lastClr="000000"/>
                </a:solidFill>
                <a:effectLst/>
                <a:uLnTx/>
                <a:uFillTx/>
                <a:latin typeface="Calibri"/>
                <a:cs typeface="Calibri"/>
              </a:rPr>
              <a:t>gestion</a:t>
            </a:r>
            <a:r>
              <a:rPr kumimoji="0" sz="2200" b="0" i="0" u="none" strike="noStrike" kern="0" cap="none" spc="-55" normalizeH="0" baseline="0" noProof="0" dirty="0">
                <a:ln>
                  <a:noFill/>
                </a:ln>
                <a:solidFill>
                  <a:sysClr val="windowText" lastClr="000000"/>
                </a:solidFill>
                <a:effectLst/>
                <a:uLnTx/>
                <a:uFillTx/>
                <a:latin typeface="Calibri"/>
                <a:cs typeface="Calibri"/>
              </a:rPr>
              <a:t> </a:t>
            </a:r>
            <a:r>
              <a:rPr kumimoji="0" sz="2200" b="0" i="0" u="none" strike="noStrike" kern="0" cap="none" spc="0" normalizeH="0" baseline="0" noProof="0" dirty="0">
                <a:ln>
                  <a:noFill/>
                </a:ln>
                <a:solidFill>
                  <a:sysClr val="windowText" lastClr="000000"/>
                </a:solidFill>
                <a:effectLst/>
                <a:uLnTx/>
                <a:uFillTx/>
                <a:latin typeface="Calibri"/>
                <a:cs typeface="Calibri"/>
              </a:rPr>
              <a:t>des</a:t>
            </a:r>
            <a:r>
              <a:rPr kumimoji="0" sz="2200" b="0" i="0" u="none" strike="noStrike" kern="0" cap="none" spc="-55" normalizeH="0" baseline="0" noProof="0" dirty="0">
                <a:ln>
                  <a:noFill/>
                </a:ln>
                <a:solidFill>
                  <a:sysClr val="windowText" lastClr="000000"/>
                </a:solidFill>
                <a:effectLst/>
                <a:uLnTx/>
                <a:uFillTx/>
                <a:latin typeface="Calibri"/>
                <a:cs typeface="Calibri"/>
              </a:rPr>
              <a:t> </a:t>
            </a:r>
            <a:r>
              <a:rPr kumimoji="0" sz="2200" b="0" i="0" u="none" strike="noStrike" kern="0" cap="none" spc="0" normalizeH="0" baseline="0" noProof="0" dirty="0">
                <a:ln>
                  <a:noFill/>
                </a:ln>
                <a:solidFill>
                  <a:sysClr val="windowText" lastClr="000000"/>
                </a:solidFill>
                <a:effectLst/>
                <a:uLnTx/>
                <a:uFillTx/>
                <a:latin typeface="Calibri"/>
                <a:cs typeface="Calibri"/>
              </a:rPr>
              <a:t>risques</a:t>
            </a:r>
            <a:r>
              <a:rPr kumimoji="0" sz="2200" b="0" i="0" u="none" strike="noStrike" kern="0" cap="none" spc="-55" normalizeH="0" baseline="0" noProof="0" dirty="0">
                <a:ln>
                  <a:noFill/>
                </a:ln>
                <a:solidFill>
                  <a:sysClr val="windowText" lastClr="000000"/>
                </a:solidFill>
                <a:effectLst/>
                <a:uLnTx/>
                <a:uFillTx/>
                <a:latin typeface="Calibri"/>
                <a:cs typeface="Calibri"/>
              </a:rPr>
              <a:t> </a:t>
            </a:r>
            <a:r>
              <a:rPr kumimoji="0" sz="2200" b="0" i="0" u="none" strike="noStrike" kern="0" cap="none" spc="0" normalizeH="0" baseline="0" noProof="0" dirty="0">
                <a:ln>
                  <a:noFill/>
                </a:ln>
                <a:solidFill>
                  <a:sysClr val="windowText" lastClr="000000"/>
                </a:solidFill>
                <a:effectLst/>
                <a:uLnTx/>
                <a:uFillTx/>
                <a:latin typeface="Calibri"/>
                <a:cs typeface="Calibri"/>
              </a:rPr>
              <a:t>et</a:t>
            </a:r>
            <a:r>
              <a:rPr kumimoji="0" sz="2200" b="0" i="0" u="none" strike="noStrike" kern="0" cap="none" spc="-55" normalizeH="0" baseline="0" noProof="0" dirty="0">
                <a:ln>
                  <a:noFill/>
                </a:ln>
                <a:solidFill>
                  <a:sysClr val="windowText" lastClr="000000"/>
                </a:solidFill>
                <a:effectLst/>
                <a:uLnTx/>
                <a:uFillTx/>
                <a:latin typeface="Calibri"/>
                <a:cs typeface="Calibri"/>
              </a:rPr>
              <a:t> </a:t>
            </a:r>
            <a:r>
              <a:rPr kumimoji="0" sz="2200" b="0" i="0" u="none" strike="noStrike" kern="0" cap="none" spc="-25" normalizeH="0" baseline="0" noProof="0" dirty="0">
                <a:ln>
                  <a:noFill/>
                </a:ln>
                <a:solidFill>
                  <a:sysClr val="windowText" lastClr="000000"/>
                </a:solidFill>
                <a:effectLst/>
                <a:uLnTx/>
                <a:uFillTx/>
                <a:latin typeface="Calibri"/>
                <a:cs typeface="Calibri"/>
              </a:rPr>
              <a:t>de </a:t>
            </a:r>
            <a:r>
              <a:rPr kumimoji="0" sz="2200" b="0" i="0" u="none" strike="noStrike" kern="0" cap="none" spc="0" normalizeH="0" baseline="0" noProof="0" dirty="0">
                <a:ln>
                  <a:noFill/>
                </a:ln>
                <a:solidFill>
                  <a:sysClr val="windowText" lastClr="000000"/>
                </a:solidFill>
                <a:effectLst/>
                <a:uLnTx/>
                <a:uFillTx/>
                <a:latin typeface="Calibri"/>
                <a:cs typeface="Calibri"/>
              </a:rPr>
              <a:t>la</a:t>
            </a:r>
            <a:r>
              <a:rPr kumimoji="0" sz="2200" b="0" i="0" u="none" strike="noStrike" kern="0" cap="none" spc="-30" normalizeH="0" baseline="0" noProof="0" dirty="0">
                <a:ln>
                  <a:noFill/>
                </a:ln>
                <a:solidFill>
                  <a:sysClr val="windowText" lastClr="000000"/>
                </a:solidFill>
                <a:effectLst/>
                <a:uLnTx/>
                <a:uFillTx/>
                <a:latin typeface="Calibri"/>
                <a:cs typeface="Calibri"/>
              </a:rPr>
              <a:t> </a:t>
            </a:r>
            <a:r>
              <a:rPr kumimoji="0" sz="2200" b="0" i="0" u="none" strike="noStrike" kern="0" cap="none" spc="-10" normalizeH="0" baseline="0" noProof="0" dirty="0">
                <a:ln>
                  <a:noFill/>
                </a:ln>
                <a:solidFill>
                  <a:sysClr val="windowText" lastClr="000000"/>
                </a:solidFill>
                <a:effectLst/>
                <a:uLnTx/>
                <a:uFillTx/>
                <a:latin typeface="Calibri"/>
                <a:cs typeface="Calibri"/>
              </a:rPr>
              <a:t>conformité</a:t>
            </a:r>
            <a:r>
              <a:rPr kumimoji="0" sz="2200" b="0" i="0" u="none" strike="noStrike" kern="0" cap="none" spc="-30" normalizeH="0" baseline="0" noProof="0" dirty="0">
                <a:ln>
                  <a:noFill/>
                </a:ln>
                <a:solidFill>
                  <a:sysClr val="windowText" lastClr="000000"/>
                </a:solidFill>
                <a:effectLst/>
                <a:uLnTx/>
                <a:uFillTx/>
                <a:latin typeface="Calibri"/>
                <a:cs typeface="Calibri"/>
              </a:rPr>
              <a:t> </a:t>
            </a:r>
            <a:r>
              <a:rPr kumimoji="0" sz="2200" b="0" i="0" u="none" strike="noStrike" kern="0" cap="none" spc="-50" normalizeH="0" baseline="0" noProof="0" dirty="0">
                <a:ln>
                  <a:noFill/>
                </a:ln>
                <a:solidFill>
                  <a:sysClr val="windowText" lastClr="000000"/>
                </a:solidFill>
                <a:effectLst/>
                <a:uLnTx/>
                <a:uFillTx/>
                <a:latin typeface="Calibri"/>
                <a:cs typeface="Calibri"/>
              </a:rPr>
              <a:t>?</a:t>
            </a:r>
            <a:endParaRPr kumimoji="0" sz="2200" b="0" i="0" u="none" strike="noStrike" kern="0" cap="none" spc="0" normalizeH="0" baseline="0" noProof="0">
              <a:ln>
                <a:noFill/>
              </a:ln>
              <a:solidFill>
                <a:sysClr val="windowText" lastClr="000000"/>
              </a:solidFill>
              <a:effectLst/>
              <a:uLnTx/>
              <a:uFillTx/>
              <a:latin typeface="Calibri"/>
              <a:cs typeface="Calibri"/>
            </a:endParaRPr>
          </a:p>
          <a:p>
            <a:pPr marL="0" marR="0" lvl="0" indent="0" algn="ctr" defTabSz="914400" eaLnBrk="1" fontAlgn="auto" latinLnBrk="0" hangingPunct="1">
              <a:lnSpc>
                <a:spcPts val="2520"/>
              </a:lnSpc>
              <a:spcBef>
                <a:spcPts val="0"/>
              </a:spcBef>
              <a:spcAft>
                <a:spcPts val="0"/>
              </a:spcAft>
              <a:buClrTx/>
              <a:buSzTx/>
              <a:buFontTx/>
              <a:buNone/>
              <a:tabLst/>
              <a:defRPr/>
            </a:pPr>
            <a:r>
              <a:rPr kumimoji="0" sz="2200" b="0" i="0" u="none" strike="noStrike" kern="0" cap="none" spc="0" normalizeH="0" baseline="0" noProof="0" dirty="0">
                <a:ln>
                  <a:noFill/>
                </a:ln>
                <a:solidFill>
                  <a:sysClr val="windowText" lastClr="000000"/>
                </a:solidFill>
                <a:effectLst/>
                <a:uLnTx/>
                <a:uFillTx/>
                <a:latin typeface="Calibri"/>
                <a:cs typeface="Calibri"/>
              </a:rPr>
              <a:t>Que</a:t>
            </a:r>
            <a:r>
              <a:rPr kumimoji="0" sz="2200" b="0" i="0" u="none" strike="noStrike" kern="0" cap="none" spc="5" normalizeH="0" baseline="0" noProof="0" dirty="0">
                <a:ln>
                  <a:noFill/>
                </a:ln>
                <a:solidFill>
                  <a:sysClr val="windowText" lastClr="000000"/>
                </a:solidFill>
                <a:effectLst/>
                <a:uLnTx/>
                <a:uFillTx/>
                <a:latin typeface="Calibri"/>
                <a:cs typeface="Calibri"/>
              </a:rPr>
              <a:t> </a:t>
            </a:r>
            <a:r>
              <a:rPr kumimoji="0" sz="2200" b="0" i="0" u="none" strike="noStrike" kern="0" cap="none" spc="-25" normalizeH="0" baseline="0" noProof="0" dirty="0">
                <a:ln>
                  <a:noFill/>
                </a:ln>
                <a:solidFill>
                  <a:sysClr val="windowText" lastClr="000000"/>
                </a:solidFill>
                <a:effectLst/>
                <a:uLnTx/>
                <a:uFillTx/>
                <a:latin typeface="Calibri"/>
                <a:cs typeface="Calibri"/>
              </a:rPr>
              <a:t>veulent-</a:t>
            </a:r>
            <a:r>
              <a:rPr kumimoji="0" sz="2200" b="0" i="0" u="none" strike="noStrike" kern="0" cap="none" spc="0" normalizeH="0" baseline="0" noProof="0" dirty="0">
                <a:ln>
                  <a:noFill/>
                </a:ln>
                <a:solidFill>
                  <a:sysClr val="windowText" lastClr="000000"/>
                </a:solidFill>
                <a:effectLst/>
                <a:uLnTx/>
                <a:uFillTx/>
                <a:latin typeface="Calibri"/>
                <a:cs typeface="Calibri"/>
              </a:rPr>
              <a:t>ils</a:t>
            </a:r>
            <a:r>
              <a:rPr kumimoji="0" sz="2200" b="0" i="0" u="none" strike="noStrike" kern="0" cap="none" spc="10" normalizeH="0" baseline="0" noProof="0" dirty="0">
                <a:ln>
                  <a:noFill/>
                </a:ln>
                <a:solidFill>
                  <a:sysClr val="windowText" lastClr="000000"/>
                </a:solidFill>
                <a:effectLst/>
                <a:uLnTx/>
                <a:uFillTx/>
                <a:latin typeface="Calibri"/>
                <a:cs typeface="Calibri"/>
              </a:rPr>
              <a:t> </a:t>
            </a:r>
            <a:r>
              <a:rPr kumimoji="0" sz="2200" b="0" i="0" u="none" strike="noStrike" kern="0" cap="none" spc="-50" normalizeH="0" baseline="0" noProof="0" dirty="0">
                <a:ln>
                  <a:noFill/>
                </a:ln>
                <a:solidFill>
                  <a:sysClr val="windowText" lastClr="000000"/>
                </a:solidFill>
                <a:effectLst/>
                <a:uLnTx/>
                <a:uFillTx/>
                <a:latin typeface="Calibri"/>
                <a:cs typeface="Calibri"/>
              </a:rPr>
              <a:t>?</a:t>
            </a:r>
            <a:endParaRPr kumimoji="0" sz="2200" b="0" i="0" u="none" strike="noStrike" kern="0" cap="none" spc="0" normalizeH="0" baseline="0" noProof="0">
              <a:ln>
                <a:noFill/>
              </a:ln>
              <a:solidFill>
                <a:sysClr val="windowText" lastClr="000000"/>
              </a:solidFill>
              <a:effectLst/>
              <a:uLnTx/>
              <a:uFillTx/>
              <a:latin typeface="Calibri"/>
              <a:cs typeface="Calibri"/>
            </a:endParaRPr>
          </a:p>
        </p:txBody>
      </p:sp>
    </p:spTree>
    <p:extLst>
      <p:ext uri="{BB962C8B-B14F-4D97-AF65-F5344CB8AC3E}">
        <p14:creationId xmlns:p14="http://schemas.microsoft.com/office/powerpoint/2010/main" val="14478722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538325" y="3353037"/>
            <a:ext cx="5755005" cy="894080"/>
            <a:chOff x="2538325" y="3353037"/>
            <a:chExt cx="5755005" cy="894080"/>
          </a:xfrm>
        </p:grpSpPr>
        <p:pic>
          <p:nvPicPr>
            <p:cNvPr id="3" name="object 3"/>
            <p:cNvPicPr/>
            <p:nvPr/>
          </p:nvPicPr>
          <p:blipFill>
            <a:blip r:embed="rId2" cstate="print"/>
            <a:stretch>
              <a:fillRect/>
            </a:stretch>
          </p:blipFill>
          <p:spPr>
            <a:xfrm>
              <a:off x="4456138" y="3484257"/>
              <a:ext cx="1918879" cy="762311"/>
            </a:xfrm>
            <a:prstGeom prst="rect">
              <a:avLst/>
            </a:prstGeom>
          </p:spPr>
        </p:pic>
        <p:sp>
          <p:nvSpPr>
            <p:cNvPr id="4" name="object 4"/>
            <p:cNvSpPr/>
            <p:nvPr/>
          </p:nvSpPr>
          <p:spPr>
            <a:xfrm>
              <a:off x="4524712" y="3529832"/>
              <a:ext cx="1781810" cy="625475"/>
            </a:xfrm>
            <a:custGeom>
              <a:avLst/>
              <a:gdLst/>
              <a:ahLst/>
              <a:cxnLst/>
              <a:rect l="l" t="t" r="r" b="b"/>
              <a:pathLst>
                <a:path w="1781810" h="625475">
                  <a:moveTo>
                    <a:pt x="0" y="625160"/>
                  </a:moveTo>
                  <a:lnTo>
                    <a:pt x="890864" y="0"/>
                  </a:lnTo>
                  <a:lnTo>
                    <a:pt x="1781728" y="625160"/>
                  </a:lnTo>
                  <a:lnTo>
                    <a:pt x="0" y="625160"/>
                  </a:lnTo>
                  <a:close/>
                </a:path>
              </a:pathLst>
            </a:custGeom>
            <a:ln w="57149">
              <a:solidFill>
                <a:srgbClr val="3E3E3E"/>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5" name="object 5"/>
            <p:cNvPicPr/>
            <p:nvPr/>
          </p:nvPicPr>
          <p:blipFill>
            <a:blip r:embed="rId3" cstate="print"/>
            <a:stretch>
              <a:fillRect/>
            </a:stretch>
          </p:blipFill>
          <p:spPr>
            <a:xfrm>
              <a:off x="2538325" y="3353037"/>
              <a:ext cx="5754503" cy="232475"/>
            </a:xfrm>
            <a:prstGeom prst="rect">
              <a:avLst/>
            </a:prstGeom>
          </p:spPr>
        </p:pic>
      </p:grpSp>
      <p:sp>
        <p:nvSpPr>
          <p:cNvPr id="6" name="object 6"/>
          <p:cNvSpPr txBox="1"/>
          <p:nvPr/>
        </p:nvSpPr>
        <p:spPr>
          <a:xfrm>
            <a:off x="466373"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fr-FR" sz="2400" b="0" i="0" u="none" strike="noStrike" kern="0" cap="none" spc="0" normalizeH="0" baseline="0" noProof="0" dirty="0">
                <a:ln>
                  <a:noFill/>
                </a:ln>
                <a:solidFill>
                  <a:sysClr val="windowText" lastClr="000000"/>
                </a:solidFill>
                <a:effectLst/>
                <a:uLnTx/>
                <a:uFillTx/>
                <a:latin typeface="Calibri"/>
                <a:cs typeface="Calibri"/>
              </a:rPr>
              <a:t>1</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7" name="object 7"/>
          <p:cNvSpPr txBox="1"/>
          <p:nvPr/>
        </p:nvSpPr>
        <p:spPr>
          <a:xfrm>
            <a:off x="1056640" y="1085850"/>
            <a:ext cx="2512695" cy="33020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000" b="0" i="0" u="none" strike="noStrike" kern="0" cap="none" spc="110" normalizeH="0" baseline="0" noProof="0" dirty="0">
                <a:ln>
                  <a:noFill/>
                </a:ln>
                <a:solidFill>
                  <a:srgbClr val="12717A"/>
                </a:solidFill>
                <a:effectLst/>
                <a:uLnTx/>
                <a:uFillTx/>
                <a:latin typeface="Calibri"/>
                <a:cs typeface="Calibri"/>
              </a:rPr>
              <a:t>Le</a:t>
            </a:r>
            <a:r>
              <a:rPr kumimoji="0" sz="2000" b="0" i="0" u="none" strike="noStrike" kern="0" cap="none" spc="90" normalizeH="0" baseline="0" noProof="0" dirty="0">
                <a:ln>
                  <a:noFill/>
                </a:ln>
                <a:solidFill>
                  <a:srgbClr val="12717A"/>
                </a:solidFill>
                <a:effectLst/>
                <a:uLnTx/>
                <a:uFillTx/>
                <a:latin typeface="Calibri"/>
                <a:cs typeface="Calibri"/>
              </a:rPr>
              <a:t> </a:t>
            </a:r>
            <a:r>
              <a:rPr kumimoji="0" sz="2000" b="0" i="0" u="none" strike="noStrike" kern="0" cap="none" spc="0" normalizeH="0" baseline="0" noProof="0" dirty="0">
                <a:ln>
                  <a:noFill/>
                </a:ln>
                <a:solidFill>
                  <a:srgbClr val="12717A"/>
                </a:solidFill>
                <a:effectLst/>
                <a:uLnTx/>
                <a:uFillTx/>
                <a:latin typeface="Calibri"/>
                <a:cs typeface="Calibri"/>
              </a:rPr>
              <a:t>mur</a:t>
            </a:r>
            <a:r>
              <a:rPr kumimoji="0" sz="2000" b="0" i="0" u="none" strike="noStrike" kern="0" cap="none" spc="90" normalizeH="0" baseline="0" noProof="0" dirty="0">
                <a:ln>
                  <a:noFill/>
                </a:ln>
                <a:solidFill>
                  <a:srgbClr val="12717A"/>
                </a:solidFill>
                <a:effectLst/>
                <a:uLnTx/>
                <a:uFillTx/>
                <a:latin typeface="Calibri"/>
                <a:cs typeface="Calibri"/>
              </a:rPr>
              <a:t> </a:t>
            </a:r>
            <a:r>
              <a:rPr kumimoji="0" sz="2000" b="0" i="0" u="none" strike="noStrike" kern="0" cap="none" spc="55" normalizeH="0" baseline="0" noProof="0" dirty="0">
                <a:ln>
                  <a:noFill/>
                </a:ln>
                <a:solidFill>
                  <a:srgbClr val="12717A"/>
                </a:solidFill>
                <a:effectLst/>
                <a:uLnTx/>
                <a:uFillTx/>
                <a:latin typeface="Calibri"/>
                <a:cs typeface="Calibri"/>
              </a:rPr>
              <a:t>de</a:t>
            </a:r>
            <a:r>
              <a:rPr kumimoji="0" sz="2000" b="0" i="0" u="none" strike="noStrike" kern="0" cap="none" spc="95" normalizeH="0" baseline="0" noProof="0" dirty="0">
                <a:ln>
                  <a:noFill/>
                </a:ln>
                <a:solidFill>
                  <a:srgbClr val="12717A"/>
                </a:solidFill>
                <a:effectLst/>
                <a:uLnTx/>
                <a:uFillTx/>
                <a:latin typeface="Calibri"/>
                <a:cs typeface="Calibri"/>
              </a:rPr>
              <a:t> </a:t>
            </a:r>
            <a:r>
              <a:rPr kumimoji="0" sz="2000" b="0" i="0" u="none" strike="noStrike" kern="0" cap="none" spc="0" normalizeH="0" baseline="0" noProof="0" dirty="0">
                <a:ln>
                  <a:noFill/>
                </a:ln>
                <a:solidFill>
                  <a:srgbClr val="12717A"/>
                </a:solidFill>
                <a:effectLst/>
                <a:uLnTx/>
                <a:uFillTx/>
                <a:latin typeface="Calibri"/>
                <a:cs typeface="Calibri"/>
              </a:rPr>
              <a:t>la</a:t>
            </a:r>
            <a:r>
              <a:rPr kumimoji="0" sz="2000" b="0" i="0" u="none" strike="noStrike" kern="0" cap="none" spc="90" normalizeH="0" baseline="0" noProof="0" dirty="0">
                <a:ln>
                  <a:noFill/>
                </a:ln>
                <a:solidFill>
                  <a:srgbClr val="12717A"/>
                </a:solidFill>
                <a:effectLst/>
                <a:uLnTx/>
                <a:uFillTx/>
                <a:latin typeface="Calibri"/>
                <a:cs typeface="Calibri"/>
              </a:rPr>
              <a:t> </a:t>
            </a:r>
            <a:r>
              <a:rPr kumimoji="0" sz="2000" b="0" i="0" u="none" strike="noStrike" kern="0" cap="none" spc="-10" normalizeH="0" baseline="0" noProof="0" dirty="0">
                <a:ln>
                  <a:noFill/>
                </a:ln>
                <a:solidFill>
                  <a:srgbClr val="12717A"/>
                </a:solidFill>
                <a:effectLst/>
                <a:uLnTx/>
                <a:uFillTx/>
                <a:latin typeface="Calibri"/>
                <a:cs typeface="Calibri"/>
              </a:rPr>
              <a:t>confusion</a:t>
            </a:r>
            <a:endParaRPr kumimoji="0" sz="2000" b="0" i="0" u="none" strike="noStrike" kern="0" cap="none" spc="0" normalizeH="0" baseline="0" noProof="0" dirty="0">
              <a:ln>
                <a:noFill/>
              </a:ln>
              <a:solidFill>
                <a:sysClr val="windowText" lastClr="000000"/>
              </a:solidFill>
              <a:effectLst/>
              <a:uLnTx/>
              <a:uFillTx/>
              <a:latin typeface="Calibri"/>
              <a:cs typeface="Calibri"/>
            </a:endParaRPr>
          </a:p>
        </p:txBody>
      </p:sp>
      <p:grpSp>
        <p:nvGrpSpPr>
          <p:cNvPr id="8" name="object 8"/>
          <p:cNvGrpSpPr/>
          <p:nvPr/>
        </p:nvGrpSpPr>
        <p:grpSpPr>
          <a:xfrm>
            <a:off x="2578325" y="3370037"/>
            <a:ext cx="5674995" cy="153035"/>
            <a:chOff x="2578325" y="3370037"/>
            <a:chExt cx="5674995" cy="153035"/>
          </a:xfrm>
        </p:grpSpPr>
        <p:sp>
          <p:nvSpPr>
            <p:cNvPr id="9" name="object 9"/>
            <p:cNvSpPr/>
            <p:nvPr/>
          </p:nvSpPr>
          <p:spPr>
            <a:xfrm>
              <a:off x="2583088" y="3374799"/>
              <a:ext cx="5665470" cy="143510"/>
            </a:xfrm>
            <a:custGeom>
              <a:avLst/>
              <a:gdLst/>
              <a:ahLst/>
              <a:cxnLst/>
              <a:rect l="l" t="t" r="r" b="b"/>
              <a:pathLst>
                <a:path w="5665470" h="143510">
                  <a:moveTo>
                    <a:pt x="5664978" y="142949"/>
                  </a:moveTo>
                  <a:lnTo>
                    <a:pt x="0" y="142949"/>
                  </a:lnTo>
                  <a:lnTo>
                    <a:pt x="0" y="0"/>
                  </a:lnTo>
                  <a:lnTo>
                    <a:pt x="5664978" y="0"/>
                  </a:lnTo>
                  <a:lnTo>
                    <a:pt x="5664978" y="142949"/>
                  </a:lnTo>
                  <a:close/>
                </a:path>
              </a:pathLst>
            </a:custGeom>
            <a:solidFill>
              <a:srgbClr val="FFA63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 name="object 10"/>
            <p:cNvSpPr/>
            <p:nvPr/>
          </p:nvSpPr>
          <p:spPr>
            <a:xfrm>
              <a:off x="2583088" y="3374799"/>
              <a:ext cx="5665470" cy="143510"/>
            </a:xfrm>
            <a:custGeom>
              <a:avLst/>
              <a:gdLst/>
              <a:ahLst/>
              <a:cxnLst/>
              <a:rect l="l" t="t" r="r" b="b"/>
              <a:pathLst>
                <a:path w="5665470" h="143510">
                  <a:moveTo>
                    <a:pt x="5664978" y="142949"/>
                  </a:moveTo>
                  <a:lnTo>
                    <a:pt x="0" y="142949"/>
                  </a:lnTo>
                  <a:lnTo>
                    <a:pt x="0" y="0"/>
                  </a:lnTo>
                  <a:lnTo>
                    <a:pt x="5664978" y="0"/>
                  </a:lnTo>
                  <a:lnTo>
                    <a:pt x="5664978" y="142949"/>
                  </a:lnTo>
                  <a:close/>
                </a:path>
              </a:pathLst>
            </a:custGeom>
            <a:ln w="9524">
              <a:solidFill>
                <a:srgbClr val="F69646"/>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1" name="object 11"/>
          <p:cNvSpPr txBox="1"/>
          <p:nvPr/>
        </p:nvSpPr>
        <p:spPr>
          <a:xfrm>
            <a:off x="3904269" y="2942326"/>
            <a:ext cx="3058795" cy="382270"/>
          </a:xfrm>
          <a:prstGeom prst="rect">
            <a:avLst/>
          </a:prstGeom>
        </p:spPr>
        <p:txBody>
          <a:bodyPr vert="horz" wrap="square" lIns="0" tIns="17145" rIns="0" bIns="0" rtlCol="0">
            <a:spAutoFit/>
          </a:bodyPr>
          <a:lstStyle/>
          <a:p>
            <a:pPr marL="12700" marR="0" lvl="0" indent="0" defTabSz="914400" eaLnBrk="1" fontAlgn="auto" latinLnBrk="0" hangingPunct="1">
              <a:lnSpc>
                <a:spcPct val="100000"/>
              </a:lnSpc>
              <a:spcBef>
                <a:spcPts val="135"/>
              </a:spcBef>
              <a:spcAft>
                <a:spcPts val="0"/>
              </a:spcAft>
              <a:buClrTx/>
              <a:buSzTx/>
              <a:buFontTx/>
              <a:buNone/>
              <a:tabLst/>
              <a:defRPr/>
            </a:pPr>
            <a:r>
              <a:rPr kumimoji="0" sz="2300" b="1" i="0" u="none" strike="noStrike" kern="0" cap="none" spc="0" normalizeH="0" baseline="0" noProof="0" dirty="0">
                <a:ln>
                  <a:noFill/>
                </a:ln>
                <a:solidFill>
                  <a:srgbClr val="404040"/>
                </a:solidFill>
                <a:effectLst/>
                <a:uLnTx/>
                <a:uFillTx/>
                <a:latin typeface="Tw Cen MT Bold"/>
                <a:cs typeface="Tw Cen MT Bold"/>
              </a:rPr>
              <a:t>Quels</a:t>
            </a:r>
            <a:r>
              <a:rPr kumimoji="0" sz="2300" b="1" i="0" u="none" strike="noStrike" kern="0" cap="none" spc="35" normalizeH="0" baseline="0" noProof="0" dirty="0">
                <a:ln>
                  <a:noFill/>
                </a:ln>
                <a:solidFill>
                  <a:srgbClr val="404040"/>
                </a:solidFill>
                <a:effectLst/>
                <a:uLnTx/>
                <a:uFillTx/>
                <a:latin typeface="Tw Cen MT Bold"/>
                <a:cs typeface="Tw Cen MT Bold"/>
              </a:rPr>
              <a:t> </a:t>
            </a:r>
            <a:r>
              <a:rPr kumimoji="0" sz="2300" b="1" i="0" u="none" strike="noStrike" kern="0" cap="none" spc="0" normalizeH="0" baseline="0" noProof="0" dirty="0">
                <a:ln>
                  <a:noFill/>
                </a:ln>
                <a:solidFill>
                  <a:srgbClr val="404040"/>
                </a:solidFill>
                <a:effectLst/>
                <a:uLnTx/>
                <a:uFillTx/>
                <a:latin typeface="Tw Cen MT Bold"/>
                <a:cs typeface="Tw Cen MT Bold"/>
              </a:rPr>
              <a:t>sont</a:t>
            </a:r>
            <a:r>
              <a:rPr kumimoji="0" sz="2300" b="1" i="0" u="none" strike="noStrike" kern="0" cap="none" spc="35" normalizeH="0" baseline="0" noProof="0" dirty="0">
                <a:ln>
                  <a:noFill/>
                </a:ln>
                <a:solidFill>
                  <a:srgbClr val="404040"/>
                </a:solidFill>
                <a:effectLst/>
                <a:uLnTx/>
                <a:uFillTx/>
                <a:latin typeface="Tw Cen MT Bold"/>
                <a:cs typeface="Tw Cen MT Bold"/>
              </a:rPr>
              <a:t> </a:t>
            </a:r>
            <a:r>
              <a:rPr kumimoji="0" sz="2300" b="1" i="0" u="none" strike="noStrike" kern="0" cap="none" spc="0" normalizeH="0" baseline="0" noProof="0" dirty="0">
                <a:ln>
                  <a:noFill/>
                </a:ln>
                <a:solidFill>
                  <a:srgbClr val="404040"/>
                </a:solidFill>
                <a:effectLst/>
                <a:uLnTx/>
                <a:uFillTx/>
                <a:latin typeface="Tw Cen MT Bold"/>
                <a:cs typeface="Tw Cen MT Bold"/>
              </a:rPr>
              <a:t>les</a:t>
            </a:r>
            <a:r>
              <a:rPr kumimoji="0" sz="2300" b="1" i="0" u="none" strike="noStrike" kern="0" cap="none" spc="35" normalizeH="0" baseline="0" noProof="0" dirty="0">
                <a:ln>
                  <a:noFill/>
                </a:ln>
                <a:solidFill>
                  <a:srgbClr val="404040"/>
                </a:solidFill>
                <a:effectLst/>
                <a:uLnTx/>
                <a:uFillTx/>
                <a:latin typeface="Tw Cen MT Bold"/>
                <a:cs typeface="Tw Cen MT Bold"/>
              </a:rPr>
              <a:t> </a:t>
            </a:r>
            <a:r>
              <a:rPr kumimoji="0" sz="2300" b="1" i="0" u="none" strike="noStrike" kern="0" cap="none" spc="0" normalizeH="0" baseline="0" noProof="0" dirty="0">
                <a:ln>
                  <a:noFill/>
                </a:ln>
                <a:solidFill>
                  <a:srgbClr val="404040"/>
                </a:solidFill>
                <a:effectLst/>
                <a:uLnTx/>
                <a:uFillTx/>
                <a:latin typeface="Tw Cen MT Bold"/>
                <a:cs typeface="Tw Cen MT Bold"/>
              </a:rPr>
              <a:t>dangers</a:t>
            </a:r>
            <a:r>
              <a:rPr kumimoji="0" sz="2300" b="1" i="0" u="none" strike="noStrike" kern="0" cap="none" spc="40" normalizeH="0" baseline="0" noProof="0" dirty="0">
                <a:ln>
                  <a:noFill/>
                </a:ln>
                <a:solidFill>
                  <a:srgbClr val="404040"/>
                </a:solidFill>
                <a:effectLst/>
                <a:uLnTx/>
                <a:uFillTx/>
                <a:latin typeface="Tw Cen MT Bold"/>
                <a:cs typeface="Tw Cen MT Bold"/>
              </a:rPr>
              <a:t> </a:t>
            </a:r>
            <a:r>
              <a:rPr kumimoji="0" sz="2300" b="1" i="0" u="none" strike="noStrike" kern="0" cap="none" spc="-50" normalizeH="0" baseline="0" noProof="0" dirty="0">
                <a:ln>
                  <a:noFill/>
                </a:ln>
                <a:solidFill>
                  <a:srgbClr val="404040"/>
                </a:solidFill>
                <a:effectLst/>
                <a:uLnTx/>
                <a:uFillTx/>
                <a:latin typeface="Tw Cen MT Bold"/>
                <a:cs typeface="Tw Cen MT Bold"/>
              </a:rPr>
              <a:t>?</a:t>
            </a:r>
            <a:endParaRPr kumimoji="0" sz="2300" b="0" i="0" u="none" strike="noStrike" kern="0" cap="none" spc="0" normalizeH="0" baseline="0" noProof="0">
              <a:ln>
                <a:noFill/>
              </a:ln>
              <a:solidFill>
                <a:sysClr val="windowText" lastClr="000000"/>
              </a:solidFill>
              <a:effectLst/>
              <a:uLnTx/>
              <a:uFillTx/>
              <a:latin typeface="Tw Cen MT Bold"/>
              <a:cs typeface="Tw Cen MT Bold"/>
            </a:endParaRPr>
          </a:p>
        </p:txBody>
      </p:sp>
      <p:sp>
        <p:nvSpPr>
          <p:cNvPr id="12" name="object 12"/>
          <p:cNvSpPr txBox="1"/>
          <p:nvPr/>
        </p:nvSpPr>
        <p:spPr>
          <a:xfrm>
            <a:off x="8656532" y="2924609"/>
            <a:ext cx="1306830" cy="734695"/>
          </a:xfrm>
          <a:prstGeom prst="rect">
            <a:avLst/>
          </a:prstGeom>
        </p:spPr>
        <p:txBody>
          <a:bodyPr vert="horz" wrap="square" lIns="0" tIns="15875" rIns="0" bIns="0" rtlCol="0">
            <a:spAutoFit/>
          </a:bodyPr>
          <a:lstStyle/>
          <a:p>
            <a:pPr marL="12700" marR="5080" lvl="0" indent="1905" defTabSz="914400" eaLnBrk="1" fontAlgn="auto" latinLnBrk="0" hangingPunct="1">
              <a:lnSpc>
                <a:spcPct val="100499"/>
              </a:lnSpc>
              <a:spcBef>
                <a:spcPts val="125"/>
              </a:spcBef>
              <a:spcAft>
                <a:spcPts val="0"/>
              </a:spcAft>
              <a:buClrTx/>
              <a:buSzTx/>
              <a:buFontTx/>
              <a:buNone/>
              <a:tabLst/>
              <a:defRPr/>
            </a:pPr>
            <a:r>
              <a:rPr kumimoji="0" sz="2300" b="1" i="0" u="none" strike="noStrike" kern="0" cap="none" spc="0" normalizeH="0" baseline="0" noProof="0" dirty="0">
                <a:ln>
                  <a:noFill/>
                </a:ln>
                <a:solidFill>
                  <a:srgbClr val="404040"/>
                </a:solidFill>
                <a:effectLst/>
                <a:uLnTx/>
                <a:uFillTx/>
                <a:latin typeface="Tw Cen MT Bold"/>
                <a:cs typeface="Tw Cen MT Bold"/>
              </a:rPr>
              <a:t>Accent</a:t>
            </a:r>
            <a:r>
              <a:rPr kumimoji="0" sz="2300" b="1" i="0" u="none" strike="noStrike" kern="0" cap="none" spc="40" normalizeH="0" baseline="0" noProof="0" dirty="0">
                <a:ln>
                  <a:noFill/>
                </a:ln>
                <a:solidFill>
                  <a:srgbClr val="404040"/>
                </a:solidFill>
                <a:effectLst/>
                <a:uLnTx/>
                <a:uFillTx/>
                <a:latin typeface="Tw Cen MT Bold"/>
                <a:cs typeface="Tw Cen MT Bold"/>
              </a:rPr>
              <a:t> </a:t>
            </a:r>
            <a:r>
              <a:rPr kumimoji="0" sz="2300" b="1" i="0" u="none" strike="noStrike" kern="0" cap="none" spc="-25" normalizeH="0" baseline="0" noProof="0" dirty="0">
                <a:ln>
                  <a:noFill/>
                </a:ln>
                <a:solidFill>
                  <a:srgbClr val="404040"/>
                </a:solidFill>
                <a:effectLst/>
                <a:uLnTx/>
                <a:uFillTx/>
                <a:latin typeface="Tw Cen MT Bold"/>
                <a:cs typeface="Tw Cen MT Bold"/>
              </a:rPr>
              <a:t>sur </a:t>
            </a:r>
            <a:r>
              <a:rPr kumimoji="0" sz="2300" b="1" i="0" u="none" strike="noStrike" kern="0" cap="none" spc="0" normalizeH="0" baseline="0" noProof="0" dirty="0">
                <a:ln>
                  <a:noFill/>
                </a:ln>
                <a:solidFill>
                  <a:srgbClr val="404040"/>
                </a:solidFill>
                <a:effectLst/>
                <a:uLnTx/>
                <a:uFillTx/>
                <a:latin typeface="Tw Cen MT Bold"/>
                <a:cs typeface="Tw Cen MT Bold"/>
              </a:rPr>
              <a:t>la</a:t>
            </a:r>
            <a:r>
              <a:rPr kumimoji="0" sz="2300" b="1" i="0" u="none" strike="noStrike" kern="0" cap="none" spc="15" normalizeH="0" baseline="0" noProof="0" dirty="0">
                <a:ln>
                  <a:noFill/>
                </a:ln>
                <a:solidFill>
                  <a:srgbClr val="404040"/>
                </a:solidFill>
                <a:effectLst/>
                <a:uLnTx/>
                <a:uFillTx/>
                <a:latin typeface="Tw Cen MT Bold"/>
                <a:cs typeface="Tw Cen MT Bold"/>
              </a:rPr>
              <a:t> </a:t>
            </a:r>
            <a:r>
              <a:rPr kumimoji="0" sz="2300" b="1" i="0" u="none" strike="noStrike" kern="0" cap="none" spc="-10" normalizeH="0" baseline="0" noProof="0" dirty="0">
                <a:ln>
                  <a:noFill/>
                </a:ln>
                <a:solidFill>
                  <a:srgbClr val="404040"/>
                </a:solidFill>
                <a:effectLst/>
                <a:uLnTx/>
                <a:uFillTx/>
                <a:latin typeface="Tw Cen MT Bold"/>
                <a:cs typeface="Tw Cen MT Bold"/>
              </a:rPr>
              <a:t>stabilité</a:t>
            </a:r>
            <a:endParaRPr kumimoji="0" sz="2300" b="0" i="0" u="none" strike="noStrike" kern="0" cap="none" spc="0" normalizeH="0" baseline="0" noProof="0">
              <a:ln>
                <a:noFill/>
              </a:ln>
              <a:solidFill>
                <a:sysClr val="windowText" lastClr="000000"/>
              </a:solidFill>
              <a:effectLst/>
              <a:uLnTx/>
              <a:uFillTx/>
              <a:latin typeface="Tw Cen MT Bold"/>
              <a:cs typeface="Tw Cen MT Bold"/>
            </a:endParaRPr>
          </a:p>
        </p:txBody>
      </p:sp>
      <p:sp>
        <p:nvSpPr>
          <p:cNvPr id="13" name="object 13"/>
          <p:cNvSpPr txBox="1"/>
          <p:nvPr/>
        </p:nvSpPr>
        <p:spPr>
          <a:xfrm>
            <a:off x="638887" y="2924607"/>
            <a:ext cx="1598930" cy="734695"/>
          </a:xfrm>
          <a:prstGeom prst="rect">
            <a:avLst/>
          </a:prstGeom>
        </p:spPr>
        <p:txBody>
          <a:bodyPr vert="horz" wrap="square" lIns="0" tIns="15875" rIns="0" bIns="0" rtlCol="0">
            <a:spAutoFit/>
          </a:bodyPr>
          <a:lstStyle/>
          <a:p>
            <a:pPr marL="48895" marR="5080" lvl="0" indent="-36830" defTabSz="914400" eaLnBrk="1" fontAlgn="auto" latinLnBrk="0" hangingPunct="1">
              <a:lnSpc>
                <a:spcPct val="100499"/>
              </a:lnSpc>
              <a:spcBef>
                <a:spcPts val="125"/>
              </a:spcBef>
              <a:spcAft>
                <a:spcPts val="0"/>
              </a:spcAft>
              <a:buClrTx/>
              <a:buSzTx/>
              <a:buFontTx/>
              <a:buNone/>
              <a:tabLst/>
              <a:defRPr/>
            </a:pPr>
            <a:r>
              <a:rPr kumimoji="0" sz="2300" b="1" i="0" u="none" strike="noStrike" kern="0" cap="none" spc="0" normalizeH="0" baseline="0" noProof="0" dirty="0">
                <a:ln>
                  <a:noFill/>
                </a:ln>
                <a:solidFill>
                  <a:srgbClr val="404040"/>
                </a:solidFill>
                <a:effectLst/>
                <a:uLnTx/>
                <a:uFillTx/>
                <a:latin typeface="Tw Cen MT Bold"/>
                <a:cs typeface="Tw Cen MT Bold"/>
              </a:rPr>
              <a:t>Accent</a:t>
            </a:r>
            <a:r>
              <a:rPr kumimoji="0" sz="2300" b="1" i="0" u="none" strike="noStrike" kern="0" cap="none" spc="30" normalizeH="0" baseline="0" noProof="0" dirty="0">
                <a:ln>
                  <a:noFill/>
                </a:ln>
                <a:solidFill>
                  <a:srgbClr val="404040"/>
                </a:solidFill>
                <a:effectLst/>
                <a:uLnTx/>
                <a:uFillTx/>
                <a:latin typeface="Tw Cen MT Bold"/>
                <a:cs typeface="Tw Cen MT Bold"/>
              </a:rPr>
              <a:t> </a:t>
            </a:r>
            <a:r>
              <a:rPr kumimoji="0" sz="2300" b="1" i="0" u="none" strike="noStrike" kern="0" cap="none" spc="0" normalizeH="0" baseline="0" noProof="0" dirty="0">
                <a:ln>
                  <a:noFill/>
                </a:ln>
                <a:solidFill>
                  <a:srgbClr val="404040"/>
                </a:solidFill>
                <a:effectLst/>
                <a:uLnTx/>
                <a:uFillTx/>
                <a:latin typeface="Tw Cen MT Bold"/>
                <a:cs typeface="Tw Cen MT Bold"/>
              </a:rPr>
              <a:t>sur</a:t>
            </a:r>
            <a:r>
              <a:rPr kumimoji="0" sz="2300" b="1" i="0" u="none" strike="noStrike" kern="0" cap="none" spc="35" normalizeH="0" baseline="0" noProof="0" dirty="0">
                <a:ln>
                  <a:noFill/>
                </a:ln>
                <a:solidFill>
                  <a:srgbClr val="404040"/>
                </a:solidFill>
                <a:effectLst/>
                <a:uLnTx/>
                <a:uFillTx/>
                <a:latin typeface="Tw Cen MT Bold"/>
                <a:cs typeface="Tw Cen MT Bold"/>
              </a:rPr>
              <a:t> </a:t>
            </a:r>
            <a:r>
              <a:rPr kumimoji="0" sz="2300" b="1" i="0" u="none" strike="noStrike" kern="0" cap="none" spc="-25" normalizeH="0" baseline="0" noProof="0" dirty="0">
                <a:ln>
                  <a:noFill/>
                </a:ln>
                <a:solidFill>
                  <a:srgbClr val="404040"/>
                </a:solidFill>
                <a:effectLst/>
                <a:uLnTx/>
                <a:uFillTx/>
                <a:latin typeface="Tw Cen MT Bold"/>
                <a:cs typeface="Tw Cen MT Bold"/>
              </a:rPr>
              <a:t>le </a:t>
            </a:r>
            <a:r>
              <a:rPr kumimoji="0" sz="2300" b="1" i="0" u="none" strike="noStrike" kern="0" cap="none" spc="-10" normalizeH="0" baseline="0" noProof="0" dirty="0">
                <a:ln>
                  <a:noFill/>
                </a:ln>
                <a:solidFill>
                  <a:srgbClr val="404040"/>
                </a:solidFill>
                <a:effectLst/>
                <a:uLnTx/>
                <a:uFillTx/>
                <a:latin typeface="Tw Cen MT Bold"/>
                <a:cs typeface="Tw Cen MT Bold"/>
              </a:rPr>
              <a:t>changement</a:t>
            </a:r>
            <a:endParaRPr kumimoji="0" sz="2300" b="0" i="0" u="none" strike="noStrike" kern="0" cap="none" spc="0" normalizeH="0" baseline="0" noProof="0">
              <a:ln>
                <a:noFill/>
              </a:ln>
              <a:solidFill>
                <a:sysClr val="windowText" lastClr="000000"/>
              </a:solidFill>
              <a:effectLst/>
              <a:uLnTx/>
              <a:uFillTx/>
              <a:latin typeface="Tw Cen MT Bold"/>
              <a:cs typeface="Tw Cen MT Bold"/>
            </a:endParaRPr>
          </a:p>
        </p:txBody>
      </p:sp>
      <p:grpSp>
        <p:nvGrpSpPr>
          <p:cNvPr id="14" name="object 14"/>
          <p:cNvGrpSpPr/>
          <p:nvPr/>
        </p:nvGrpSpPr>
        <p:grpSpPr>
          <a:xfrm>
            <a:off x="2670809" y="3138743"/>
            <a:ext cx="1248410" cy="93345"/>
            <a:chOff x="2670809" y="3138743"/>
            <a:chExt cx="1248410" cy="93345"/>
          </a:xfrm>
        </p:grpSpPr>
        <p:sp>
          <p:nvSpPr>
            <p:cNvPr id="15" name="object 15"/>
            <p:cNvSpPr/>
            <p:nvPr/>
          </p:nvSpPr>
          <p:spPr>
            <a:xfrm>
              <a:off x="2741251" y="3185165"/>
              <a:ext cx="1177925" cy="0"/>
            </a:xfrm>
            <a:custGeom>
              <a:avLst/>
              <a:gdLst/>
              <a:ahLst/>
              <a:cxnLst/>
              <a:rect l="l" t="t" r="r" b="b"/>
              <a:pathLst>
                <a:path w="1177925">
                  <a:moveTo>
                    <a:pt x="1177916" y="0"/>
                  </a:moveTo>
                  <a:lnTo>
                    <a:pt x="0" y="0"/>
                  </a:lnTo>
                </a:path>
              </a:pathLst>
            </a:custGeom>
            <a:ln w="28574">
              <a:solidFill>
                <a:srgbClr val="FFA63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16" name="object 16"/>
            <p:cNvPicPr/>
            <p:nvPr/>
          </p:nvPicPr>
          <p:blipFill>
            <a:blip r:embed="rId4" cstate="print"/>
            <a:stretch>
              <a:fillRect/>
            </a:stretch>
          </p:blipFill>
          <p:spPr>
            <a:xfrm>
              <a:off x="2670809" y="3138743"/>
              <a:ext cx="116865" cy="92844"/>
            </a:xfrm>
            <a:prstGeom prst="rect">
              <a:avLst/>
            </a:prstGeom>
          </p:spPr>
        </p:pic>
      </p:grpSp>
      <p:sp>
        <p:nvSpPr>
          <p:cNvPr id="17" name="object 17"/>
          <p:cNvSpPr txBox="1"/>
          <p:nvPr/>
        </p:nvSpPr>
        <p:spPr>
          <a:xfrm>
            <a:off x="3229763" y="5025078"/>
            <a:ext cx="4303395" cy="899794"/>
          </a:xfrm>
          <a:prstGeom prst="rect">
            <a:avLst/>
          </a:prstGeom>
          <a:solidFill>
            <a:srgbClr val="D8D8D8"/>
          </a:solidFill>
        </p:spPr>
        <p:txBody>
          <a:bodyPr vert="horz" wrap="square" lIns="0" tIns="40640" rIns="0" bIns="0" rtlCol="0">
            <a:spAutoFit/>
          </a:bodyPr>
          <a:lstStyle/>
          <a:p>
            <a:pPr marL="0" marR="0" lvl="0" indent="0" algn="ctr" defTabSz="914400" eaLnBrk="1" fontAlgn="auto" latinLnBrk="0" hangingPunct="1">
              <a:lnSpc>
                <a:spcPts val="2740"/>
              </a:lnSpc>
              <a:spcBef>
                <a:spcPts val="320"/>
              </a:spcBef>
              <a:spcAft>
                <a:spcPts val="0"/>
              </a:spcAft>
              <a:buClrTx/>
              <a:buSzTx/>
              <a:buFontTx/>
              <a:buNone/>
              <a:tabLst/>
              <a:defRPr/>
            </a:pPr>
            <a:r>
              <a:rPr kumimoji="0" sz="2300" b="1" i="0" u="none" strike="noStrike" kern="0" cap="none" spc="0" normalizeH="0" baseline="0" noProof="0" dirty="0">
                <a:ln>
                  <a:noFill/>
                </a:ln>
                <a:solidFill>
                  <a:srgbClr val="404040"/>
                </a:solidFill>
                <a:effectLst/>
                <a:uLnTx/>
                <a:uFillTx/>
                <a:latin typeface="Arial"/>
                <a:cs typeface="Arial"/>
              </a:rPr>
              <a:t>Que</a:t>
            </a:r>
            <a:r>
              <a:rPr kumimoji="0" sz="2300" b="1" i="0" u="none" strike="noStrike" kern="0" cap="none" spc="55" normalizeH="0" baseline="0" noProof="0" dirty="0">
                <a:ln>
                  <a:noFill/>
                </a:ln>
                <a:solidFill>
                  <a:srgbClr val="404040"/>
                </a:solidFill>
                <a:effectLst/>
                <a:uLnTx/>
                <a:uFillTx/>
                <a:latin typeface="Arial"/>
                <a:cs typeface="Arial"/>
              </a:rPr>
              <a:t> </a:t>
            </a:r>
            <a:r>
              <a:rPr kumimoji="0" sz="2300" b="1" i="0" u="none" strike="noStrike" kern="0" cap="none" spc="0" normalizeH="0" baseline="0" noProof="0" dirty="0">
                <a:ln>
                  <a:noFill/>
                </a:ln>
                <a:solidFill>
                  <a:srgbClr val="404040"/>
                </a:solidFill>
                <a:effectLst/>
                <a:uLnTx/>
                <a:uFillTx/>
                <a:latin typeface="Arial"/>
                <a:cs typeface="Arial"/>
              </a:rPr>
              <a:t>veut</a:t>
            </a:r>
            <a:r>
              <a:rPr kumimoji="0" sz="2300" b="1" i="0" u="none" strike="noStrike" kern="0" cap="none" spc="55" normalizeH="0" baseline="0" noProof="0" dirty="0">
                <a:ln>
                  <a:noFill/>
                </a:ln>
                <a:solidFill>
                  <a:srgbClr val="404040"/>
                </a:solidFill>
                <a:effectLst/>
                <a:uLnTx/>
                <a:uFillTx/>
                <a:latin typeface="Arial"/>
                <a:cs typeface="Arial"/>
              </a:rPr>
              <a:t> </a:t>
            </a:r>
            <a:r>
              <a:rPr kumimoji="0" sz="2300" b="1" i="0" u="none" strike="noStrike" kern="0" cap="none" spc="0" normalizeH="0" baseline="0" noProof="0" dirty="0">
                <a:ln>
                  <a:noFill/>
                </a:ln>
                <a:solidFill>
                  <a:srgbClr val="404040"/>
                </a:solidFill>
                <a:effectLst/>
                <a:uLnTx/>
                <a:uFillTx/>
                <a:latin typeface="Arial"/>
                <a:cs typeface="Arial"/>
              </a:rPr>
              <a:t>le</a:t>
            </a:r>
            <a:r>
              <a:rPr kumimoji="0" sz="2300" b="1" i="0" u="none" strike="noStrike" kern="0" cap="none" spc="60" normalizeH="0" baseline="0" noProof="0" dirty="0">
                <a:ln>
                  <a:noFill/>
                </a:ln>
                <a:solidFill>
                  <a:srgbClr val="404040"/>
                </a:solidFill>
                <a:effectLst/>
                <a:uLnTx/>
                <a:uFillTx/>
                <a:latin typeface="Arial"/>
                <a:cs typeface="Arial"/>
              </a:rPr>
              <a:t> </a:t>
            </a:r>
            <a:r>
              <a:rPr kumimoji="0" sz="2300" b="1" i="0" u="none" strike="noStrike" kern="0" cap="none" spc="0" normalizeH="0" baseline="0" noProof="0" dirty="0">
                <a:ln>
                  <a:noFill/>
                </a:ln>
                <a:solidFill>
                  <a:srgbClr val="404040"/>
                </a:solidFill>
                <a:effectLst/>
                <a:uLnTx/>
                <a:uFillTx/>
                <a:latin typeface="Arial"/>
                <a:cs typeface="Arial"/>
              </a:rPr>
              <a:t>business</a:t>
            </a:r>
            <a:r>
              <a:rPr kumimoji="0" sz="2300" b="1" i="0" u="none" strike="noStrike" kern="0" cap="none" spc="55" normalizeH="0" baseline="0" noProof="0" dirty="0">
                <a:ln>
                  <a:noFill/>
                </a:ln>
                <a:solidFill>
                  <a:srgbClr val="404040"/>
                </a:solidFill>
                <a:effectLst/>
                <a:uLnTx/>
                <a:uFillTx/>
                <a:latin typeface="Arial"/>
                <a:cs typeface="Arial"/>
              </a:rPr>
              <a:t> </a:t>
            </a:r>
            <a:r>
              <a:rPr kumimoji="0" sz="2300" b="1" i="0" u="none" strike="noStrike" kern="0" cap="none" spc="-50" normalizeH="0" baseline="0" noProof="0" dirty="0">
                <a:ln>
                  <a:noFill/>
                </a:ln>
                <a:solidFill>
                  <a:srgbClr val="404040"/>
                </a:solidFill>
                <a:effectLst/>
                <a:uLnTx/>
                <a:uFillTx/>
                <a:latin typeface="Arial"/>
                <a:cs typeface="Arial"/>
              </a:rPr>
              <a:t>?</a:t>
            </a:r>
            <a:endParaRPr kumimoji="0" sz="2300" b="0" i="0" u="none" strike="noStrike" kern="0" cap="none" spc="0" normalizeH="0" baseline="0" noProof="0">
              <a:ln>
                <a:noFill/>
              </a:ln>
              <a:solidFill>
                <a:sysClr val="windowText" lastClr="000000"/>
              </a:solidFill>
              <a:effectLst/>
              <a:uLnTx/>
              <a:uFillTx/>
              <a:latin typeface="Arial"/>
              <a:cs typeface="Arial"/>
            </a:endParaRPr>
          </a:p>
          <a:p>
            <a:pPr marL="0" marR="0" lvl="0" indent="0" algn="ctr" defTabSz="914400" eaLnBrk="1" fontAlgn="auto" latinLnBrk="0" hangingPunct="1">
              <a:lnSpc>
                <a:spcPts val="3340"/>
              </a:lnSpc>
              <a:spcBef>
                <a:spcPts val="0"/>
              </a:spcBef>
              <a:spcAft>
                <a:spcPts val="0"/>
              </a:spcAft>
              <a:buClrTx/>
              <a:buSzTx/>
              <a:buFontTx/>
              <a:buNone/>
              <a:tabLst/>
              <a:defRPr/>
            </a:pPr>
            <a:r>
              <a:rPr kumimoji="0" sz="2800" b="1" i="0" u="none" strike="noStrike" kern="0" cap="none" spc="0" normalizeH="0" baseline="0" noProof="0" dirty="0">
                <a:ln>
                  <a:noFill/>
                </a:ln>
                <a:solidFill>
                  <a:srgbClr val="404040"/>
                </a:solidFill>
                <a:effectLst/>
                <a:uLnTx/>
                <a:uFillTx/>
                <a:latin typeface="Calibri"/>
                <a:cs typeface="Calibri"/>
              </a:rPr>
              <a:t>Les</a:t>
            </a:r>
            <a:r>
              <a:rPr kumimoji="0" sz="2800" b="1" i="0" u="none" strike="noStrike" kern="0" cap="none" spc="-45" normalizeH="0" baseline="0" noProof="0" dirty="0">
                <a:ln>
                  <a:noFill/>
                </a:ln>
                <a:solidFill>
                  <a:srgbClr val="404040"/>
                </a:solidFill>
                <a:effectLst/>
                <a:uLnTx/>
                <a:uFillTx/>
                <a:latin typeface="Calibri"/>
                <a:cs typeface="Calibri"/>
              </a:rPr>
              <a:t> </a:t>
            </a:r>
            <a:r>
              <a:rPr kumimoji="0" sz="2800" b="1" i="0" u="none" strike="noStrike" kern="0" cap="none" spc="0" normalizeH="0" baseline="0" noProof="0" dirty="0">
                <a:ln>
                  <a:noFill/>
                </a:ln>
                <a:solidFill>
                  <a:srgbClr val="404040"/>
                </a:solidFill>
                <a:effectLst/>
                <a:uLnTx/>
                <a:uFillTx/>
                <a:latin typeface="Calibri"/>
                <a:cs typeface="Calibri"/>
              </a:rPr>
              <a:t>trois</a:t>
            </a:r>
            <a:r>
              <a:rPr kumimoji="0" sz="2800" b="1" i="0" u="none" strike="noStrike" kern="0" cap="none" spc="-45" normalizeH="0" baseline="0" noProof="0" dirty="0">
                <a:ln>
                  <a:noFill/>
                </a:ln>
                <a:solidFill>
                  <a:srgbClr val="404040"/>
                </a:solidFill>
                <a:effectLst/>
                <a:uLnTx/>
                <a:uFillTx/>
                <a:latin typeface="Calibri"/>
                <a:cs typeface="Calibri"/>
              </a:rPr>
              <a:t> </a:t>
            </a:r>
            <a:r>
              <a:rPr kumimoji="0" sz="2800" b="1" i="0" u="none" strike="noStrike" kern="0" cap="none" spc="-50" normalizeH="0" baseline="0" noProof="0" dirty="0">
                <a:ln>
                  <a:noFill/>
                </a:ln>
                <a:solidFill>
                  <a:srgbClr val="404040"/>
                </a:solidFill>
                <a:effectLst/>
                <a:uLnTx/>
                <a:uFillTx/>
                <a:latin typeface="Calibri"/>
                <a:cs typeface="Calibri"/>
              </a:rPr>
              <a:t>!</a:t>
            </a:r>
            <a:endParaRPr kumimoji="0" sz="2800" b="0" i="0" u="none" strike="noStrike" kern="0" cap="none" spc="0" normalizeH="0" baseline="0" noProof="0">
              <a:ln>
                <a:noFill/>
              </a:ln>
              <a:solidFill>
                <a:sysClr val="windowText" lastClr="000000"/>
              </a:solidFill>
              <a:effectLst/>
              <a:uLnTx/>
              <a:uFillTx/>
              <a:latin typeface="Calibri"/>
              <a:cs typeface="Calibri"/>
            </a:endParaRPr>
          </a:p>
        </p:txBody>
      </p:sp>
      <p:grpSp>
        <p:nvGrpSpPr>
          <p:cNvPr id="18" name="object 18"/>
          <p:cNvGrpSpPr/>
          <p:nvPr/>
        </p:nvGrpSpPr>
        <p:grpSpPr>
          <a:xfrm>
            <a:off x="6918777" y="3138743"/>
            <a:ext cx="1248410" cy="93345"/>
            <a:chOff x="6918777" y="3138743"/>
            <a:chExt cx="1248410" cy="93345"/>
          </a:xfrm>
        </p:grpSpPr>
        <p:sp>
          <p:nvSpPr>
            <p:cNvPr id="19" name="object 19"/>
            <p:cNvSpPr/>
            <p:nvPr/>
          </p:nvSpPr>
          <p:spPr>
            <a:xfrm>
              <a:off x="6918777" y="3185165"/>
              <a:ext cx="1177925" cy="0"/>
            </a:xfrm>
            <a:custGeom>
              <a:avLst/>
              <a:gdLst/>
              <a:ahLst/>
              <a:cxnLst/>
              <a:rect l="l" t="t" r="r" b="b"/>
              <a:pathLst>
                <a:path w="1177925">
                  <a:moveTo>
                    <a:pt x="0" y="0"/>
                  </a:moveTo>
                  <a:lnTo>
                    <a:pt x="1177916" y="0"/>
                  </a:lnTo>
                </a:path>
              </a:pathLst>
            </a:custGeom>
            <a:ln w="28574">
              <a:solidFill>
                <a:srgbClr val="FFA63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20" name="object 20"/>
            <p:cNvPicPr/>
            <p:nvPr/>
          </p:nvPicPr>
          <p:blipFill>
            <a:blip r:embed="rId5" cstate="print"/>
            <a:stretch>
              <a:fillRect/>
            </a:stretch>
          </p:blipFill>
          <p:spPr>
            <a:xfrm>
              <a:off x="8050271" y="3138743"/>
              <a:ext cx="116864" cy="92844"/>
            </a:xfrm>
            <a:prstGeom prst="rect">
              <a:avLst/>
            </a:prstGeom>
          </p:spPr>
        </p:pic>
      </p:grpSp>
      <p:sp>
        <p:nvSpPr>
          <p:cNvPr id="21" name="object 21"/>
          <p:cNvSpPr txBox="1"/>
          <p:nvPr/>
        </p:nvSpPr>
        <p:spPr>
          <a:xfrm>
            <a:off x="4918305" y="4150933"/>
            <a:ext cx="933450" cy="382270"/>
          </a:xfrm>
          <a:prstGeom prst="rect">
            <a:avLst/>
          </a:prstGeom>
        </p:spPr>
        <p:txBody>
          <a:bodyPr vert="horz" wrap="square" lIns="0" tIns="17145" rIns="0" bIns="0" rtlCol="0">
            <a:spAutoFit/>
          </a:bodyPr>
          <a:lstStyle/>
          <a:p>
            <a:pPr marL="12700" marR="0" lvl="0" indent="0" defTabSz="914400" eaLnBrk="1" fontAlgn="auto" latinLnBrk="0" hangingPunct="1">
              <a:lnSpc>
                <a:spcPct val="100000"/>
              </a:lnSpc>
              <a:spcBef>
                <a:spcPts val="135"/>
              </a:spcBef>
              <a:spcAft>
                <a:spcPts val="0"/>
              </a:spcAft>
              <a:buClrTx/>
              <a:buSzTx/>
              <a:buFontTx/>
              <a:buNone/>
              <a:tabLst/>
              <a:defRPr/>
            </a:pPr>
            <a:r>
              <a:rPr kumimoji="0" sz="2300" b="1" i="0" u="none" strike="noStrike" kern="0" cap="none" spc="-10" normalizeH="0" baseline="0" noProof="0" dirty="0">
                <a:ln>
                  <a:noFill/>
                </a:ln>
                <a:solidFill>
                  <a:srgbClr val="404040"/>
                </a:solidFill>
                <a:effectLst/>
                <a:uLnTx/>
                <a:uFillTx/>
                <a:latin typeface="Tw Cen MT Bold"/>
                <a:cs typeface="Tw Cen MT Bold"/>
              </a:rPr>
              <a:t>Qualité</a:t>
            </a:r>
            <a:endParaRPr kumimoji="0" sz="2300" b="0" i="0" u="none" strike="noStrike" kern="0" cap="none" spc="0" normalizeH="0" baseline="0" noProof="0">
              <a:ln>
                <a:noFill/>
              </a:ln>
              <a:solidFill>
                <a:sysClr val="windowText" lastClr="000000"/>
              </a:solidFill>
              <a:effectLst/>
              <a:uLnTx/>
              <a:uFillTx/>
              <a:latin typeface="Tw Cen MT Bold"/>
              <a:cs typeface="Tw Cen MT Bold"/>
            </a:endParaRPr>
          </a:p>
        </p:txBody>
      </p:sp>
      <p:sp>
        <p:nvSpPr>
          <p:cNvPr id="23" name="object 23"/>
          <p:cNvSpPr txBox="1">
            <a:spLocks noGrp="1"/>
          </p:cNvSpPr>
          <p:nvPr>
            <p:ph type="sldNum" sz="quarter" idx="7"/>
          </p:nvPr>
        </p:nvSpPr>
        <p:spPr>
          <a:prstGeom prst="rect">
            <a:avLst/>
          </a:prstGeom>
        </p:spPr>
        <p:txBody>
          <a:bodyPr vert="horz" wrap="square" lIns="0" tIns="8255" rIns="0" bIns="0" rtlCol="0">
            <a:spAutoFit/>
          </a:bodyPr>
          <a:lstStyle/>
          <a:p>
            <a:pPr marL="80010" marR="0" lvl="0" indent="0" defTabSz="914400" eaLnBrk="1" fontAlgn="auto" latinLnBrk="0" hangingPunct="1">
              <a:lnSpc>
                <a:spcPct val="100000"/>
              </a:lnSpc>
              <a:spcBef>
                <a:spcPts val="65"/>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prstClr val="white"/>
                </a:solidFill>
                <a:effectLst/>
                <a:uLnTx/>
                <a:uFillTx/>
                <a:latin typeface="Calibri"/>
                <a:cs typeface="Calibri"/>
              </a:rPr>
              <a:pPr marL="80010" marR="0" lvl="0" indent="0" defTabSz="914400" eaLnBrk="1" fontAlgn="auto" latinLnBrk="0" hangingPunct="1">
                <a:lnSpc>
                  <a:spcPct val="100000"/>
                </a:lnSpc>
                <a:spcBef>
                  <a:spcPts val="65"/>
                </a:spcBef>
                <a:spcAft>
                  <a:spcPts val="0"/>
                </a:spcAft>
                <a:buClrTx/>
                <a:buSzTx/>
                <a:buFontTx/>
                <a:buNone/>
                <a:tabLst/>
                <a:defRPr/>
              </a:pPr>
              <a:t>17</a:t>
            </a:fld>
            <a:endParaRPr kumimoji="0" sz="1200" b="0" i="0" u="none" strike="noStrike" kern="0" cap="none" spc="-25" normalizeH="0" baseline="0" noProof="0" dirty="0">
              <a:ln>
                <a:noFill/>
              </a:ln>
              <a:solidFill>
                <a:prstClr val="white"/>
              </a:solidFill>
              <a:effectLst/>
              <a:uLnTx/>
              <a:uFillTx/>
              <a:latin typeface="Calibri"/>
              <a:cs typeface="Calibri"/>
            </a:endParaRPr>
          </a:p>
        </p:txBody>
      </p:sp>
      <p:sp>
        <p:nvSpPr>
          <p:cNvPr id="22" name="object 22"/>
          <p:cNvSpPr txBox="1">
            <a:spLocks noGrp="1"/>
          </p:cNvSpPr>
          <p:nvPr>
            <p:ph type="title"/>
          </p:nvPr>
        </p:nvSpPr>
        <p:spPr>
          <a:xfrm>
            <a:off x="1054048" y="98310"/>
            <a:ext cx="9315502" cy="874598"/>
          </a:xfrm>
          <a:prstGeom prst="rect">
            <a:avLst/>
          </a:prstGeom>
        </p:spPr>
        <p:txBody>
          <a:bodyPr vert="horz" wrap="square" lIns="0" tIns="12700" rIns="0" bIns="0" rtlCol="0">
            <a:spAutoFit/>
          </a:bodyPr>
          <a:lstStyle/>
          <a:p>
            <a:pPr marL="12700">
              <a:lnSpc>
                <a:spcPct val="100000"/>
              </a:lnSpc>
              <a:spcBef>
                <a:spcPts val="100"/>
              </a:spcBef>
            </a:pPr>
            <a:r>
              <a:rPr lang="fr-FR" sz="2800" spc="140" dirty="0"/>
              <a:t>Agilité, DevOps et la philosophie « continue » (CI/CD, feedbacks)</a:t>
            </a:r>
          </a:p>
        </p:txBody>
      </p:sp>
    </p:spTree>
    <p:extLst>
      <p:ext uri="{BB962C8B-B14F-4D97-AF65-F5344CB8AC3E}">
        <p14:creationId xmlns:p14="http://schemas.microsoft.com/office/powerpoint/2010/main" val="20075970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54048" y="98310"/>
            <a:ext cx="9315502" cy="873316"/>
          </a:xfrm>
          <a:prstGeom prst="rect">
            <a:avLst/>
          </a:prstGeom>
        </p:spPr>
        <p:txBody>
          <a:bodyPr vert="horz" wrap="square" lIns="0" tIns="11430" rIns="0" bIns="0" rtlCol="0">
            <a:spAutoFit/>
          </a:bodyPr>
          <a:lstStyle/>
          <a:p>
            <a:pPr marL="117475">
              <a:lnSpc>
                <a:spcPct val="100000"/>
              </a:lnSpc>
              <a:spcBef>
                <a:spcPts val="90"/>
              </a:spcBef>
            </a:pPr>
            <a:r>
              <a:rPr lang="fr-FR" sz="2800" spc="215" dirty="0"/>
              <a:t>Agilité, DevOps et la philosophie « continue » (CI/CD, feedbacks)</a:t>
            </a:r>
          </a:p>
        </p:txBody>
      </p:sp>
      <p:sp>
        <p:nvSpPr>
          <p:cNvPr id="3" name="object 3"/>
          <p:cNvSpPr txBox="1"/>
          <p:nvPr/>
        </p:nvSpPr>
        <p:spPr>
          <a:xfrm>
            <a:off x="466373"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fr-FR" sz="2400" b="0" i="0" u="none" strike="noStrike" kern="0" cap="none" spc="0" normalizeH="0" baseline="0" noProof="0" dirty="0">
                <a:ln>
                  <a:noFill/>
                </a:ln>
                <a:solidFill>
                  <a:sysClr val="windowText" lastClr="000000"/>
                </a:solidFill>
                <a:effectLst/>
                <a:uLnTx/>
                <a:uFillTx/>
                <a:latin typeface="Calibri"/>
                <a:cs typeface="Calibri"/>
              </a:rPr>
              <a:t>1</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4" name="object 4"/>
          <p:cNvSpPr txBox="1"/>
          <p:nvPr/>
        </p:nvSpPr>
        <p:spPr>
          <a:xfrm>
            <a:off x="1051560" y="1162050"/>
            <a:ext cx="4136390" cy="33020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000" b="0" i="0" u="none" strike="noStrike" kern="0" cap="none" spc="0" normalizeH="0" baseline="0" noProof="0" dirty="0">
                <a:ln>
                  <a:noFill/>
                </a:ln>
                <a:solidFill>
                  <a:srgbClr val="12717A"/>
                </a:solidFill>
                <a:effectLst/>
                <a:uLnTx/>
                <a:uFillTx/>
                <a:latin typeface="Calibri"/>
                <a:cs typeface="Calibri"/>
              </a:rPr>
              <a:t>Présentation</a:t>
            </a:r>
            <a:r>
              <a:rPr kumimoji="0" sz="2000" b="0" i="0" u="none" strike="noStrike" kern="0" cap="none" spc="150" normalizeH="0" baseline="0" noProof="0" dirty="0">
                <a:ln>
                  <a:noFill/>
                </a:ln>
                <a:solidFill>
                  <a:srgbClr val="12717A"/>
                </a:solidFill>
                <a:effectLst/>
                <a:uLnTx/>
                <a:uFillTx/>
                <a:latin typeface="Calibri"/>
                <a:cs typeface="Calibri"/>
              </a:rPr>
              <a:t> </a:t>
            </a:r>
            <a:r>
              <a:rPr kumimoji="0" sz="2000" b="0" i="0" u="none" strike="noStrike" kern="0" cap="none" spc="90" normalizeH="0" baseline="0" noProof="0" dirty="0">
                <a:ln>
                  <a:noFill/>
                </a:ln>
                <a:solidFill>
                  <a:srgbClr val="12717A"/>
                </a:solidFill>
                <a:effectLst/>
                <a:uLnTx/>
                <a:uFillTx/>
                <a:latin typeface="Calibri"/>
                <a:cs typeface="Calibri"/>
              </a:rPr>
              <a:t>des</a:t>
            </a:r>
            <a:r>
              <a:rPr kumimoji="0" sz="2000" b="0" i="0" u="none" strike="noStrike" kern="0" cap="none" spc="150" normalizeH="0" baseline="0" noProof="0" dirty="0">
                <a:ln>
                  <a:noFill/>
                </a:ln>
                <a:solidFill>
                  <a:srgbClr val="12717A"/>
                </a:solidFill>
                <a:effectLst/>
                <a:uLnTx/>
                <a:uFillTx/>
                <a:latin typeface="Calibri"/>
                <a:cs typeface="Calibri"/>
              </a:rPr>
              <a:t> </a:t>
            </a:r>
            <a:r>
              <a:rPr kumimoji="0" sz="2000" b="0" i="0" u="none" strike="noStrike" kern="0" cap="none" spc="0" normalizeH="0" baseline="0" noProof="0" dirty="0">
                <a:ln>
                  <a:noFill/>
                </a:ln>
                <a:solidFill>
                  <a:srgbClr val="12717A"/>
                </a:solidFill>
                <a:effectLst/>
                <a:uLnTx/>
                <a:uFillTx/>
                <a:latin typeface="Calibri"/>
                <a:cs typeface="Calibri"/>
              </a:rPr>
              <a:t>3</a:t>
            </a:r>
            <a:r>
              <a:rPr kumimoji="0" sz="2000" b="0" i="0" u="none" strike="noStrike" kern="0" cap="none" spc="150" normalizeH="0" baseline="0" noProof="0" dirty="0">
                <a:ln>
                  <a:noFill/>
                </a:ln>
                <a:solidFill>
                  <a:srgbClr val="12717A"/>
                </a:solidFill>
                <a:effectLst/>
                <a:uLnTx/>
                <a:uFillTx/>
                <a:latin typeface="Calibri"/>
                <a:cs typeface="Calibri"/>
              </a:rPr>
              <a:t> </a:t>
            </a:r>
            <a:r>
              <a:rPr kumimoji="0" sz="2000" b="0" i="0" u="none" strike="noStrike" kern="0" cap="none" spc="-10" normalizeH="0" baseline="0" noProof="0" dirty="0" err="1">
                <a:ln>
                  <a:noFill/>
                </a:ln>
                <a:solidFill>
                  <a:srgbClr val="12717A"/>
                </a:solidFill>
                <a:effectLst/>
                <a:uLnTx/>
                <a:uFillTx/>
                <a:latin typeface="Calibri"/>
                <a:cs typeface="Calibri"/>
              </a:rPr>
              <a:t>voies</a:t>
            </a:r>
            <a:endParaRPr kumimoji="0" sz="2000" b="0" i="0" u="none" strike="noStrike" kern="0" cap="none" spc="0" normalizeH="0" baseline="0" noProof="0" dirty="0">
              <a:ln>
                <a:noFill/>
              </a:ln>
              <a:solidFill>
                <a:sysClr val="windowText" lastClr="000000"/>
              </a:solidFill>
              <a:effectLst/>
              <a:uLnTx/>
              <a:uFillTx/>
              <a:latin typeface="Calibri"/>
              <a:cs typeface="Calibri"/>
            </a:endParaRPr>
          </a:p>
        </p:txBody>
      </p:sp>
      <p:pic>
        <p:nvPicPr>
          <p:cNvPr id="5" name="object 5"/>
          <p:cNvPicPr/>
          <p:nvPr/>
        </p:nvPicPr>
        <p:blipFill>
          <a:blip r:embed="rId2" cstate="print"/>
          <a:stretch>
            <a:fillRect/>
          </a:stretch>
        </p:blipFill>
        <p:spPr>
          <a:xfrm>
            <a:off x="1014785" y="2443550"/>
            <a:ext cx="2179537" cy="293074"/>
          </a:xfrm>
          <a:prstGeom prst="rect">
            <a:avLst/>
          </a:prstGeom>
        </p:spPr>
      </p:pic>
      <p:pic>
        <p:nvPicPr>
          <p:cNvPr id="6" name="object 6"/>
          <p:cNvPicPr/>
          <p:nvPr/>
        </p:nvPicPr>
        <p:blipFill>
          <a:blip r:embed="rId3" cstate="print"/>
          <a:stretch>
            <a:fillRect/>
          </a:stretch>
        </p:blipFill>
        <p:spPr>
          <a:xfrm>
            <a:off x="4294429" y="2127180"/>
            <a:ext cx="2176558" cy="644046"/>
          </a:xfrm>
          <a:prstGeom prst="rect">
            <a:avLst/>
          </a:prstGeom>
        </p:spPr>
      </p:pic>
      <p:pic>
        <p:nvPicPr>
          <p:cNvPr id="7" name="object 7"/>
          <p:cNvPicPr/>
          <p:nvPr/>
        </p:nvPicPr>
        <p:blipFill>
          <a:blip r:embed="rId4" cstate="print"/>
          <a:stretch>
            <a:fillRect/>
          </a:stretch>
        </p:blipFill>
        <p:spPr>
          <a:xfrm>
            <a:off x="7330058" y="2197302"/>
            <a:ext cx="2612946" cy="636981"/>
          </a:xfrm>
          <a:prstGeom prst="rect">
            <a:avLst/>
          </a:prstGeom>
        </p:spPr>
      </p:pic>
      <p:graphicFrame>
        <p:nvGraphicFramePr>
          <p:cNvPr id="8" name="object 8"/>
          <p:cNvGraphicFramePr>
            <a:graphicFrameLocks noGrp="1"/>
          </p:cNvGraphicFramePr>
          <p:nvPr/>
        </p:nvGraphicFramePr>
        <p:xfrm>
          <a:off x="564122" y="2861013"/>
          <a:ext cx="9618979" cy="1111250"/>
        </p:xfrm>
        <a:graphic>
          <a:graphicData uri="http://schemas.openxmlformats.org/drawingml/2006/table">
            <a:tbl>
              <a:tblPr firstRow="1" bandRow="1">
                <a:tableStyleId>{2D5ABB26-0587-4C30-8999-92F81FD0307C}</a:tableStyleId>
              </a:tblPr>
              <a:tblGrid>
                <a:gridCol w="3176270">
                  <a:extLst>
                    <a:ext uri="{9D8B030D-6E8A-4147-A177-3AD203B41FA5}">
                      <a16:colId xmlns:a16="http://schemas.microsoft.com/office/drawing/2014/main" val="20000"/>
                    </a:ext>
                  </a:extLst>
                </a:gridCol>
                <a:gridCol w="3056889">
                  <a:extLst>
                    <a:ext uri="{9D8B030D-6E8A-4147-A177-3AD203B41FA5}">
                      <a16:colId xmlns:a16="http://schemas.microsoft.com/office/drawing/2014/main" val="20001"/>
                    </a:ext>
                  </a:extLst>
                </a:gridCol>
                <a:gridCol w="3385820">
                  <a:extLst>
                    <a:ext uri="{9D8B030D-6E8A-4147-A177-3AD203B41FA5}">
                      <a16:colId xmlns:a16="http://schemas.microsoft.com/office/drawing/2014/main" val="20002"/>
                    </a:ext>
                  </a:extLst>
                </a:gridCol>
              </a:tblGrid>
              <a:tr h="433070">
                <a:tc>
                  <a:txBody>
                    <a:bodyPr/>
                    <a:lstStyle/>
                    <a:p>
                      <a:pPr marL="29209" algn="ctr">
                        <a:lnSpc>
                          <a:spcPct val="100000"/>
                        </a:lnSpc>
                        <a:spcBef>
                          <a:spcPts val="290"/>
                        </a:spcBef>
                      </a:pPr>
                      <a:r>
                        <a:rPr sz="2100" dirty="0">
                          <a:solidFill>
                            <a:srgbClr val="FFFFFF"/>
                          </a:solidFill>
                          <a:latin typeface="Arial"/>
                          <a:cs typeface="Arial"/>
                        </a:rPr>
                        <a:t>Première</a:t>
                      </a:r>
                      <a:r>
                        <a:rPr sz="2100" spc="-40" dirty="0">
                          <a:solidFill>
                            <a:srgbClr val="FFFFFF"/>
                          </a:solidFill>
                          <a:latin typeface="Arial"/>
                          <a:cs typeface="Arial"/>
                        </a:rPr>
                        <a:t> </a:t>
                      </a:r>
                      <a:r>
                        <a:rPr sz="2100" spc="-20" dirty="0">
                          <a:solidFill>
                            <a:srgbClr val="FFFFFF"/>
                          </a:solidFill>
                          <a:latin typeface="Arial"/>
                          <a:cs typeface="Arial"/>
                        </a:rPr>
                        <a:t>voie</a:t>
                      </a:r>
                      <a:endParaRPr sz="2100">
                        <a:latin typeface="Arial"/>
                        <a:cs typeface="Arial"/>
                      </a:endParaRPr>
                    </a:p>
                  </a:txBody>
                  <a:tcPr marL="0" marR="0" marT="36830" marB="0">
                    <a:solidFill>
                      <a:srgbClr val="92CCDC"/>
                    </a:solidFill>
                  </a:tcPr>
                </a:tc>
                <a:tc>
                  <a:txBody>
                    <a:bodyPr/>
                    <a:lstStyle/>
                    <a:p>
                      <a:pPr marL="208915" algn="ctr">
                        <a:lnSpc>
                          <a:spcPct val="100000"/>
                        </a:lnSpc>
                        <a:spcBef>
                          <a:spcPts val="290"/>
                        </a:spcBef>
                      </a:pPr>
                      <a:r>
                        <a:rPr sz="2100" dirty="0">
                          <a:solidFill>
                            <a:srgbClr val="FFFFFF"/>
                          </a:solidFill>
                          <a:latin typeface="Arial"/>
                          <a:cs typeface="Arial"/>
                        </a:rPr>
                        <a:t>Deuxième</a:t>
                      </a:r>
                      <a:r>
                        <a:rPr sz="2100" spc="-40" dirty="0">
                          <a:solidFill>
                            <a:srgbClr val="FFFFFF"/>
                          </a:solidFill>
                          <a:latin typeface="Arial"/>
                          <a:cs typeface="Arial"/>
                        </a:rPr>
                        <a:t> </a:t>
                      </a:r>
                      <a:r>
                        <a:rPr sz="2100" spc="-20" dirty="0">
                          <a:solidFill>
                            <a:srgbClr val="FFFFFF"/>
                          </a:solidFill>
                          <a:latin typeface="Arial"/>
                          <a:cs typeface="Arial"/>
                        </a:rPr>
                        <a:t>voie</a:t>
                      </a:r>
                      <a:endParaRPr sz="2100">
                        <a:latin typeface="Arial"/>
                        <a:cs typeface="Arial"/>
                      </a:endParaRPr>
                    </a:p>
                  </a:txBody>
                  <a:tcPr marL="0" marR="0" marT="36830" marB="0">
                    <a:solidFill>
                      <a:srgbClr val="92CCDC"/>
                    </a:solidFill>
                  </a:tcPr>
                </a:tc>
                <a:tc>
                  <a:txBody>
                    <a:bodyPr/>
                    <a:lstStyle/>
                    <a:p>
                      <a:pPr marL="920750">
                        <a:lnSpc>
                          <a:spcPct val="100000"/>
                        </a:lnSpc>
                        <a:spcBef>
                          <a:spcPts val="290"/>
                        </a:spcBef>
                      </a:pPr>
                      <a:r>
                        <a:rPr sz="2100" dirty="0">
                          <a:solidFill>
                            <a:srgbClr val="FFFFFF"/>
                          </a:solidFill>
                          <a:latin typeface="Arial"/>
                          <a:cs typeface="Arial"/>
                        </a:rPr>
                        <a:t>Troisième</a:t>
                      </a:r>
                      <a:r>
                        <a:rPr sz="2100" spc="-135" dirty="0">
                          <a:solidFill>
                            <a:srgbClr val="FFFFFF"/>
                          </a:solidFill>
                          <a:latin typeface="Arial"/>
                          <a:cs typeface="Arial"/>
                        </a:rPr>
                        <a:t> </a:t>
                      </a:r>
                      <a:r>
                        <a:rPr sz="2100" spc="-20" dirty="0">
                          <a:solidFill>
                            <a:srgbClr val="FFFFFF"/>
                          </a:solidFill>
                          <a:latin typeface="Arial"/>
                          <a:cs typeface="Arial"/>
                        </a:rPr>
                        <a:t>voie</a:t>
                      </a:r>
                      <a:endParaRPr sz="2100">
                        <a:latin typeface="Arial"/>
                        <a:cs typeface="Arial"/>
                      </a:endParaRPr>
                    </a:p>
                  </a:txBody>
                  <a:tcPr marL="0" marR="0" marT="36830" marB="0">
                    <a:solidFill>
                      <a:srgbClr val="92CCDC"/>
                    </a:solidFill>
                  </a:tcPr>
                </a:tc>
                <a:extLst>
                  <a:ext uri="{0D108BD9-81ED-4DB2-BD59-A6C34878D82A}">
                    <a16:rowId xmlns:a16="http://schemas.microsoft.com/office/drawing/2014/main" val="10000"/>
                  </a:ext>
                </a:extLst>
              </a:tr>
              <a:tr h="678180">
                <a:tc>
                  <a:txBody>
                    <a:bodyPr/>
                    <a:lstStyle/>
                    <a:p>
                      <a:pPr marL="29845" algn="ctr">
                        <a:lnSpc>
                          <a:spcPct val="100000"/>
                        </a:lnSpc>
                        <a:spcBef>
                          <a:spcPts val="300"/>
                        </a:spcBef>
                      </a:pPr>
                      <a:r>
                        <a:rPr sz="1900" spc="-20" dirty="0">
                          <a:latin typeface="Arial"/>
                          <a:cs typeface="Arial"/>
                        </a:rPr>
                        <a:t>Flux</a:t>
                      </a:r>
                      <a:endParaRPr sz="1900">
                        <a:latin typeface="Arial"/>
                        <a:cs typeface="Arial"/>
                      </a:endParaRPr>
                    </a:p>
                  </a:txBody>
                  <a:tcPr marL="0" marR="0" marT="38100" marB="0">
                    <a:solidFill>
                      <a:srgbClr val="DAEEF3"/>
                    </a:solidFill>
                  </a:tcPr>
                </a:tc>
                <a:tc>
                  <a:txBody>
                    <a:bodyPr/>
                    <a:lstStyle/>
                    <a:p>
                      <a:pPr marL="209550" algn="ctr">
                        <a:lnSpc>
                          <a:spcPct val="100000"/>
                        </a:lnSpc>
                        <a:spcBef>
                          <a:spcPts val="300"/>
                        </a:spcBef>
                      </a:pPr>
                      <a:r>
                        <a:rPr sz="1900" spc="-10" dirty="0">
                          <a:latin typeface="Arial"/>
                          <a:cs typeface="Arial"/>
                        </a:rPr>
                        <a:t>Feedback</a:t>
                      </a:r>
                      <a:endParaRPr sz="1900">
                        <a:latin typeface="Arial"/>
                        <a:cs typeface="Arial"/>
                      </a:endParaRPr>
                    </a:p>
                  </a:txBody>
                  <a:tcPr marL="0" marR="0" marT="38100" marB="0">
                    <a:solidFill>
                      <a:srgbClr val="DAEEF3"/>
                    </a:solidFill>
                  </a:tcPr>
                </a:tc>
                <a:tc>
                  <a:txBody>
                    <a:bodyPr/>
                    <a:lstStyle/>
                    <a:p>
                      <a:pPr marL="542290" marR="354965" indent="234315">
                        <a:lnSpc>
                          <a:spcPts val="2250"/>
                        </a:lnSpc>
                        <a:spcBef>
                          <a:spcPts val="400"/>
                        </a:spcBef>
                      </a:pPr>
                      <a:r>
                        <a:rPr sz="1900" spc="-10" dirty="0">
                          <a:latin typeface="Arial"/>
                          <a:cs typeface="Arial"/>
                        </a:rPr>
                        <a:t>Experimentation</a:t>
                      </a:r>
                      <a:r>
                        <a:rPr sz="1900" spc="-65" dirty="0">
                          <a:latin typeface="Arial"/>
                          <a:cs typeface="Arial"/>
                        </a:rPr>
                        <a:t> </a:t>
                      </a:r>
                      <a:r>
                        <a:rPr sz="1900" spc="-25" dirty="0">
                          <a:latin typeface="Arial"/>
                          <a:cs typeface="Arial"/>
                        </a:rPr>
                        <a:t>et </a:t>
                      </a:r>
                      <a:r>
                        <a:rPr sz="1900" spc="-10" dirty="0">
                          <a:latin typeface="Arial"/>
                          <a:cs typeface="Arial"/>
                        </a:rPr>
                        <a:t>apprentissage</a:t>
                      </a:r>
                      <a:r>
                        <a:rPr sz="1900" spc="-55" dirty="0">
                          <a:latin typeface="Arial"/>
                          <a:cs typeface="Arial"/>
                        </a:rPr>
                        <a:t> </a:t>
                      </a:r>
                      <a:r>
                        <a:rPr sz="1900" spc="-10" dirty="0">
                          <a:latin typeface="Arial"/>
                          <a:cs typeface="Arial"/>
                        </a:rPr>
                        <a:t>continus</a:t>
                      </a:r>
                      <a:endParaRPr sz="1900">
                        <a:latin typeface="Arial"/>
                        <a:cs typeface="Arial"/>
                      </a:endParaRPr>
                    </a:p>
                  </a:txBody>
                  <a:tcPr marL="0" marR="0" marT="50800" marB="0">
                    <a:solidFill>
                      <a:srgbClr val="DAEEF3"/>
                    </a:solidFill>
                  </a:tcPr>
                </a:tc>
                <a:extLst>
                  <a:ext uri="{0D108BD9-81ED-4DB2-BD59-A6C34878D82A}">
                    <a16:rowId xmlns:a16="http://schemas.microsoft.com/office/drawing/2014/main" val="10001"/>
                  </a:ext>
                </a:extLst>
              </a:tr>
            </a:tbl>
          </a:graphicData>
        </a:graphic>
      </p:graphicFrame>
      <p:sp>
        <p:nvSpPr>
          <p:cNvPr id="13" name="object 13"/>
          <p:cNvSpPr txBox="1">
            <a:spLocks noGrp="1"/>
          </p:cNvSpPr>
          <p:nvPr>
            <p:ph type="sldNum" sz="quarter" idx="7"/>
          </p:nvPr>
        </p:nvSpPr>
        <p:spPr>
          <a:prstGeom prst="rect">
            <a:avLst/>
          </a:prstGeom>
        </p:spPr>
        <p:txBody>
          <a:bodyPr vert="horz" wrap="square" lIns="0" tIns="8255" rIns="0" bIns="0" rtlCol="0">
            <a:spAutoFit/>
          </a:bodyPr>
          <a:lstStyle/>
          <a:p>
            <a:pPr marL="80010" marR="0" lvl="0" indent="0" defTabSz="914400" eaLnBrk="1" fontAlgn="auto" latinLnBrk="0" hangingPunct="1">
              <a:lnSpc>
                <a:spcPct val="100000"/>
              </a:lnSpc>
              <a:spcBef>
                <a:spcPts val="65"/>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prstClr val="white"/>
                </a:solidFill>
                <a:effectLst/>
                <a:uLnTx/>
                <a:uFillTx/>
                <a:latin typeface="Calibri"/>
                <a:cs typeface="Calibri"/>
              </a:rPr>
              <a:pPr marL="80010" marR="0" lvl="0" indent="0" defTabSz="914400" eaLnBrk="1" fontAlgn="auto" latinLnBrk="0" hangingPunct="1">
                <a:lnSpc>
                  <a:spcPct val="100000"/>
                </a:lnSpc>
                <a:spcBef>
                  <a:spcPts val="65"/>
                </a:spcBef>
                <a:spcAft>
                  <a:spcPts val="0"/>
                </a:spcAft>
                <a:buClrTx/>
                <a:buSzTx/>
                <a:buFontTx/>
                <a:buNone/>
                <a:tabLst/>
                <a:defRPr/>
              </a:pPr>
              <a:t>18</a:t>
            </a:fld>
            <a:endParaRPr kumimoji="0" sz="1200" b="0" i="0" u="none" strike="noStrike" kern="0" cap="none" spc="-25" normalizeH="0" baseline="0" noProof="0" dirty="0">
              <a:ln>
                <a:noFill/>
              </a:ln>
              <a:solidFill>
                <a:prstClr val="white"/>
              </a:solidFill>
              <a:effectLst/>
              <a:uLnTx/>
              <a:uFillTx/>
              <a:latin typeface="Calibri"/>
              <a:cs typeface="Calibri"/>
            </a:endParaRPr>
          </a:p>
        </p:txBody>
      </p:sp>
      <p:sp>
        <p:nvSpPr>
          <p:cNvPr id="9" name="object 9"/>
          <p:cNvSpPr txBox="1"/>
          <p:nvPr/>
        </p:nvSpPr>
        <p:spPr>
          <a:xfrm>
            <a:off x="656198" y="3999711"/>
            <a:ext cx="2870200" cy="516890"/>
          </a:xfrm>
          <a:prstGeom prst="rect">
            <a:avLst/>
          </a:prstGeom>
        </p:spPr>
        <p:txBody>
          <a:bodyPr vert="horz" wrap="square" lIns="0" tIns="8890" rIns="0" bIns="0" rtlCol="0">
            <a:spAutoFit/>
          </a:bodyPr>
          <a:lstStyle/>
          <a:p>
            <a:pPr marL="12700" marR="5080" lvl="0" indent="0" defTabSz="914400" eaLnBrk="1" fontAlgn="auto" latinLnBrk="0" hangingPunct="1">
              <a:lnSpc>
                <a:spcPct val="101600"/>
              </a:lnSpc>
              <a:spcBef>
                <a:spcPts val="70"/>
              </a:spcBef>
              <a:spcAft>
                <a:spcPts val="0"/>
              </a:spcAft>
              <a:buClrTx/>
              <a:buSzTx/>
              <a:buFontTx/>
              <a:buNone/>
              <a:tabLst/>
              <a:defRPr/>
            </a:pPr>
            <a:r>
              <a:rPr kumimoji="0" sz="1600" b="0" i="0" u="none" strike="noStrike" kern="0" cap="none" spc="0" normalizeH="0" baseline="0" noProof="0" dirty="0">
                <a:ln>
                  <a:noFill/>
                </a:ln>
                <a:solidFill>
                  <a:sysClr val="windowText" lastClr="000000"/>
                </a:solidFill>
                <a:effectLst/>
                <a:uLnTx/>
                <a:uFillTx/>
                <a:latin typeface="Arial"/>
                <a:cs typeface="Arial"/>
              </a:rPr>
              <a:t>Comprendre</a:t>
            </a:r>
            <a:r>
              <a:rPr kumimoji="0" sz="1600" b="0" i="0" u="none" strike="noStrike" kern="0" cap="none" spc="-25" normalizeH="0" baseline="0" noProof="0" dirty="0">
                <a:ln>
                  <a:noFill/>
                </a:ln>
                <a:solidFill>
                  <a:sysClr val="windowText" lastClr="000000"/>
                </a:solidFill>
                <a:effectLst/>
                <a:uLnTx/>
                <a:uFillTx/>
                <a:latin typeface="Arial"/>
                <a:cs typeface="Arial"/>
              </a:rPr>
              <a:t> </a:t>
            </a:r>
            <a:r>
              <a:rPr kumimoji="0" sz="1600" b="0" i="0" u="none" strike="noStrike" kern="0" cap="none" spc="0" normalizeH="0" baseline="0" noProof="0" dirty="0">
                <a:ln>
                  <a:noFill/>
                </a:ln>
                <a:solidFill>
                  <a:sysClr val="windowText" lastClr="000000"/>
                </a:solidFill>
                <a:effectLst/>
                <a:uLnTx/>
                <a:uFillTx/>
                <a:latin typeface="Arial"/>
                <a:cs typeface="Arial"/>
              </a:rPr>
              <a:t>et</a:t>
            </a:r>
            <a:r>
              <a:rPr kumimoji="0" sz="1600" b="0" i="0" u="none" strike="noStrike" kern="0" cap="none" spc="-20" normalizeH="0" baseline="0" noProof="0" dirty="0">
                <a:ln>
                  <a:noFill/>
                </a:ln>
                <a:solidFill>
                  <a:sysClr val="windowText" lastClr="000000"/>
                </a:solidFill>
                <a:effectLst/>
                <a:uLnTx/>
                <a:uFillTx/>
                <a:latin typeface="Arial"/>
                <a:cs typeface="Arial"/>
              </a:rPr>
              <a:t> </a:t>
            </a:r>
            <a:r>
              <a:rPr kumimoji="0" sz="1600" b="0" i="0" u="none" strike="noStrike" kern="0" cap="none" spc="0" normalizeH="0" baseline="0" noProof="0" dirty="0">
                <a:ln>
                  <a:noFill/>
                </a:ln>
                <a:solidFill>
                  <a:sysClr val="windowText" lastClr="000000"/>
                </a:solidFill>
                <a:effectLst/>
                <a:uLnTx/>
                <a:uFillTx/>
                <a:latin typeface="Arial"/>
                <a:cs typeface="Arial"/>
              </a:rPr>
              <a:t>améliorer</a:t>
            </a:r>
            <a:r>
              <a:rPr kumimoji="0" sz="1600" b="0" i="0" u="none" strike="noStrike" kern="0" cap="none" spc="-25" normalizeH="0" baseline="0" noProof="0" dirty="0">
                <a:ln>
                  <a:noFill/>
                </a:ln>
                <a:solidFill>
                  <a:sysClr val="windowText" lastClr="000000"/>
                </a:solidFill>
                <a:effectLst/>
                <a:uLnTx/>
                <a:uFillTx/>
                <a:latin typeface="Arial"/>
                <a:cs typeface="Arial"/>
              </a:rPr>
              <a:t> </a:t>
            </a:r>
            <a:r>
              <a:rPr kumimoji="0" sz="1600" b="0" i="0" u="none" strike="noStrike" kern="0" cap="none" spc="0" normalizeH="0" baseline="0" noProof="0" dirty="0">
                <a:ln>
                  <a:noFill/>
                </a:ln>
                <a:solidFill>
                  <a:sysClr val="windowText" lastClr="000000"/>
                </a:solidFill>
                <a:effectLst/>
                <a:uLnTx/>
                <a:uFillTx/>
                <a:latin typeface="Arial"/>
                <a:cs typeface="Arial"/>
              </a:rPr>
              <a:t>le</a:t>
            </a:r>
            <a:r>
              <a:rPr kumimoji="0" sz="1600" b="0" i="0" u="none" strike="noStrike" kern="0" cap="none" spc="-20" normalizeH="0" baseline="0" noProof="0" dirty="0">
                <a:ln>
                  <a:noFill/>
                </a:ln>
                <a:solidFill>
                  <a:sysClr val="windowText" lastClr="000000"/>
                </a:solidFill>
                <a:effectLst/>
                <a:uLnTx/>
                <a:uFillTx/>
                <a:latin typeface="Arial"/>
                <a:cs typeface="Arial"/>
              </a:rPr>
              <a:t> flux </a:t>
            </a:r>
            <a:r>
              <a:rPr kumimoji="0" sz="1600" b="0" i="0" u="none" strike="noStrike" kern="0" cap="none" spc="0" normalizeH="0" baseline="0" noProof="0" dirty="0">
                <a:ln>
                  <a:noFill/>
                </a:ln>
                <a:solidFill>
                  <a:sysClr val="windowText" lastClr="000000"/>
                </a:solidFill>
                <a:effectLst/>
                <a:uLnTx/>
                <a:uFillTx/>
                <a:latin typeface="Arial"/>
                <a:cs typeface="Arial"/>
              </a:rPr>
              <a:t>de</a:t>
            </a:r>
            <a:r>
              <a:rPr kumimoji="0" sz="1600" b="0" i="0" u="none" strike="noStrike" kern="0" cap="none" spc="-20" normalizeH="0" baseline="0" noProof="0" dirty="0">
                <a:ln>
                  <a:noFill/>
                </a:ln>
                <a:solidFill>
                  <a:sysClr val="windowText" lastClr="000000"/>
                </a:solidFill>
                <a:effectLst/>
                <a:uLnTx/>
                <a:uFillTx/>
                <a:latin typeface="Arial"/>
                <a:cs typeface="Arial"/>
              </a:rPr>
              <a:t> </a:t>
            </a:r>
            <a:r>
              <a:rPr kumimoji="0" sz="1600" b="0" i="0" u="none" strike="noStrike" kern="0" cap="none" spc="0" normalizeH="0" baseline="0" noProof="0" dirty="0">
                <a:ln>
                  <a:noFill/>
                </a:ln>
                <a:solidFill>
                  <a:sysClr val="windowText" lastClr="000000"/>
                </a:solidFill>
                <a:effectLst/>
                <a:uLnTx/>
                <a:uFillTx/>
                <a:latin typeface="Arial"/>
                <a:cs typeface="Arial"/>
              </a:rPr>
              <a:t>travail</a:t>
            </a:r>
            <a:r>
              <a:rPr kumimoji="0" sz="1600" b="0" i="0" u="none" strike="noStrike" kern="0" cap="none" spc="-20" normalizeH="0" baseline="0" noProof="0" dirty="0">
                <a:ln>
                  <a:noFill/>
                </a:ln>
                <a:solidFill>
                  <a:sysClr val="windowText" lastClr="000000"/>
                </a:solidFill>
                <a:effectLst/>
                <a:uLnTx/>
                <a:uFillTx/>
                <a:latin typeface="Arial"/>
                <a:cs typeface="Arial"/>
              </a:rPr>
              <a:t> </a:t>
            </a:r>
            <a:r>
              <a:rPr kumimoji="0" sz="1600" b="0" i="0" u="none" strike="noStrike" kern="0" cap="none" spc="0" normalizeH="0" baseline="0" noProof="0" dirty="0">
                <a:ln>
                  <a:noFill/>
                </a:ln>
                <a:solidFill>
                  <a:sysClr val="windowText" lastClr="000000"/>
                </a:solidFill>
                <a:effectLst/>
                <a:uLnTx/>
                <a:uFillTx/>
                <a:latin typeface="Arial"/>
                <a:cs typeface="Arial"/>
              </a:rPr>
              <a:t>(de</a:t>
            </a:r>
            <a:r>
              <a:rPr kumimoji="0" sz="1600" b="0" i="0" u="none" strike="noStrike" kern="0" cap="none" spc="-20" normalizeH="0" baseline="0" noProof="0" dirty="0">
                <a:ln>
                  <a:noFill/>
                </a:ln>
                <a:solidFill>
                  <a:sysClr val="windowText" lastClr="000000"/>
                </a:solidFill>
                <a:effectLst/>
                <a:uLnTx/>
                <a:uFillTx/>
                <a:latin typeface="Arial"/>
                <a:cs typeface="Arial"/>
              </a:rPr>
              <a:t> </a:t>
            </a:r>
            <a:r>
              <a:rPr kumimoji="0" sz="1600" b="0" i="0" u="none" strike="noStrike" kern="0" cap="none" spc="0" normalizeH="0" baseline="0" noProof="0" dirty="0">
                <a:ln>
                  <a:noFill/>
                </a:ln>
                <a:solidFill>
                  <a:sysClr val="windowText" lastClr="000000"/>
                </a:solidFill>
                <a:effectLst/>
                <a:uLnTx/>
                <a:uFillTx/>
                <a:latin typeface="Arial"/>
                <a:cs typeface="Arial"/>
              </a:rPr>
              <a:t>gauche</a:t>
            </a:r>
            <a:r>
              <a:rPr kumimoji="0" sz="1600" b="0" i="0" u="none" strike="noStrike" kern="0" cap="none" spc="-20" normalizeH="0" baseline="0" noProof="0" dirty="0">
                <a:ln>
                  <a:noFill/>
                </a:ln>
                <a:solidFill>
                  <a:sysClr val="windowText" lastClr="000000"/>
                </a:solidFill>
                <a:effectLst/>
                <a:uLnTx/>
                <a:uFillTx/>
                <a:latin typeface="Arial"/>
                <a:cs typeface="Arial"/>
              </a:rPr>
              <a:t> </a:t>
            </a:r>
            <a:r>
              <a:rPr kumimoji="0" sz="1600" b="0" i="0" u="none" strike="noStrike" kern="0" cap="none" spc="0" normalizeH="0" baseline="0" noProof="0" dirty="0">
                <a:ln>
                  <a:noFill/>
                </a:ln>
                <a:solidFill>
                  <a:sysClr val="windowText" lastClr="000000"/>
                </a:solidFill>
                <a:effectLst/>
                <a:uLnTx/>
                <a:uFillTx/>
                <a:latin typeface="Arial"/>
                <a:cs typeface="Arial"/>
              </a:rPr>
              <a:t>à</a:t>
            </a:r>
            <a:r>
              <a:rPr kumimoji="0" sz="1600" b="0" i="0" u="none" strike="noStrike" kern="0" cap="none" spc="-15" normalizeH="0" baseline="0" noProof="0" dirty="0">
                <a:ln>
                  <a:noFill/>
                </a:ln>
                <a:solidFill>
                  <a:sysClr val="windowText" lastClr="000000"/>
                </a:solidFill>
                <a:effectLst/>
                <a:uLnTx/>
                <a:uFillTx/>
                <a:latin typeface="Arial"/>
                <a:cs typeface="Arial"/>
              </a:rPr>
              <a:t> </a:t>
            </a:r>
            <a:r>
              <a:rPr kumimoji="0" sz="1600" b="0" i="0" u="none" strike="noStrike" kern="0" cap="none" spc="-10" normalizeH="0" baseline="0" noProof="0" dirty="0">
                <a:ln>
                  <a:noFill/>
                </a:ln>
                <a:solidFill>
                  <a:sysClr val="windowText" lastClr="000000"/>
                </a:solidFill>
                <a:effectLst/>
                <a:uLnTx/>
                <a:uFillTx/>
                <a:latin typeface="Arial"/>
                <a:cs typeface="Arial"/>
              </a:rPr>
              <a:t>droite)</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10" name="object 10"/>
          <p:cNvSpPr txBox="1"/>
          <p:nvPr/>
        </p:nvSpPr>
        <p:spPr>
          <a:xfrm>
            <a:off x="3862797" y="3999711"/>
            <a:ext cx="2837815" cy="764540"/>
          </a:xfrm>
          <a:prstGeom prst="rect">
            <a:avLst/>
          </a:prstGeom>
        </p:spPr>
        <p:txBody>
          <a:bodyPr vert="horz" wrap="square" lIns="0" tIns="8890" rIns="0" bIns="0" rtlCol="0">
            <a:spAutoFit/>
          </a:bodyPr>
          <a:lstStyle/>
          <a:p>
            <a:pPr marL="12700" marR="5080" lvl="0" indent="0" defTabSz="914400" eaLnBrk="1" fontAlgn="auto" latinLnBrk="0" hangingPunct="1">
              <a:lnSpc>
                <a:spcPct val="101600"/>
              </a:lnSpc>
              <a:spcBef>
                <a:spcPts val="70"/>
              </a:spcBef>
              <a:spcAft>
                <a:spcPts val="0"/>
              </a:spcAft>
              <a:buClrTx/>
              <a:buSzTx/>
              <a:buFontTx/>
              <a:buNone/>
              <a:tabLst/>
              <a:defRPr/>
            </a:pPr>
            <a:r>
              <a:rPr kumimoji="0" sz="1600" b="0" i="0" u="none" strike="noStrike" kern="0" cap="none" spc="0" normalizeH="0" baseline="0" noProof="0" dirty="0">
                <a:ln>
                  <a:noFill/>
                </a:ln>
                <a:solidFill>
                  <a:sysClr val="windowText" lastClr="000000"/>
                </a:solidFill>
                <a:effectLst/>
                <a:uLnTx/>
                <a:uFillTx/>
                <a:latin typeface="Arial"/>
                <a:cs typeface="Arial"/>
              </a:rPr>
              <a:t>Créer</a:t>
            </a:r>
            <a:r>
              <a:rPr kumimoji="0" sz="1600" b="0" i="0" u="none" strike="noStrike" kern="0" cap="none" spc="-10" normalizeH="0" baseline="0" noProof="0" dirty="0">
                <a:ln>
                  <a:noFill/>
                </a:ln>
                <a:solidFill>
                  <a:sysClr val="windowText" lastClr="000000"/>
                </a:solidFill>
                <a:effectLst/>
                <a:uLnTx/>
                <a:uFillTx/>
                <a:latin typeface="Arial"/>
                <a:cs typeface="Arial"/>
              </a:rPr>
              <a:t> </a:t>
            </a:r>
            <a:r>
              <a:rPr kumimoji="0" sz="1600" b="0" i="0" u="none" strike="noStrike" kern="0" cap="none" spc="0" normalizeH="0" baseline="0" noProof="0" dirty="0">
                <a:ln>
                  <a:noFill/>
                </a:ln>
                <a:solidFill>
                  <a:sysClr val="windowText" lastClr="000000"/>
                </a:solidFill>
                <a:effectLst/>
                <a:uLnTx/>
                <a:uFillTx/>
                <a:latin typeface="Arial"/>
                <a:cs typeface="Arial"/>
              </a:rPr>
              <a:t>des</a:t>
            </a:r>
            <a:r>
              <a:rPr kumimoji="0" sz="1600" b="0" i="0" u="none" strike="noStrike" kern="0" cap="none" spc="-5" normalizeH="0" baseline="0" noProof="0" dirty="0">
                <a:ln>
                  <a:noFill/>
                </a:ln>
                <a:solidFill>
                  <a:sysClr val="windowText" lastClr="000000"/>
                </a:solidFill>
                <a:effectLst/>
                <a:uLnTx/>
                <a:uFillTx/>
                <a:latin typeface="Arial"/>
                <a:cs typeface="Arial"/>
              </a:rPr>
              <a:t> </a:t>
            </a:r>
            <a:r>
              <a:rPr kumimoji="0" sz="1600" b="0" i="0" u="none" strike="noStrike" kern="0" cap="none" spc="0" normalizeH="0" baseline="0" noProof="0" dirty="0">
                <a:ln>
                  <a:noFill/>
                </a:ln>
                <a:solidFill>
                  <a:sysClr val="windowText" lastClr="000000"/>
                </a:solidFill>
                <a:effectLst/>
                <a:uLnTx/>
                <a:uFillTx/>
                <a:latin typeface="Arial"/>
                <a:cs typeface="Arial"/>
              </a:rPr>
              <a:t>boucles</a:t>
            </a:r>
            <a:r>
              <a:rPr kumimoji="0" sz="1600" b="0" i="0" u="none" strike="noStrike" kern="0" cap="none" spc="-5" normalizeH="0" baseline="0" noProof="0" dirty="0">
                <a:ln>
                  <a:noFill/>
                </a:ln>
                <a:solidFill>
                  <a:sysClr val="windowText" lastClr="000000"/>
                </a:solidFill>
                <a:effectLst/>
                <a:uLnTx/>
                <a:uFillTx/>
                <a:latin typeface="Arial"/>
                <a:cs typeface="Arial"/>
              </a:rPr>
              <a:t> </a:t>
            </a:r>
            <a:r>
              <a:rPr kumimoji="0" sz="1600" b="0" i="0" u="none" strike="noStrike" kern="0" cap="none" spc="0" normalizeH="0" baseline="0" noProof="0" dirty="0">
                <a:ln>
                  <a:noFill/>
                </a:ln>
                <a:solidFill>
                  <a:sysClr val="windowText" lastClr="000000"/>
                </a:solidFill>
                <a:effectLst/>
                <a:uLnTx/>
                <a:uFillTx/>
                <a:latin typeface="Arial"/>
                <a:cs typeface="Arial"/>
              </a:rPr>
              <a:t>de</a:t>
            </a:r>
            <a:r>
              <a:rPr kumimoji="0" sz="1600" b="0" i="0" u="none" strike="noStrike" kern="0" cap="none" spc="-5" normalizeH="0" baseline="0" noProof="0" dirty="0">
                <a:ln>
                  <a:noFill/>
                </a:ln>
                <a:solidFill>
                  <a:sysClr val="windowText" lastClr="000000"/>
                </a:solidFill>
                <a:effectLst/>
                <a:uLnTx/>
                <a:uFillTx/>
                <a:latin typeface="Arial"/>
                <a:cs typeface="Arial"/>
              </a:rPr>
              <a:t> </a:t>
            </a:r>
            <a:r>
              <a:rPr kumimoji="0" sz="1600" b="0" i="0" u="none" strike="noStrike" kern="0" cap="none" spc="-10" normalizeH="0" baseline="0" noProof="0" dirty="0">
                <a:ln>
                  <a:noFill/>
                </a:ln>
                <a:solidFill>
                  <a:sysClr val="windowText" lastClr="000000"/>
                </a:solidFill>
                <a:effectLst/>
                <a:uLnTx/>
                <a:uFillTx/>
                <a:latin typeface="Arial"/>
                <a:cs typeface="Arial"/>
              </a:rPr>
              <a:t>feedback permettant</a:t>
            </a:r>
            <a:r>
              <a:rPr kumimoji="0" sz="1600" b="0" i="0" u="none" strike="noStrike" kern="0" cap="none" spc="-25" normalizeH="0" baseline="0" noProof="0" dirty="0">
                <a:ln>
                  <a:noFill/>
                </a:ln>
                <a:solidFill>
                  <a:sysClr val="windowText" lastClr="000000"/>
                </a:solidFill>
                <a:effectLst/>
                <a:uLnTx/>
                <a:uFillTx/>
                <a:latin typeface="Arial"/>
                <a:cs typeface="Arial"/>
              </a:rPr>
              <a:t> </a:t>
            </a:r>
            <a:r>
              <a:rPr kumimoji="0" sz="1600" b="0" i="0" u="none" strike="noStrike" kern="0" cap="none" spc="0" normalizeH="0" baseline="0" noProof="0" dirty="0">
                <a:ln>
                  <a:noFill/>
                </a:ln>
                <a:solidFill>
                  <a:sysClr val="windowText" lastClr="000000"/>
                </a:solidFill>
                <a:effectLst/>
                <a:uLnTx/>
                <a:uFillTx/>
                <a:latin typeface="Arial"/>
                <a:cs typeface="Arial"/>
              </a:rPr>
              <a:t>une</a:t>
            </a:r>
            <a:r>
              <a:rPr kumimoji="0" sz="1600" b="0" i="0" u="none" strike="noStrike" kern="0" cap="none" spc="-20" normalizeH="0" baseline="0" noProof="0" dirty="0">
                <a:ln>
                  <a:noFill/>
                </a:ln>
                <a:solidFill>
                  <a:sysClr val="windowText" lastClr="000000"/>
                </a:solidFill>
                <a:effectLst/>
                <a:uLnTx/>
                <a:uFillTx/>
                <a:latin typeface="Arial"/>
                <a:cs typeface="Arial"/>
              </a:rPr>
              <a:t> </a:t>
            </a:r>
            <a:r>
              <a:rPr kumimoji="0" sz="1600" b="0" i="0" u="none" strike="noStrike" kern="0" cap="none" spc="-10" normalizeH="0" baseline="0" noProof="0" dirty="0">
                <a:ln>
                  <a:noFill/>
                </a:ln>
                <a:solidFill>
                  <a:sysClr val="windowText" lastClr="000000"/>
                </a:solidFill>
                <a:effectLst/>
                <a:uLnTx/>
                <a:uFillTx/>
                <a:latin typeface="Arial"/>
                <a:cs typeface="Arial"/>
              </a:rPr>
              <a:t>amélioration </a:t>
            </a:r>
            <a:r>
              <a:rPr kumimoji="0" sz="1600" b="0" i="0" u="none" strike="noStrike" kern="0" cap="none" spc="0" normalizeH="0" baseline="0" noProof="0" dirty="0">
                <a:ln>
                  <a:noFill/>
                </a:ln>
                <a:solidFill>
                  <a:sysClr val="windowText" lastClr="000000"/>
                </a:solidFill>
                <a:effectLst/>
                <a:uLnTx/>
                <a:uFillTx/>
                <a:latin typeface="Arial"/>
                <a:cs typeface="Arial"/>
              </a:rPr>
              <a:t>continue</a:t>
            </a:r>
            <a:r>
              <a:rPr kumimoji="0" sz="1600" b="0" i="0" u="none" strike="noStrike" kern="0" cap="none" spc="-35" normalizeH="0" baseline="0" noProof="0" dirty="0">
                <a:ln>
                  <a:noFill/>
                </a:ln>
                <a:solidFill>
                  <a:sysClr val="windowText" lastClr="000000"/>
                </a:solidFill>
                <a:effectLst/>
                <a:uLnTx/>
                <a:uFillTx/>
                <a:latin typeface="Arial"/>
                <a:cs typeface="Arial"/>
              </a:rPr>
              <a:t> </a:t>
            </a:r>
            <a:r>
              <a:rPr kumimoji="0" sz="1600" b="0" i="0" u="none" strike="noStrike" kern="0" cap="none" spc="0" normalizeH="0" baseline="0" noProof="0" dirty="0">
                <a:ln>
                  <a:noFill/>
                </a:ln>
                <a:solidFill>
                  <a:sysClr val="windowText" lastClr="000000"/>
                </a:solidFill>
                <a:effectLst/>
                <a:uLnTx/>
                <a:uFillTx/>
                <a:latin typeface="Arial"/>
                <a:cs typeface="Arial"/>
              </a:rPr>
              <a:t>(de</a:t>
            </a:r>
            <a:r>
              <a:rPr kumimoji="0" sz="1600" b="0" i="0" u="none" strike="noStrike" kern="0" cap="none" spc="-20" normalizeH="0" baseline="0" noProof="0" dirty="0">
                <a:ln>
                  <a:noFill/>
                </a:ln>
                <a:solidFill>
                  <a:sysClr val="windowText" lastClr="000000"/>
                </a:solidFill>
                <a:effectLst/>
                <a:uLnTx/>
                <a:uFillTx/>
                <a:latin typeface="Arial"/>
                <a:cs typeface="Arial"/>
              </a:rPr>
              <a:t> </a:t>
            </a:r>
            <a:r>
              <a:rPr kumimoji="0" sz="1600" b="0" i="0" u="none" strike="noStrike" kern="0" cap="none" spc="0" normalizeH="0" baseline="0" noProof="0" dirty="0">
                <a:ln>
                  <a:noFill/>
                </a:ln>
                <a:solidFill>
                  <a:sysClr val="windowText" lastClr="000000"/>
                </a:solidFill>
                <a:effectLst/>
                <a:uLnTx/>
                <a:uFillTx/>
                <a:latin typeface="Arial"/>
                <a:cs typeface="Arial"/>
              </a:rPr>
              <a:t>droite</a:t>
            </a:r>
            <a:r>
              <a:rPr kumimoji="0" sz="1600" b="0" i="0" u="none" strike="noStrike" kern="0" cap="none" spc="-25" normalizeH="0" baseline="0" noProof="0" dirty="0">
                <a:ln>
                  <a:noFill/>
                </a:ln>
                <a:solidFill>
                  <a:sysClr val="windowText" lastClr="000000"/>
                </a:solidFill>
                <a:effectLst/>
                <a:uLnTx/>
                <a:uFillTx/>
                <a:latin typeface="Arial"/>
                <a:cs typeface="Arial"/>
              </a:rPr>
              <a:t> </a:t>
            </a:r>
            <a:r>
              <a:rPr kumimoji="0" sz="1600" b="0" i="0" u="none" strike="noStrike" kern="0" cap="none" spc="0" normalizeH="0" baseline="0" noProof="0" dirty="0">
                <a:ln>
                  <a:noFill/>
                </a:ln>
                <a:solidFill>
                  <a:sysClr val="windowText" lastClr="000000"/>
                </a:solidFill>
                <a:effectLst/>
                <a:uLnTx/>
                <a:uFillTx/>
                <a:latin typeface="Arial"/>
                <a:cs typeface="Arial"/>
              </a:rPr>
              <a:t>à</a:t>
            </a:r>
            <a:r>
              <a:rPr kumimoji="0" sz="1600" b="0" i="0" u="none" strike="noStrike" kern="0" cap="none" spc="-20" normalizeH="0" baseline="0" noProof="0" dirty="0">
                <a:ln>
                  <a:noFill/>
                </a:ln>
                <a:solidFill>
                  <a:sysClr val="windowText" lastClr="000000"/>
                </a:solidFill>
                <a:effectLst/>
                <a:uLnTx/>
                <a:uFillTx/>
                <a:latin typeface="Arial"/>
                <a:cs typeface="Arial"/>
              </a:rPr>
              <a:t> </a:t>
            </a:r>
            <a:r>
              <a:rPr kumimoji="0" sz="1600" b="0" i="0" u="none" strike="noStrike" kern="0" cap="none" spc="-10" normalizeH="0" baseline="0" noProof="0" dirty="0">
                <a:ln>
                  <a:noFill/>
                </a:ln>
                <a:solidFill>
                  <a:sysClr val="windowText" lastClr="000000"/>
                </a:solidFill>
                <a:effectLst/>
                <a:uLnTx/>
                <a:uFillTx/>
                <a:latin typeface="Arial"/>
                <a:cs typeface="Arial"/>
              </a:rPr>
              <a:t>gauche)</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11" name="object 11"/>
          <p:cNvSpPr txBox="1"/>
          <p:nvPr/>
        </p:nvSpPr>
        <p:spPr>
          <a:xfrm>
            <a:off x="7069397" y="3999711"/>
            <a:ext cx="2802890" cy="26924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600" b="0" i="0" u="none" strike="noStrike" kern="0" cap="none" spc="0" normalizeH="0" baseline="0" noProof="0" dirty="0">
                <a:ln>
                  <a:noFill/>
                </a:ln>
                <a:solidFill>
                  <a:sysClr val="windowText" lastClr="000000"/>
                </a:solidFill>
                <a:effectLst/>
                <a:uLnTx/>
                <a:uFillTx/>
                <a:latin typeface="Arial"/>
                <a:cs typeface="Arial"/>
              </a:rPr>
              <a:t>Créer</a:t>
            </a:r>
            <a:r>
              <a:rPr kumimoji="0" sz="1600" b="0" i="0" u="none" strike="noStrike" kern="0" cap="none" spc="-35" normalizeH="0" baseline="0" noProof="0" dirty="0">
                <a:ln>
                  <a:noFill/>
                </a:ln>
                <a:solidFill>
                  <a:sysClr val="windowText" lastClr="000000"/>
                </a:solidFill>
                <a:effectLst/>
                <a:uLnTx/>
                <a:uFillTx/>
                <a:latin typeface="Arial"/>
                <a:cs typeface="Arial"/>
              </a:rPr>
              <a:t> </a:t>
            </a:r>
            <a:r>
              <a:rPr kumimoji="0" sz="1600" b="0" i="0" u="none" strike="noStrike" kern="0" cap="none" spc="0" normalizeH="0" baseline="0" noProof="0" dirty="0">
                <a:ln>
                  <a:noFill/>
                </a:ln>
                <a:solidFill>
                  <a:sysClr val="windowText" lastClr="000000"/>
                </a:solidFill>
                <a:effectLst/>
                <a:uLnTx/>
                <a:uFillTx/>
                <a:latin typeface="Arial"/>
                <a:cs typeface="Arial"/>
              </a:rPr>
              <a:t>une</a:t>
            </a:r>
            <a:r>
              <a:rPr kumimoji="0" sz="1600" b="0" i="0" u="none" strike="noStrike" kern="0" cap="none" spc="-20" normalizeH="0" baseline="0" noProof="0" dirty="0">
                <a:ln>
                  <a:noFill/>
                </a:ln>
                <a:solidFill>
                  <a:sysClr val="windowText" lastClr="000000"/>
                </a:solidFill>
                <a:effectLst/>
                <a:uLnTx/>
                <a:uFillTx/>
                <a:latin typeface="Arial"/>
                <a:cs typeface="Arial"/>
              </a:rPr>
              <a:t> </a:t>
            </a:r>
            <a:r>
              <a:rPr kumimoji="0" sz="1600" b="0" i="0" u="none" strike="noStrike" kern="0" cap="none" spc="0" normalizeH="0" baseline="0" noProof="0" dirty="0">
                <a:ln>
                  <a:noFill/>
                </a:ln>
                <a:solidFill>
                  <a:sysClr val="windowText" lastClr="000000"/>
                </a:solidFill>
                <a:effectLst/>
                <a:uLnTx/>
                <a:uFillTx/>
                <a:latin typeface="Arial"/>
                <a:cs typeface="Arial"/>
              </a:rPr>
              <a:t>culture</a:t>
            </a:r>
            <a:r>
              <a:rPr kumimoji="0" sz="1600" b="0" i="0" u="none" strike="noStrike" kern="0" cap="none" spc="-25" normalizeH="0" baseline="0" noProof="0" dirty="0">
                <a:ln>
                  <a:noFill/>
                </a:ln>
                <a:solidFill>
                  <a:sysClr val="windowText" lastClr="000000"/>
                </a:solidFill>
                <a:effectLst/>
                <a:uLnTx/>
                <a:uFillTx/>
                <a:latin typeface="Arial"/>
                <a:cs typeface="Arial"/>
              </a:rPr>
              <a:t> </a:t>
            </a:r>
            <a:r>
              <a:rPr kumimoji="0" sz="1600" b="0" i="0" u="none" strike="noStrike" kern="0" cap="none" spc="0" normalizeH="0" baseline="0" noProof="0" dirty="0">
                <a:ln>
                  <a:noFill/>
                </a:ln>
                <a:solidFill>
                  <a:sysClr val="windowText" lastClr="000000"/>
                </a:solidFill>
                <a:effectLst/>
                <a:uLnTx/>
                <a:uFillTx/>
                <a:latin typeface="Arial"/>
                <a:cs typeface="Arial"/>
              </a:rPr>
              <a:t>qui</a:t>
            </a:r>
            <a:r>
              <a:rPr kumimoji="0" sz="1600" b="0" i="0" u="none" strike="noStrike" kern="0" cap="none" spc="-20" normalizeH="0" baseline="0" noProof="0" dirty="0">
                <a:ln>
                  <a:noFill/>
                </a:ln>
                <a:solidFill>
                  <a:sysClr val="windowText" lastClr="000000"/>
                </a:solidFill>
                <a:effectLst/>
                <a:uLnTx/>
                <a:uFillTx/>
                <a:latin typeface="Arial"/>
                <a:cs typeface="Arial"/>
              </a:rPr>
              <a:t> </a:t>
            </a:r>
            <a:r>
              <a:rPr kumimoji="0" sz="1600" b="0" i="0" u="none" strike="noStrike" kern="0" cap="none" spc="0" normalizeH="0" baseline="0" noProof="0" dirty="0">
                <a:ln>
                  <a:noFill/>
                </a:ln>
                <a:solidFill>
                  <a:sysClr val="windowText" lastClr="000000"/>
                </a:solidFill>
                <a:effectLst/>
                <a:uLnTx/>
                <a:uFillTx/>
                <a:latin typeface="Arial"/>
                <a:cs typeface="Arial"/>
              </a:rPr>
              <a:t>favorise</a:t>
            </a:r>
            <a:r>
              <a:rPr kumimoji="0" sz="1600" b="0" i="0" u="none" strike="noStrike" kern="0" cap="none" spc="-20" normalizeH="0" baseline="0" noProof="0" dirty="0">
                <a:ln>
                  <a:noFill/>
                </a:ln>
                <a:solidFill>
                  <a:sysClr val="windowText" lastClr="000000"/>
                </a:solidFill>
                <a:effectLst/>
                <a:uLnTx/>
                <a:uFillTx/>
                <a:latin typeface="Arial"/>
                <a:cs typeface="Arial"/>
              </a:rPr>
              <a:t> </a:t>
            </a:r>
            <a:r>
              <a:rPr kumimoji="0" sz="1600" b="0" i="0" u="none" strike="noStrike" kern="0" cap="none" spc="-50" normalizeH="0" baseline="0" noProof="0" dirty="0">
                <a:ln>
                  <a:noFill/>
                </a:ln>
                <a:solidFill>
                  <a:sysClr val="windowText" lastClr="000000"/>
                </a:solidFill>
                <a:effectLst/>
                <a:uLnTx/>
                <a:uFillTx/>
                <a:latin typeface="Arial"/>
                <a:cs typeface="Arial"/>
              </a:rPr>
              <a:t>:</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12" name="object 12"/>
          <p:cNvSpPr txBox="1"/>
          <p:nvPr/>
        </p:nvSpPr>
        <p:spPr>
          <a:xfrm>
            <a:off x="7095098" y="4247361"/>
            <a:ext cx="2983865" cy="1507490"/>
          </a:xfrm>
          <a:prstGeom prst="rect">
            <a:avLst/>
          </a:prstGeom>
        </p:spPr>
        <p:txBody>
          <a:bodyPr vert="horz" wrap="square" lIns="0" tIns="8890" rIns="0" bIns="0" rtlCol="0">
            <a:spAutoFit/>
          </a:bodyPr>
          <a:lstStyle/>
          <a:p>
            <a:pPr marL="271145" marR="5080" lvl="0" indent="-259079" algn="just" defTabSz="914400" eaLnBrk="1" fontAlgn="auto" latinLnBrk="0" hangingPunct="1">
              <a:lnSpc>
                <a:spcPct val="101600"/>
              </a:lnSpc>
              <a:spcBef>
                <a:spcPts val="70"/>
              </a:spcBef>
              <a:spcAft>
                <a:spcPts val="0"/>
              </a:spcAft>
              <a:buClrTx/>
              <a:buSzPct val="84375"/>
              <a:buFontTx/>
              <a:buChar char="•"/>
              <a:tabLst>
                <a:tab pos="272415" algn="l"/>
              </a:tabLst>
              <a:defRPr/>
            </a:pPr>
            <a:r>
              <a:rPr kumimoji="0" sz="1600" b="0" i="0" u="none" strike="noStrike" kern="0" cap="none" spc="-10" normalizeH="0" baseline="0" noProof="0" dirty="0">
                <a:ln>
                  <a:noFill/>
                </a:ln>
                <a:solidFill>
                  <a:sysClr val="windowText" lastClr="000000"/>
                </a:solidFill>
                <a:effectLst/>
                <a:uLnTx/>
                <a:uFillTx/>
                <a:latin typeface="Arial"/>
                <a:cs typeface="Arial"/>
              </a:rPr>
              <a:t>L’expérimentation,</a:t>
            </a:r>
            <a:r>
              <a:rPr kumimoji="0" sz="1600" b="0" i="0" u="none" strike="noStrike" kern="0" cap="none" spc="-20" normalizeH="0" baseline="0" noProof="0" dirty="0">
                <a:ln>
                  <a:noFill/>
                </a:ln>
                <a:solidFill>
                  <a:sysClr val="windowText" lastClr="000000"/>
                </a:solidFill>
                <a:effectLst/>
                <a:uLnTx/>
                <a:uFillTx/>
                <a:latin typeface="Arial"/>
                <a:cs typeface="Arial"/>
              </a:rPr>
              <a:t> </a:t>
            </a:r>
            <a:r>
              <a:rPr kumimoji="0" sz="1600" b="0" i="0" u="none" strike="noStrike" kern="0" cap="none" spc="0" normalizeH="0" baseline="0" noProof="0" dirty="0">
                <a:ln>
                  <a:noFill/>
                </a:ln>
                <a:solidFill>
                  <a:sysClr val="windowText" lastClr="000000"/>
                </a:solidFill>
                <a:effectLst/>
                <a:uLnTx/>
                <a:uFillTx/>
                <a:latin typeface="Arial"/>
                <a:cs typeface="Arial"/>
              </a:rPr>
              <a:t>la</a:t>
            </a:r>
            <a:r>
              <a:rPr kumimoji="0" sz="1600" b="0" i="0" u="none" strike="noStrike" kern="0" cap="none" spc="-10" normalizeH="0" baseline="0" noProof="0" dirty="0">
                <a:ln>
                  <a:noFill/>
                </a:ln>
                <a:solidFill>
                  <a:sysClr val="windowText" lastClr="000000"/>
                </a:solidFill>
                <a:effectLst/>
                <a:uLnTx/>
                <a:uFillTx/>
                <a:latin typeface="Arial"/>
                <a:cs typeface="Arial"/>
              </a:rPr>
              <a:t> </a:t>
            </a:r>
            <a:r>
              <a:rPr kumimoji="0" sz="1600" b="0" i="0" u="none" strike="noStrike" kern="0" cap="none" spc="0" normalizeH="0" baseline="0" noProof="0" dirty="0">
                <a:ln>
                  <a:noFill/>
                </a:ln>
                <a:solidFill>
                  <a:sysClr val="windowText" lastClr="000000"/>
                </a:solidFill>
                <a:effectLst/>
                <a:uLnTx/>
                <a:uFillTx/>
                <a:latin typeface="Arial"/>
                <a:cs typeface="Arial"/>
              </a:rPr>
              <a:t>prise</a:t>
            </a:r>
            <a:r>
              <a:rPr kumimoji="0" sz="1600" b="0" i="0" u="none" strike="noStrike" kern="0" cap="none" spc="-10" normalizeH="0" baseline="0" noProof="0" dirty="0">
                <a:ln>
                  <a:noFill/>
                </a:ln>
                <a:solidFill>
                  <a:sysClr val="windowText" lastClr="000000"/>
                </a:solidFill>
                <a:effectLst/>
                <a:uLnTx/>
                <a:uFillTx/>
                <a:latin typeface="Arial"/>
                <a:cs typeface="Arial"/>
              </a:rPr>
              <a:t> </a:t>
            </a:r>
            <a:r>
              <a:rPr kumimoji="0" sz="1600" b="0" i="0" u="none" strike="noStrike" kern="0" cap="none" spc="-25" normalizeH="0" baseline="0" noProof="0" dirty="0">
                <a:ln>
                  <a:noFill/>
                </a:ln>
                <a:solidFill>
                  <a:sysClr val="windowText" lastClr="000000"/>
                </a:solidFill>
                <a:effectLst/>
                <a:uLnTx/>
                <a:uFillTx/>
                <a:latin typeface="Arial"/>
                <a:cs typeface="Arial"/>
              </a:rPr>
              <a:t>de 	</a:t>
            </a:r>
            <a:r>
              <a:rPr kumimoji="0" sz="1600" b="0" i="0" u="none" strike="noStrike" kern="0" cap="none" spc="0" normalizeH="0" baseline="0" noProof="0" dirty="0">
                <a:ln>
                  <a:noFill/>
                </a:ln>
                <a:solidFill>
                  <a:sysClr val="windowText" lastClr="000000"/>
                </a:solidFill>
                <a:effectLst/>
                <a:uLnTx/>
                <a:uFillTx/>
                <a:latin typeface="Arial"/>
                <a:cs typeface="Arial"/>
              </a:rPr>
              <a:t>risques</a:t>
            </a:r>
            <a:r>
              <a:rPr kumimoji="0" sz="1600" b="0" i="0" u="none" strike="noStrike" kern="0" cap="none" spc="-15" normalizeH="0" baseline="0" noProof="0" dirty="0">
                <a:ln>
                  <a:noFill/>
                </a:ln>
                <a:solidFill>
                  <a:sysClr val="windowText" lastClr="000000"/>
                </a:solidFill>
                <a:effectLst/>
                <a:uLnTx/>
                <a:uFillTx/>
                <a:latin typeface="Arial"/>
                <a:cs typeface="Arial"/>
              </a:rPr>
              <a:t> </a:t>
            </a:r>
            <a:r>
              <a:rPr kumimoji="0" sz="1600" b="0" i="0" u="none" strike="noStrike" kern="0" cap="none" spc="0" normalizeH="0" baseline="0" noProof="0" dirty="0">
                <a:ln>
                  <a:noFill/>
                </a:ln>
                <a:solidFill>
                  <a:sysClr val="windowText" lastClr="000000"/>
                </a:solidFill>
                <a:effectLst/>
                <a:uLnTx/>
                <a:uFillTx/>
                <a:latin typeface="Arial"/>
                <a:cs typeface="Arial"/>
              </a:rPr>
              <a:t>et</a:t>
            </a:r>
            <a:r>
              <a:rPr kumimoji="0" sz="1600" b="0" i="0" u="none" strike="noStrike" kern="0" cap="none" spc="-15" normalizeH="0" baseline="0" noProof="0" dirty="0">
                <a:ln>
                  <a:noFill/>
                </a:ln>
                <a:solidFill>
                  <a:sysClr val="windowText" lastClr="000000"/>
                </a:solidFill>
                <a:effectLst/>
                <a:uLnTx/>
                <a:uFillTx/>
                <a:latin typeface="Arial"/>
                <a:cs typeface="Arial"/>
              </a:rPr>
              <a:t> </a:t>
            </a:r>
            <a:r>
              <a:rPr kumimoji="0" sz="1600" b="0" i="0" u="none" strike="noStrike" kern="0" cap="none" spc="0" normalizeH="0" baseline="0" noProof="0" dirty="0">
                <a:ln>
                  <a:noFill/>
                </a:ln>
                <a:solidFill>
                  <a:sysClr val="windowText" lastClr="000000"/>
                </a:solidFill>
                <a:effectLst/>
                <a:uLnTx/>
                <a:uFillTx/>
                <a:latin typeface="Arial"/>
                <a:cs typeface="Arial"/>
              </a:rPr>
              <a:t>tirer</a:t>
            </a:r>
            <a:r>
              <a:rPr kumimoji="0" sz="1600" b="0" i="0" u="none" strike="noStrike" kern="0" cap="none" spc="-15" normalizeH="0" baseline="0" noProof="0" dirty="0">
                <a:ln>
                  <a:noFill/>
                </a:ln>
                <a:solidFill>
                  <a:sysClr val="windowText" lastClr="000000"/>
                </a:solidFill>
                <a:effectLst/>
                <a:uLnTx/>
                <a:uFillTx/>
                <a:latin typeface="Arial"/>
                <a:cs typeface="Arial"/>
              </a:rPr>
              <a:t> </a:t>
            </a:r>
            <a:r>
              <a:rPr kumimoji="0" sz="1600" b="0" i="0" u="none" strike="noStrike" kern="0" cap="none" spc="0" normalizeH="0" baseline="0" noProof="0" dirty="0">
                <a:ln>
                  <a:noFill/>
                </a:ln>
                <a:solidFill>
                  <a:sysClr val="windowText" lastClr="000000"/>
                </a:solidFill>
                <a:effectLst/>
                <a:uLnTx/>
                <a:uFillTx/>
                <a:latin typeface="Arial"/>
                <a:cs typeface="Arial"/>
              </a:rPr>
              <a:t>des</a:t>
            </a:r>
            <a:r>
              <a:rPr kumimoji="0" sz="1600" b="0" i="0" u="none" strike="noStrike" kern="0" cap="none" spc="-15" normalizeH="0" baseline="0" noProof="0" dirty="0">
                <a:ln>
                  <a:noFill/>
                </a:ln>
                <a:solidFill>
                  <a:sysClr val="windowText" lastClr="000000"/>
                </a:solidFill>
                <a:effectLst/>
                <a:uLnTx/>
                <a:uFillTx/>
                <a:latin typeface="Arial"/>
                <a:cs typeface="Arial"/>
              </a:rPr>
              <a:t> </a:t>
            </a:r>
            <a:r>
              <a:rPr kumimoji="0" sz="1600" b="0" i="0" u="none" strike="noStrike" kern="0" cap="none" spc="0" normalizeH="0" baseline="0" noProof="0" dirty="0">
                <a:ln>
                  <a:noFill/>
                </a:ln>
                <a:solidFill>
                  <a:sysClr val="windowText" lastClr="000000"/>
                </a:solidFill>
                <a:effectLst/>
                <a:uLnTx/>
                <a:uFillTx/>
                <a:latin typeface="Arial"/>
                <a:cs typeface="Arial"/>
              </a:rPr>
              <a:t>leçons</a:t>
            </a:r>
            <a:r>
              <a:rPr kumimoji="0" sz="1600" b="0" i="0" u="none" strike="noStrike" kern="0" cap="none" spc="-15" normalizeH="0" baseline="0" noProof="0" dirty="0">
                <a:ln>
                  <a:noFill/>
                </a:ln>
                <a:solidFill>
                  <a:sysClr val="windowText" lastClr="000000"/>
                </a:solidFill>
                <a:effectLst/>
                <a:uLnTx/>
                <a:uFillTx/>
                <a:latin typeface="Arial"/>
                <a:cs typeface="Arial"/>
              </a:rPr>
              <a:t> </a:t>
            </a:r>
            <a:r>
              <a:rPr kumimoji="0" sz="1600" b="0" i="0" u="none" strike="noStrike" kern="0" cap="none" spc="-25" normalizeH="0" baseline="0" noProof="0" dirty="0">
                <a:ln>
                  <a:noFill/>
                </a:ln>
                <a:solidFill>
                  <a:sysClr val="windowText" lastClr="000000"/>
                </a:solidFill>
                <a:effectLst/>
                <a:uLnTx/>
                <a:uFillTx/>
                <a:latin typeface="Arial"/>
                <a:cs typeface="Arial"/>
              </a:rPr>
              <a:t>des 	</a:t>
            </a:r>
            <a:r>
              <a:rPr kumimoji="0" sz="1600" b="0" i="0" u="none" strike="noStrike" kern="0" cap="none" spc="0" normalizeH="0" baseline="0" noProof="0" dirty="0">
                <a:ln>
                  <a:noFill/>
                </a:ln>
                <a:solidFill>
                  <a:sysClr val="windowText" lastClr="000000"/>
                </a:solidFill>
                <a:effectLst/>
                <a:uLnTx/>
                <a:uFillTx/>
                <a:latin typeface="Arial"/>
                <a:cs typeface="Arial"/>
              </a:rPr>
              <a:t>échecs</a:t>
            </a:r>
            <a:r>
              <a:rPr kumimoji="0" sz="1600" b="0" i="0" u="none" strike="noStrike" kern="0" cap="none" spc="-5" normalizeH="0" baseline="0" noProof="0" dirty="0">
                <a:ln>
                  <a:noFill/>
                </a:ln>
                <a:solidFill>
                  <a:sysClr val="windowText" lastClr="000000"/>
                </a:solidFill>
                <a:effectLst/>
                <a:uLnTx/>
                <a:uFillTx/>
                <a:latin typeface="Arial"/>
                <a:cs typeface="Arial"/>
              </a:rPr>
              <a:t> </a:t>
            </a:r>
            <a:r>
              <a:rPr kumimoji="0" sz="1600" b="0" i="0" u="none" strike="noStrike" kern="0" cap="none" spc="-50" normalizeH="0" baseline="0" noProof="0" dirty="0">
                <a:ln>
                  <a:noFill/>
                </a:ln>
                <a:solidFill>
                  <a:sysClr val="windowText" lastClr="000000"/>
                </a:solidFill>
                <a:effectLst/>
                <a:uLnTx/>
                <a:uFillTx/>
                <a:latin typeface="Arial"/>
                <a:cs typeface="Arial"/>
              </a:rPr>
              <a:t>;</a:t>
            </a:r>
            <a:endParaRPr kumimoji="0" sz="1600" b="0" i="0" u="none" strike="noStrike" kern="0" cap="none" spc="0" normalizeH="0" baseline="0" noProof="0">
              <a:ln>
                <a:noFill/>
              </a:ln>
              <a:solidFill>
                <a:sysClr val="windowText" lastClr="000000"/>
              </a:solidFill>
              <a:effectLst/>
              <a:uLnTx/>
              <a:uFillTx/>
              <a:latin typeface="Arial"/>
              <a:cs typeface="Arial"/>
            </a:endParaRPr>
          </a:p>
          <a:p>
            <a:pPr marL="271145" marR="72390" lvl="0" indent="-259079" algn="just" defTabSz="914400" eaLnBrk="1" fontAlgn="auto" latinLnBrk="0" hangingPunct="1">
              <a:lnSpc>
                <a:spcPct val="101600"/>
              </a:lnSpc>
              <a:spcBef>
                <a:spcPts val="0"/>
              </a:spcBef>
              <a:spcAft>
                <a:spcPts val="0"/>
              </a:spcAft>
              <a:buClrTx/>
              <a:buSzPct val="84375"/>
              <a:buFontTx/>
              <a:buChar char="•"/>
              <a:tabLst>
                <a:tab pos="272415" algn="l"/>
              </a:tabLst>
              <a:defRPr/>
            </a:pPr>
            <a:r>
              <a:rPr kumimoji="0" sz="1600" b="0" i="0" u="none" strike="noStrike" kern="0" cap="none" spc="0" normalizeH="0" baseline="0" noProof="0" dirty="0">
                <a:ln>
                  <a:noFill/>
                </a:ln>
                <a:solidFill>
                  <a:sysClr val="windowText" lastClr="000000"/>
                </a:solidFill>
                <a:effectLst/>
                <a:uLnTx/>
                <a:uFillTx/>
                <a:latin typeface="Arial"/>
                <a:cs typeface="Arial"/>
              </a:rPr>
              <a:t>Comprendre</a:t>
            </a:r>
            <a:r>
              <a:rPr kumimoji="0" sz="1600" b="0" i="0" u="none" strike="noStrike" kern="0" cap="none" spc="-25" normalizeH="0" baseline="0" noProof="0" dirty="0">
                <a:ln>
                  <a:noFill/>
                </a:ln>
                <a:solidFill>
                  <a:sysClr val="windowText" lastClr="000000"/>
                </a:solidFill>
                <a:effectLst/>
                <a:uLnTx/>
                <a:uFillTx/>
                <a:latin typeface="Arial"/>
                <a:cs typeface="Arial"/>
              </a:rPr>
              <a:t> </a:t>
            </a:r>
            <a:r>
              <a:rPr kumimoji="0" sz="1600" b="0" i="0" u="none" strike="noStrike" kern="0" cap="none" spc="0" normalizeH="0" baseline="0" noProof="0" dirty="0">
                <a:ln>
                  <a:noFill/>
                </a:ln>
                <a:solidFill>
                  <a:sysClr val="windowText" lastClr="000000"/>
                </a:solidFill>
                <a:effectLst/>
                <a:uLnTx/>
                <a:uFillTx/>
                <a:latin typeface="Arial"/>
                <a:cs typeface="Arial"/>
              </a:rPr>
              <a:t>que</a:t>
            </a:r>
            <a:r>
              <a:rPr kumimoji="0" sz="1600" b="0" i="0" u="none" strike="noStrike" kern="0" cap="none" spc="-25" normalizeH="0" baseline="0" noProof="0" dirty="0">
                <a:ln>
                  <a:noFill/>
                </a:ln>
                <a:solidFill>
                  <a:sysClr val="windowText" lastClr="000000"/>
                </a:solidFill>
                <a:effectLst/>
                <a:uLnTx/>
                <a:uFillTx/>
                <a:latin typeface="Arial"/>
                <a:cs typeface="Arial"/>
              </a:rPr>
              <a:t> </a:t>
            </a:r>
            <a:r>
              <a:rPr kumimoji="0" sz="1600" b="0" i="0" u="none" strike="noStrike" kern="0" cap="none" spc="0" normalizeH="0" baseline="0" noProof="0" dirty="0">
                <a:ln>
                  <a:noFill/>
                </a:ln>
                <a:solidFill>
                  <a:sysClr val="windowText" lastClr="000000"/>
                </a:solidFill>
                <a:effectLst/>
                <a:uLnTx/>
                <a:uFillTx/>
                <a:latin typeface="Arial"/>
                <a:cs typeface="Arial"/>
              </a:rPr>
              <a:t>la</a:t>
            </a:r>
            <a:r>
              <a:rPr kumimoji="0" sz="1600" b="0" i="0" u="none" strike="noStrike" kern="0" cap="none" spc="-25" normalizeH="0" baseline="0" noProof="0" dirty="0">
                <a:ln>
                  <a:noFill/>
                </a:ln>
                <a:solidFill>
                  <a:sysClr val="windowText" lastClr="000000"/>
                </a:solidFill>
                <a:effectLst/>
                <a:uLnTx/>
                <a:uFillTx/>
                <a:latin typeface="Arial"/>
                <a:cs typeface="Arial"/>
              </a:rPr>
              <a:t> </a:t>
            </a:r>
            <a:r>
              <a:rPr kumimoji="0" sz="1600" b="0" i="0" u="none" strike="noStrike" kern="0" cap="none" spc="-10" normalizeH="0" baseline="0" noProof="0" dirty="0">
                <a:ln>
                  <a:noFill/>
                </a:ln>
                <a:solidFill>
                  <a:sysClr val="windowText" lastClr="000000"/>
                </a:solidFill>
                <a:effectLst/>
                <a:uLnTx/>
                <a:uFillTx/>
                <a:latin typeface="Arial"/>
                <a:cs typeface="Arial"/>
              </a:rPr>
              <a:t>répétition 	</a:t>
            </a:r>
            <a:r>
              <a:rPr kumimoji="0" sz="1600" b="0" i="0" u="none" strike="noStrike" kern="0" cap="none" spc="0" normalizeH="0" baseline="0" noProof="0" dirty="0">
                <a:ln>
                  <a:noFill/>
                </a:ln>
                <a:solidFill>
                  <a:sysClr val="windowText" lastClr="000000"/>
                </a:solidFill>
                <a:effectLst/>
                <a:uLnTx/>
                <a:uFillTx/>
                <a:latin typeface="Arial"/>
                <a:cs typeface="Arial"/>
              </a:rPr>
              <a:t>et</a:t>
            </a:r>
            <a:r>
              <a:rPr kumimoji="0" sz="1600" b="0" i="0" u="none" strike="noStrike" kern="0" cap="none" spc="-25" normalizeH="0" baseline="0" noProof="0" dirty="0">
                <a:ln>
                  <a:noFill/>
                </a:ln>
                <a:solidFill>
                  <a:sysClr val="windowText" lastClr="000000"/>
                </a:solidFill>
                <a:effectLst/>
                <a:uLnTx/>
                <a:uFillTx/>
                <a:latin typeface="Arial"/>
                <a:cs typeface="Arial"/>
              </a:rPr>
              <a:t> </a:t>
            </a:r>
            <a:r>
              <a:rPr kumimoji="0" sz="1600" b="0" i="0" u="none" strike="noStrike" kern="0" cap="none" spc="0" normalizeH="0" baseline="0" noProof="0" dirty="0">
                <a:ln>
                  <a:noFill/>
                </a:ln>
                <a:solidFill>
                  <a:sysClr val="windowText" lastClr="000000"/>
                </a:solidFill>
                <a:effectLst/>
                <a:uLnTx/>
                <a:uFillTx/>
                <a:latin typeface="Arial"/>
                <a:cs typeface="Arial"/>
              </a:rPr>
              <a:t>la</a:t>
            </a:r>
            <a:r>
              <a:rPr kumimoji="0" sz="1600" b="0" i="0" u="none" strike="noStrike" kern="0" cap="none" spc="-25" normalizeH="0" baseline="0" noProof="0" dirty="0">
                <a:ln>
                  <a:noFill/>
                </a:ln>
                <a:solidFill>
                  <a:sysClr val="windowText" lastClr="000000"/>
                </a:solidFill>
                <a:effectLst/>
                <a:uLnTx/>
                <a:uFillTx/>
                <a:latin typeface="Arial"/>
                <a:cs typeface="Arial"/>
              </a:rPr>
              <a:t> </a:t>
            </a:r>
            <a:r>
              <a:rPr kumimoji="0" sz="1600" b="0" i="0" u="none" strike="noStrike" kern="0" cap="none" spc="0" normalizeH="0" baseline="0" noProof="0" dirty="0">
                <a:ln>
                  <a:noFill/>
                </a:ln>
                <a:solidFill>
                  <a:sysClr val="windowText" lastClr="000000"/>
                </a:solidFill>
                <a:effectLst/>
                <a:uLnTx/>
                <a:uFillTx/>
                <a:latin typeface="Arial"/>
                <a:cs typeface="Arial"/>
              </a:rPr>
              <a:t>pratique</a:t>
            </a:r>
            <a:r>
              <a:rPr kumimoji="0" sz="1600" b="0" i="0" u="none" strike="noStrike" kern="0" cap="none" spc="-25" normalizeH="0" baseline="0" noProof="0" dirty="0">
                <a:ln>
                  <a:noFill/>
                </a:ln>
                <a:solidFill>
                  <a:sysClr val="windowText" lastClr="000000"/>
                </a:solidFill>
                <a:effectLst/>
                <a:uLnTx/>
                <a:uFillTx/>
                <a:latin typeface="Arial"/>
                <a:cs typeface="Arial"/>
              </a:rPr>
              <a:t> </a:t>
            </a:r>
            <a:r>
              <a:rPr kumimoji="0" sz="1600" b="0" i="0" u="none" strike="noStrike" kern="0" cap="none" spc="0" normalizeH="0" baseline="0" noProof="0" dirty="0">
                <a:ln>
                  <a:noFill/>
                </a:ln>
                <a:solidFill>
                  <a:sysClr val="windowText" lastClr="000000"/>
                </a:solidFill>
                <a:effectLst/>
                <a:uLnTx/>
                <a:uFillTx/>
                <a:latin typeface="Arial"/>
                <a:cs typeface="Arial"/>
              </a:rPr>
              <a:t>est</a:t>
            </a:r>
            <a:r>
              <a:rPr kumimoji="0" sz="1600" b="0" i="0" u="none" strike="noStrike" kern="0" cap="none" spc="-25" normalizeH="0" baseline="0" noProof="0" dirty="0">
                <a:ln>
                  <a:noFill/>
                </a:ln>
                <a:solidFill>
                  <a:sysClr val="windowText" lastClr="000000"/>
                </a:solidFill>
                <a:effectLst/>
                <a:uLnTx/>
                <a:uFillTx/>
                <a:latin typeface="Arial"/>
                <a:cs typeface="Arial"/>
              </a:rPr>
              <a:t> </a:t>
            </a:r>
            <a:r>
              <a:rPr kumimoji="0" sz="1600" b="0" i="0" u="none" strike="noStrike" kern="0" cap="none" spc="0" normalizeH="0" baseline="0" noProof="0" dirty="0">
                <a:ln>
                  <a:noFill/>
                </a:ln>
                <a:solidFill>
                  <a:sysClr val="windowText" lastClr="000000"/>
                </a:solidFill>
                <a:effectLst/>
                <a:uLnTx/>
                <a:uFillTx/>
                <a:latin typeface="Arial"/>
                <a:cs typeface="Arial"/>
              </a:rPr>
              <a:t>la</a:t>
            </a:r>
            <a:r>
              <a:rPr kumimoji="0" sz="1600" b="0" i="0" u="none" strike="noStrike" kern="0" cap="none" spc="-20" normalizeH="0" baseline="0" noProof="0" dirty="0">
                <a:ln>
                  <a:noFill/>
                </a:ln>
                <a:solidFill>
                  <a:sysClr val="windowText" lastClr="000000"/>
                </a:solidFill>
                <a:effectLst/>
                <a:uLnTx/>
                <a:uFillTx/>
                <a:latin typeface="Arial"/>
                <a:cs typeface="Arial"/>
              </a:rPr>
              <a:t> </a:t>
            </a:r>
            <a:r>
              <a:rPr kumimoji="0" sz="1600" b="0" i="0" u="none" strike="noStrike" kern="0" cap="none" spc="-10" normalizeH="0" baseline="0" noProof="0" dirty="0">
                <a:ln>
                  <a:noFill/>
                </a:ln>
                <a:solidFill>
                  <a:sysClr val="windowText" lastClr="000000"/>
                </a:solidFill>
                <a:effectLst/>
                <a:uLnTx/>
                <a:uFillTx/>
                <a:latin typeface="Arial"/>
                <a:cs typeface="Arial"/>
              </a:rPr>
              <a:t>condition 	</a:t>
            </a:r>
            <a:r>
              <a:rPr kumimoji="0" sz="1600" b="0" i="0" u="none" strike="noStrike" kern="0" cap="none" spc="0" normalizeH="0" baseline="0" noProof="0" dirty="0">
                <a:ln>
                  <a:noFill/>
                </a:ln>
                <a:solidFill>
                  <a:sysClr val="windowText" lastClr="000000"/>
                </a:solidFill>
                <a:effectLst/>
                <a:uLnTx/>
                <a:uFillTx/>
                <a:latin typeface="Arial"/>
                <a:cs typeface="Arial"/>
              </a:rPr>
              <a:t>préalable</a:t>
            </a:r>
            <a:r>
              <a:rPr kumimoji="0" sz="1600" b="0" i="0" u="none" strike="noStrike" kern="0" cap="none" spc="-20" normalizeH="0" baseline="0" noProof="0" dirty="0">
                <a:ln>
                  <a:noFill/>
                </a:ln>
                <a:solidFill>
                  <a:sysClr val="windowText" lastClr="000000"/>
                </a:solidFill>
                <a:effectLst/>
                <a:uLnTx/>
                <a:uFillTx/>
                <a:latin typeface="Arial"/>
                <a:cs typeface="Arial"/>
              </a:rPr>
              <a:t> </a:t>
            </a:r>
            <a:r>
              <a:rPr kumimoji="0" sz="1600" b="0" i="0" u="none" strike="noStrike" kern="0" cap="none" spc="0" normalizeH="0" baseline="0" noProof="0" dirty="0">
                <a:ln>
                  <a:noFill/>
                </a:ln>
                <a:solidFill>
                  <a:sysClr val="windowText" lastClr="000000"/>
                </a:solidFill>
                <a:effectLst/>
                <a:uLnTx/>
                <a:uFillTx/>
                <a:latin typeface="Arial"/>
                <a:cs typeface="Arial"/>
              </a:rPr>
              <a:t>à</a:t>
            </a:r>
            <a:r>
              <a:rPr kumimoji="0" sz="1600" b="0" i="0" u="none" strike="noStrike" kern="0" cap="none" spc="-20" normalizeH="0" baseline="0" noProof="0" dirty="0">
                <a:ln>
                  <a:noFill/>
                </a:ln>
                <a:solidFill>
                  <a:sysClr val="windowText" lastClr="000000"/>
                </a:solidFill>
                <a:effectLst/>
                <a:uLnTx/>
                <a:uFillTx/>
                <a:latin typeface="Arial"/>
                <a:cs typeface="Arial"/>
              </a:rPr>
              <a:t> </a:t>
            </a:r>
            <a:r>
              <a:rPr kumimoji="0" sz="1600" b="0" i="0" u="none" strike="noStrike" kern="0" cap="none" spc="0" normalizeH="0" baseline="0" noProof="0" dirty="0">
                <a:ln>
                  <a:noFill/>
                </a:ln>
                <a:solidFill>
                  <a:sysClr val="windowText" lastClr="000000"/>
                </a:solidFill>
                <a:effectLst/>
                <a:uLnTx/>
                <a:uFillTx/>
                <a:latin typeface="Arial"/>
                <a:cs typeface="Arial"/>
              </a:rPr>
              <a:t>la</a:t>
            </a:r>
            <a:r>
              <a:rPr kumimoji="0" sz="1600" b="0" i="0" u="none" strike="noStrike" kern="0" cap="none" spc="-20" normalizeH="0" baseline="0" noProof="0" dirty="0">
                <a:ln>
                  <a:noFill/>
                </a:ln>
                <a:solidFill>
                  <a:sysClr val="windowText" lastClr="000000"/>
                </a:solidFill>
                <a:effectLst/>
                <a:uLnTx/>
                <a:uFillTx/>
                <a:latin typeface="Arial"/>
                <a:cs typeface="Arial"/>
              </a:rPr>
              <a:t> </a:t>
            </a:r>
            <a:r>
              <a:rPr kumimoji="0" sz="1600" b="0" i="0" u="none" strike="noStrike" kern="0" cap="none" spc="-10" normalizeH="0" baseline="0" noProof="0" dirty="0">
                <a:ln>
                  <a:noFill/>
                </a:ln>
                <a:solidFill>
                  <a:sysClr val="windowText" lastClr="000000"/>
                </a:solidFill>
                <a:effectLst/>
                <a:uLnTx/>
                <a:uFillTx/>
                <a:latin typeface="Arial"/>
                <a:cs typeface="Arial"/>
              </a:rPr>
              <a:t>maîtrise.</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Tree>
    <p:extLst>
      <p:ext uri="{BB962C8B-B14F-4D97-AF65-F5344CB8AC3E}">
        <p14:creationId xmlns:p14="http://schemas.microsoft.com/office/powerpoint/2010/main" val="37584460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9766262" y="7079477"/>
            <a:ext cx="854710" cy="441959"/>
            <a:chOff x="9766262" y="7079477"/>
            <a:chExt cx="854710" cy="441959"/>
          </a:xfrm>
        </p:grpSpPr>
        <p:sp>
          <p:nvSpPr>
            <p:cNvPr id="3" name="object 3"/>
            <p:cNvSpPr/>
            <p:nvPr/>
          </p:nvSpPr>
          <p:spPr>
            <a:xfrm>
              <a:off x="9771025" y="7084240"/>
              <a:ext cx="236854" cy="432434"/>
            </a:xfrm>
            <a:custGeom>
              <a:avLst/>
              <a:gdLst/>
              <a:ahLst/>
              <a:cxnLst/>
              <a:rect l="l" t="t" r="r" b="b"/>
              <a:pathLst>
                <a:path w="236854" h="432434">
                  <a:moveTo>
                    <a:pt x="236764" y="0"/>
                  </a:moveTo>
                  <a:lnTo>
                    <a:pt x="0" y="431999"/>
                  </a:lnTo>
                </a:path>
              </a:pathLst>
            </a:custGeom>
            <a:ln w="9524">
              <a:solidFill>
                <a:srgbClr val="828385"/>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 name="object 4"/>
            <p:cNvSpPr/>
            <p:nvPr/>
          </p:nvSpPr>
          <p:spPr>
            <a:xfrm>
              <a:off x="9893410" y="7155475"/>
              <a:ext cx="727710" cy="260350"/>
            </a:xfrm>
            <a:custGeom>
              <a:avLst/>
              <a:gdLst/>
              <a:ahLst/>
              <a:cxnLst/>
              <a:rect l="l" t="t" r="r" b="b"/>
              <a:pathLst>
                <a:path w="727709" h="260350">
                  <a:moveTo>
                    <a:pt x="587925" y="260335"/>
                  </a:moveTo>
                  <a:lnTo>
                    <a:pt x="0" y="260335"/>
                  </a:lnTo>
                  <a:lnTo>
                    <a:pt x="140364" y="0"/>
                  </a:lnTo>
                  <a:lnTo>
                    <a:pt x="727488" y="0"/>
                  </a:lnTo>
                  <a:lnTo>
                    <a:pt x="587925" y="260335"/>
                  </a:lnTo>
                  <a:close/>
                </a:path>
              </a:pathLst>
            </a:custGeom>
            <a:solidFill>
              <a:srgbClr val="16405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5" name="object 5"/>
          <p:cNvSpPr/>
          <p:nvPr/>
        </p:nvSpPr>
        <p:spPr>
          <a:xfrm>
            <a:off x="259030" y="91198"/>
            <a:ext cx="609600" cy="609600"/>
          </a:xfrm>
          <a:custGeom>
            <a:avLst/>
            <a:gdLst/>
            <a:ahLst/>
            <a:cxnLst/>
            <a:rect l="l" t="t" r="r" b="b"/>
            <a:pathLst>
              <a:path w="609600" h="609600">
                <a:moveTo>
                  <a:pt x="0" y="304799"/>
                </a:moveTo>
                <a:lnTo>
                  <a:pt x="3989" y="255359"/>
                </a:lnTo>
                <a:lnTo>
                  <a:pt x="15538" y="208459"/>
                </a:lnTo>
                <a:lnTo>
                  <a:pt x="34021" y="164726"/>
                </a:lnTo>
                <a:lnTo>
                  <a:pt x="58808" y="124789"/>
                </a:lnTo>
                <a:lnTo>
                  <a:pt x="89273" y="89273"/>
                </a:lnTo>
                <a:lnTo>
                  <a:pt x="124789" y="58808"/>
                </a:lnTo>
                <a:lnTo>
                  <a:pt x="164726" y="34021"/>
                </a:lnTo>
                <a:lnTo>
                  <a:pt x="208459" y="15538"/>
                </a:lnTo>
                <a:lnTo>
                  <a:pt x="255359" y="3989"/>
                </a:lnTo>
                <a:lnTo>
                  <a:pt x="304799" y="0"/>
                </a:lnTo>
                <a:lnTo>
                  <a:pt x="352769" y="3797"/>
                </a:lnTo>
                <a:lnTo>
                  <a:pt x="399124" y="14962"/>
                </a:lnTo>
                <a:lnTo>
                  <a:pt x="443048" y="33155"/>
                </a:lnTo>
                <a:lnTo>
                  <a:pt x="483722" y="58039"/>
                </a:lnTo>
                <a:lnTo>
                  <a:pt x="520326" y="89273"/>
                </a:lnTo>
                <a:lnTo>
                  <a:pt x="551560" y="125877"/>
                </a:lnTo>
                <a:lnTo>
                  <a:pt x="576444" y="166551"/>
                </a:lnTo>
                <a:lnTo>
                  <a:pt x="594637" y="210475"/>
                </a:lnTo>
                <a:lnTo>
                  <a:pt x="605802" y="256830"/>
                </a:lnTo>
                <a:lnTo>
                  <a:pt x="609599" y="304799"/>
                </a:lnTo>
                <a:lnTo>
                  <a:pt x="605610" y="354240"/>
                </a:lnTo>
                <a:lnTo>
                  <a:pt x="594061" y="401140"/>
                </a:lnTo>
                <a:lnTo>
                  <a:pt x="575578" y="444873"/>
                </a:lnTo>
                <a:lnTo>
                  <a:pt x="550791" y="484810"/>
                </a:lnTo>
                <a:lnTo>
                  <a:pt x="520326" y="520326"/>
                </a:lnTo>
                <a:lnTo>
                  <a:pt x="484810" y="550791"/>
                </a:lnTo>
                <a:lnTo>
                  <a:pt x="444873" y="575578"/>
                </a:lnTo>
                <a:lnTo>
                  <a:pt x="401140" y="594061"/>
                </a:lnTo>
                <a:lnTo>
                  <a:pt x="354240" y="605610"/>
                </a:lnTo>
                <a:lnTo>
                  <a:pt x="304799" y="609599"/>
                </a:lnTo>
                <a:lnTo>
                  <a:pt x="255359" y="605610"/>
                </a:lnTo>
                <a:lnTo>
                  <a:pt x="208459" y="594061"/>
                </a:lnTo>
                <a:lnTo>
                  <a:pt x="164726" y="575578"/>
                </a:lnTo>
                <a:lnTo>
                  <a:pt x="124789" y="550791"/>
                </a:lnTo>
                <a:lnTo>
                  <a:pt x="89273" y="520326"/>
                </a:lnTo>
                <a:lnTo>
                  <a:pt x="58808" y="484810"/>
                </a:lnTo>
                <a:lnTo>
                  <a:pt x="34021" y="444873"/>
                </a:lnTo>
                <a:lnTo>
                  <a:pt x="15538" y="401140"/>
                </a:lnTo>
                <a:lnTo>
                  <a:pt x="3989" y="354240"/>
                </a:lnTo>
                <a:lnTo>
                  <a:pt x="0" y="304799"/>
                </a:lnTo>
                <a:close/>
              </a:path>
            </a:pathLst>
          </a:custGeom>
          <a:ln w="28574">
            <a:solidFill>
              <a:srgbClr val="164052"/>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p:cNvSpPr txBox="1"/>
          <p:nvPr/>
        </p:nvSpPr>
        <p:spPr>
          <a:xfrm>
            <a:off x="611786" y="777557"/>
            <a:ext cx="4592320" cy="5545108"/>
          </a:xfrm>
          <a:prstGeom prst="rect">
            <a:avLst/>
          </a:prstGeom>
        </p:spPr>
        <p:txBody>
          <a:bodyPr vert="horz" wrap="square" lIns="0" tIns="12700" rIns="0" bIns="0" rtlCol="0">
            <a:spAutoFit/>
          </a:bodyPr>
          <a:lstStyle/>
          <a:p>
            <a:pPr marL="457200" marR="0" lvl="0" indent="0" defTabSz="914400" eaLnBrk="1" fontAlgn="auto" latinLnBrk="0" hangingPunct="1">
              <a:lnSpc>
                <a:spcPct val="100000"/>
              </a:lnSpc>
              <a:spcBef>
                <a:spcPts val="100"/>
              </a:spcBef>
              <a:spcAft>
                <a:spcPts val="0"/>
              </a:spcAft>
              <a:buClrTx/>
              <a:buSzTx/>
              <a:buFontTx/>
              <a:buNone/>
              <a:tabLst/>
              <a:defRPr/>
            </a:pPr>
            <a:r>
              <a:rPr kumimoji="0" sz="2000" b="0" i="0" u="none" strike="noStrike" kern="0" cap="none" spc="0" normalizeH="0" baseline="0" noProof="0" dirty="0">
                <a:ln>
                  <a:noFill/>
                </a:ln>
                <a:solidFill>
                  <a:srgbClr val="12717A"/>
                </a:solidFill>
                <a:effectLst/>
                <a:uLnTx/>
                <a:uFillTx/>
                <a:latin typeface="Calibri"/>
                <a:cs typeface="Calibri"/>
              </a:rPr>
              <a:t>Avantages</a:t>
            </a:r>
            <a:r>
              <a:rPr kumimoji="0" sz="2000" b="0" i="0" u="none" strike="noStrike" kern="0" cap="none" spc="315" normalizeH="0" baseline="0" noProof="0" dirty="0">
                <a:ln>
                  <a:noFill/>
                </a:ln>
                <a:solidFill>
                  <a:srgbClr val="12717A"/>
                </a:solidFill>
                <a:effectLst/>
                <a:uLnTx/>
                <a:uFillTx/>
                <a:latin typeface="Calibri"/>
                <a:cs typeface="Calibri"/>
              </a:rPr>
              <a:t> </a:t>
            </a:r>
            <a:r>
              <a:rPr kumimoji="0" sz="2000" b="0" i="0" u="none" strike="noStrike" kern="0" cap="none" spc="55" normalizeH="0" baseline="0" noProof="0" dirty="0">
                <a:ln>
                  <a:noFill/>
                </a:ln>
                <a:solidFill>
                  <a:srgbClr val="12717A"/>
                </a:solidFill>
                <a:effectLst/>
                <a:uLnTx/>
                <a:uFillTx/>
                <a:latin typeface="Calibri"/>
                <a:cs typeface="Calibri"/>
              </a:rPr>
              <a:t>de</a:t>
            </a:r>
            <a:r>
              <a:rPr kumimoji="0" sz="2000" b="0" i="0" u="none" strike="noStrike" kern="0" cap="none" spc="320" normalizeH="0" baseline="0" noProof="0" dirty="0">
                <a:ln>
                  <a:noFill/>
                </a:ln>
                <a:solidFill>
                  <a:srgbClr val="12717A"/>
                </a:solidFill>
                <a:effectLst/>
                <a:uLnTx/>
                <a:uFillTx/>
                <a:latin typeface="Calibri"/>
                <a:cs typeface="Calibri"/>
              </a:rPr>
              <a:t> </a:t>
            </a:r>
            <a:r>
              <a:rPr kumimoji="0" sz="2000" b="0" i="0" u="none" strike="noStrike" kern="0" cap="none" spc="-10" normalizeH="0" baseline="0" noProof="0" dirty="0">
                <a:ln>
                  <a:noFill/>
                </a:ln>
                <a:solidFill>
                  <a:srgbClr val="12717A"/>
                </a:solidFill>
                <a:effectLst/>
                <a:uLnTx/>
                <a:uFillTx/>
                <a:latin typeface="Calibri"/>
                <a:cs typeface="Calibri"/>
              </a:rPr>
              <a:t>l’automatisation</a:t>
            </a:r>
            <a:endParaRPr kumimoji="0" sz="2000" b="0" i="0" u="none" strike="noStrike" kern="0" cap="none" spc="0" normalizeH="0" baseline="0" noProof="0" dirty="0">
              <a:ln>
                <a:noFill/>
              </a:ln>
              <a:solidFill>
                <a:sysClr val="windowText" lastClr="000000"/>
              </a:solidFill>
              <a:effectLst/>
              <a:uLnTx/>
              <a:uFillTx/>
              <a:latin typeface="Calibri"/>
              <a:cs typeface="Calibri"/>
            </a:endParaRPr>
          </a:p>
          <a:p>
            <a:pPr marL="0" marR="0" lvl="0" indent="0" defTabSz="914400" eaLnBrk="1" fontAlgn="auto" latinLnBrk="0" hangingPunct="1">
              <a:lnSpc>
                <a:spcPct val="100000"/>
              </a:lnSpc>
              <a:spcBef>
                <a:spcPts val="1155"/>
              </a:spcBef>
              <a:spcAft>
                <a:spcPts val="0"/>
              </a:spcAft>
              <a:buClrTx/>
              <a:buSzTx/>
              <a:buFontTx/>
              <a:buNone/>
              <a:tabLst/>
              <a:defRPr/>
            </a:pPr>
            <a:endParaRPr kumimoji="0" sz="2000" b="0" i="0" u="none" strike="noStrike" kern="0" cap="none" spc="0" normalizeH="0" baseline="0" noProof="0" dirty="0">
              <a:ln>
                <a:noFill/>
              </a:ln>
              <a:solidFill>
                <a:sysClr val="windowText" lastClr="000000"/>
              </a:solidFill>
              <a:effectLst/>
              <a:uLnTx/>
              <a:uFillTx/>
              <a:latin typeface="Calibri"/>
              <a:cs typeface="Calibri"/>
            </a:endParaRPr>
          </a:p>
          <a:p>
            <a:pPr marL="386715" marR="0" lvl="0" indent="-374015" defTabSz="914400" eaLnBrk="1" fontAlgn="auto" latinLnBrk="0" hangingPunct="1">
              <a:lnSpc>
                <a:spcPct val="100000"/>
              </a:lnSpc>
              <a:spcBef>
                <a:spcPts val="0"/>
              </a:spcBef>
              <a:spcAft>
                <a:spcPts val="0"/>
              </a:spcAft>
              <a:buClr>
                <a:srgbClr val="12717A"/>
              </a:buClr>
              <a:buSzPct val="104347"/>
              <a:buFont typeface="Arial"/>
              <a:buChar char="●"/>
              <a:tabLst>
                <a:tab pos="386715" algn="l"/>
              </a:tabLst>
              <a:defRPr/>
            </a:pPr>
            <a:r>
              <a:rPr kumimoji="0" sz="2300" b="0" i="0" u="none" strike="noStrike" kern="0" cap="none" spc="60" normalizeH="0" baseline="0" noProof="0" dirty="0">
                <a:ln>
                  <a:noFill/>
                </a:ln>
                <a:solidFill>
                  <a:sysClr val="windowText" lastClr="000000"/>
                </a:solidFill>
                <a:effectLst/>
                <a:uLnTx/>
                <a:uFillTx/>
                <a:latin typeface="Calibri"/>
                <a:cs typeface="Calibri"/>
              </a:rPr>
              <a:t>L’automatisation</a:t>
            </a:r>
            <a:r>
              <a:rPr kumimoji="0" sz="2300" b="0" i="0" u="none" strike="noStrike" kern="0" cap="none" spc="150" normalizeH="0" baseline="0" noProof="0" dirty="0">
                <a:ln>
                  <a:noFill/>
                </a:ln>
                <a:solidFill>
                  <a:sysClr val="windowText" lastClr="000000"/>
                </a:solidFill>
                <a:effectLst/>
                <a:uLnTx/>
                <a:uFillTx/>
                <a:latin typeface="Calibri"/>
                <a:cs typeface="Calibri"/>
              </a:rPr>
              <a:t> </a:t>
            </a:r>
            <a:r>
              <a:rPr kumimoji="0" sz="2300" b="0" i="0" u="none" strike="noStrike" kern="0" cap="none" spc="50" normalizeH="0" baseline="0" noProof="0" dirty="0">
                <a:ln>
                  <a:noFill/>
                </a:ln>
                <a:solidFill>
                  <a:sysClr val="windowText" lastClr="000000"/>
                </a:solidFill>
                <a:effectLst/>
                <a:uLnTx/>
                <a:uFillTx/>
                <a:latin typeface="Calibri"/>
                <a:cs typeface="Calibri"/>
              </a:rPr>
              <a:t>permet</a:t>
            </a:r>
            <a:r>
              <a:rPr kumimoji="0" sz="2300" b="0" i="0" u="none" strike="noStrike" kern="0" cap="none" spc="150" normalizeH="0" baseline="0" noProof="0" dirty="0">
                <a:ln>
                  <a:noFill/>
                </a:ln>
                <a:solidFill>
                  <a:sysClr val="windowText" lastClr="000000"/>
                </a:solidFill>
                <a:effectLst/>
                <a:uLnTx/>
                <a:uFillTx/>
                <a:latin typeface="Calibri"/>
                <a:cs typeface="Calibri"/>
              </a:rPr>
              <a:t> </a:t>
            </a:r>
            <a:r>
              <a:rPr kumimoji="0" sz="2300" b="0" i="0" u="none" strike="noStrike" kern="0" cap="none" spc="-50" normalizeH="0" baseline="0" noProof="0" dirty="0">
                <a:ln>
                  <a:noFill/>
                </a:ln>
                <a:solidFill>
                  <a:sysClr val="windowText" lastClr="000000"/>
                </a:solidFill>
                <a:effectLst/>
                <a:uLnTx/>
                <a:uFillTx/>
                <a:latin typeface="Calibri"/>
                <a:cs typeface="Calibri"/>
              </a:rPr>
              <a:t>:</a:t>
            </a:r>
            <a:endParaRPr kumimoji="0" sz="2300" b="0" i="0" u="none" strike="noStrike" kern="0" cap="none" spc="0" normalizeH="0" baseline="0" noProof="0" dirty="0">
              <a:ln>
                <a:noFill/>
              </a:ln>
              <a:solidFill>
                <a:sysClr val="windowText" lastClr="000000"/>
              </a:solidFill>
              <a:effectLst/>
              <a:uLnTx/>
              <a:uFillTx/>
              <a:latin typeface="Calibri"/>
              <a:cs typeface="Calibri"/>
            </a:endParaRPr>
          </a:p>
          <a:p>
            <a:pPr marL="822325" marR="0" lvl="1" indent="-269875" defTabSz="914400" eaLnBrk="1" fontAlgn="auto" latinLnBrk="0" hangingPunct="1">
              <a:lnSpc>
                <a:spcPct val="100000"/>
              </a:lnSpc>
              <a:spcBef>
                <a:spcPts val="440"/>
              </a:spcBef>
              <a:spcAft>
                <a:spcPts val="0"/>
              </a:spcAft>
              <a:buClrTx/>
              <a:buSzPct val="85714"/>
              <a:buFont typeface="Arial"/>
              <a:buChar char="–"/>
              <a:tabLst>
                <a:tab pos="822325" algn="l"/>
              </a:tabLst>
              <a:defRPr/>
            </a:pPr>
            <a:r>
              <a:rPr kumimoji="0" sz="2100" b="0" i="0" u="none" strike="noStrike" kern="0" cap="none" spc="105" normalizeH="0" baseline="0" noProof="0" dirty="0">
                <a:ln>
                  <a:noFill/>
                </a:ln>
                <a:solidFill>
                  <a:srgbClr val="262E37"/>
                </a:solidFill>
                <a:effectLst/>
                <a:uLnTx/>
                <a:uFillTx/>
                <a:latin typeface="Calibri"/>
                <a:cs typeface="Calibri"/>
              </a:rPr>
              <a:t>des</a:t>
            </a:r>
            <a:r>
              <a:rPr kumimoji="0" sz="2100" b="0" i="0" u="none" strike="noStrike" kern="0" cap="none" spc="254" normalizeH="0" baseline="0" noProof="0" dirty="0">
                <a:ln>
                  <a:noFill/>
                </a:ln>
                <a:solidFill>
                  <a:srgbClr val="262E37"/>
                </a:solidFill>
                <a:effectLst/>
                <a:uLnTx/>
                <a:uFillTx/>
                <a:latin typeface="Calibri"/>
                <a:cs typeface="Calibri"/>
              </a:rPr>
              <a:t> </a:t>
            </a:r>
            <a:r>
              <a:rPr kumimoji="0" sz="2100" b="0" i="0" u="none" strike="noStrike" kern="0" cap="none" spc="0" normalizeH="0" baseline="0" noProof="0" dirty="0">
                <a:ln>
                  <a:noFill/>
                </a:ln>
                <a:solidFill>
                  <a:srgbClr val="262E37"/>
                </a:solidFill>
                <a:effectLst/>
                <a:uLnTx/>
                <a:uFillTx/>
                <a:latin typeface="Calibri"/>
                <a:cs typeface="Calibri"/>
              </a:rPr>
              <a:t>délais</a:t>
            </a:r>
            <a:r>
              <a:rPr kumimoji="0" sz="2100" b="0" i="0" u="none" strike="noStrike" kern="0" cap="none" spc="260" normalizeH="0" baseline="0" noProof="0" dirty="0">
                <a:ln>
                  <a:noFill/>
                </a:ln>
                <a:solidFill>
                  <a:srgbClr val="262E37"/>
                </a:solidFill>
                <a:effectLst/>
                <a:uLnTx/>
                <a:uFillTx/>
                <a:latin typeface="Calibri"/>
                <a:cs typeface="Calibri"/>
              </a:rPr>
              <a:t> </a:t>
            </a:r>
            <a:r>
              <a:rPr kumimoji="0" sz="2100" b="0" i="0" u="none" strike="noStrike" kern="0" cap="none" spc="0" normalizeH="0" baseline="0" noProof="0" dirty="0">
                <a:ln>
                  <a:noFill/>
                </a:ln>
                <a:solidFill>
                  <a:srgbClr val="262E37"/>
                </a:solidFill>
                <a:effectLst/>
                <a:uLnTx/>
                <a:uFillTx/>
                <a:latin typeface="Calibri"/>
                <a:cs typeface="Calibri"/>
              </a:rPr>
              <a:t>plus</a:t>
            </a:r>
            <a:r>
              <a:rPr kumimoji="0" sz="2100" b="0" i="0" u="none" strike="noStrike" kern="0" cap="none" spc="260" normalizeH="0" baseline="0" noProof="0" dirty="0">
                <a:ln>
                  <a:noFill/>
                </a:ln>
                <a:solidFill>
                  <a:srgbClr val="262E37"/>
                </a:solidFill>
                <a:effectLst/>
                <a:uLnTx/>
                <a:uFillTx/>
                <a:latin typeface="Calibri"/>
                <a:cs typeface="Calibri"/>
              </a:rPr>
              <a:t> </a:t>
            </a:r>
            <a:r>
              <a:rPr kumimoji="0" sz="2100" b="0" i="0" u="none" strike="noStrike" kern="0" cap="none" spc="0" normalizeH="0" baseline="0" noProof="0" dirty="0">
                <a:ln>
                  <a:noFill/>
                </a:ln>
                <a:solidFill>
                  <a:srgbClr val="262E37"/>
                </a:solidFill>
                <a:effectLst/>
                <a:uLnTx/>
                <a:uFillTx/>
                <a:latin typeface="Calibri"/>
                <a:cs typeface="Calibri"/>
              </a:rPr>
              <a:t>courts</a:t>
            </a:r>
            <a:r>
              <a:rPr kumimoji="0" sz="2100" b="0" i="0" u="none" strike="noStrike" kern="0" cap="none" spc="254" normalizeH="0" baseline="0" noProof="0" dirty="0">
                <a:ln>
                  <a:noFill/>
                </a:ln>
                <a:solidFill>
                  <a:srgbClr val="262E37"/>
                </a:solidFill>
                <a:effectLst/>
                <a:uLnTx/>
                <a:uFillTx/>
                <a:latin typeface="Calibri"/>
                <a:cs typeface="Calibri"/>
              </a:rPr>
              <a:t> </a:t>
            </a:r>
            <a:r>
              <a:rPr kumimoji="0" sz="2100" b="0" i="0" u="none" strike="noStrike" kern="0" cap="none" spc="-50" normalizeH="0" baseline="0" noProof="0" dirty="0">
                <a:ln>
                  <a:noFill/>
                </a:ln>
                <a:solidFill>
                  <a:srgbClr val="262E37"/>
                </a:solidFill>
                <a:effectLst/>
                <a:uLnTx/>
                <a:uFillTx/>
                <a:latin typeface="Calibri"/>
                <a:cs typeface="Calibri"/>
              </a:rPr>
              <a:t>;</a:t>
            </a:r>
            <a:endParaRPr kumimoji="0" sz="2100" b="0" i="0" u="none" strike="noStrike" kern="0" cap="none" spc="0" normalizeH="0" baseline="0" noProof="0" dirty="0">
              <a:ln>
                <a:noFill/>
              </a:ln>
              <a:solidFill>
                <a:sysClr val="windowText" lastClr="000000"/>
              </a:solidFill>
              <a:effectLst/>
              <a:uLnTx/>
              <a:uFillTx/>
              <a:latin typeface="Calibri"/>
              <a:cs typeface="Calibri"/>
            </a:endParaRPr>
          </a:p>
          <a:p>
            <a:pPr marL="822960" marR="390525" lvl="1" indent="-270510" defTabSz="914400" eaLnBrk="1" fontAlgn="auto" latinLnBrk="0" hangingPunct="1">
              <a:lnSpc>
                <a:spcPts val="2500"/>
              </a:lnSpc>
              <a:spcBef>
                <a:spcPts val="580"/>
              </a:spcBef>
              <a:spcAft>
                <a:spcPts val="0"/>
              </a:spcAft>
              <a:buClrTx/>
              <a:buSzPct val="85714"/>
              <a:buFont typeface="Arial"/>
              <a:buChar char="–"/>
              <a:tabLst>
                <a:tab pos="822960" algn="l"/>
              </a:tabLst>
              <a:defRPr/>
            </a:pPr>
            <a:r>
              <a:rPr kumimoji="0" sz="2100" b="0" i="0" u="none" strike="noStrike" kern="0" cap="none" spc="105" normalizeH="0" baseline="0" noProof="0" dirty="0">
                <a:ln>
                  <a:noFill/>
                </a:ln>
                <a:solidFill>
                  <a:srgbClr val="262E37"/>
                </a:solidFill>
                <a:effectLst/>
                <a:uLnTx/>
                <a:uFillTx/>
                <a:latin typeface="Calibri"/>
                <a:cs typeface="Calibri"/>
              </a:rPr>
              <a:t>des</a:t>
            </a:r>
            <a:r>
              <a:rPr kumimoji="0" sz="2100" b="0" i="0" u="none" strike="noStrike" kern="0" cap="none" spc="160" normalizeH="0" baseline="0" noProof="0" dirty="0">
                <a:ln>
                  <a:noFill/>
                </a:ln>
                <a:solidFill>
                  <a:srgbClr val="262E37"/>
                </a:solidFill>
                <a:effectLst/>
                <a:uLnTx/>
                <a:uFillTx/>
                <a:latin typeface="Calibri"/>
                <a:cs typeface="Calibri"/>
              </a:rPr>
              <a:t> </a:t>
            </a:r>
            <a:r>
              <a:rPr kumimoji="0" sz="2100" b="0" i="0" u="none" strike="noStrike" kern="0" cap="none" spc="60" normalizeH="0" baseline="0" noProof="0" dirty="0">
                <a:ln>
                  <a:noFill/>
                </a:ln>
                <a:solidFill>
                  <a:srgbClr val="262E37"/>
                </a:solidFill>
                <a:effectLst/>
                <a:uLnTx/>
                <a:uFillTx/>
                <a:latin typeface="Calibri"/>
                <a:cs typeface="Calibri"/>
              </a:rPr>
              <a:t>mises</a:t>
            </a:r>
            <a:r>
              <a:rPr kumimoji="0" sz="2100" b="0" i="0" u="none" strike="noStrike" kern="0" cap="none" spc="165" normalizeH="0" baseline="0" noProof="0" dirty="0">
                <a:ln>
                  <a:noFill/>
                </a:ln>
                <a:solidFill>
                  <a:srgbClr val="262E37"/>
                </a:solidFill>
                <a:effectLst/>
                <a:uLnTx/>
                <a:uFillTx/>
                <a:latin typeface="Calibri"/>
                <a:cs typeface="Calibri"/>
              </a:rPr>
              <a:t> </a:t>
            </a:r>
            <a:r>
              <a:rPr kumimoji="0" sz="2100" b="0" i="0" u="none" strike="noStrike" kern="0" cap="none" spc="0" normalizeH="0" baseline="0" noProof="0" dirty="0">
                <a:ln>
                  <a:noFill/>
                </a:ln>
                <a:solidFill>
                  <a:srgbClr val="262E37"/>
                </a:solidFill>
                <a:effectLst/>
                <a:uLnTx/>
                <a:uFillTx/>
                <a:latin typeface="Calibri"/>
                <a:cs typeface="Calibri"/>
              </a:rPr>
              <a:t>en</a:t>
            </a:r>
            <a:r>
              <a:rPr kumimoji="0" sz="2100" b="0" i="0" u="none" strike="noStrike" kern="0" cap="none" spc="170" normalizeH="0" baseline="0" noProof="0" dirty="0">
                <a:ln>
                  <a:noFill/>
                </a:ln>
                <a:solidFill>
                  <a:srgbClr val="262E37"/>
                </a:solidFill>
                <a:effectLst/>
                <a:uLnTx/>
                <a:uFillTx/>
                <a:latin typeface="Calibri"/>
                <a:cs typeface="Calibri"/>
              </a:rPr>
              <a:t> </a:t>
            </a:r>
            <a:r>
              <a:rPr kumimoji="0" sz="2100" b="0" i="0" u="none" strike="noStrike" kern="0" cap="none" spc="0" normalizeH="0" baseline="0" noProof="0" dirty="0">
                <a:ln>
                  <a:noFill/>
                </a:ln>
                <a:solidFill>
                  <a:srgbClr val="262E37"/>
                </a:solidFill>
                <a:effectLst/>
                <a:uLnTx/>
                <a:uFillTx/>
                <a:latin typeface="Calibri"/>
                <a:cs typeface="Calibri"/>
              </a:rPr>
              <a:t>production</a:t>
            </a:r>
            <a:r>
              <a:rPr kumimoji="0" sz="2100" b="0" i="0" u="none" strike="noStrike" kern="0" cap="none" spc="170" normalizeH="0" baseline="0" noProof="0" dirty="0">
                <a:ln>
                  <a:noFill/>
                </a:ln>
                <a:solidFill>
                  <a:srgbClr val="262E37"/>
                </a:solidFill>
                <a:effectLst/>
                <a:uLnTx/>
                <a:uFillTx/>
                <a:latin typeface="Calibri"/>
                <a:cs typeface="Calibri"/>
              </a:rPr>
              <a:t> </a:t>
            </a:r>
            <a:r>
              <a:rPr kumimoji="0" sz="2100" b="0" i="0" u="none" strike="noStrike" kern="0" cap="none" spc="-20" normalizeH="0" baseline="0" noProof="0" dirty="0">
                <a:ln>
                  <a:noFill/>
                </a:ln>
                <a:solidFill>
                  <a:srgbClr val="262E37"/>
                </a:solidFill>
                <a:effectLst/>
                <a:uLnTx/>
                <a:uFillTx/>
                <a:latin typeface="Calibri"/>
                <a:cs typeface="Calibri"/>
              </a:rPr>
              <a:t>plus </a:t>
            </a:r>
            <a:r>
              <a:rPr kumimoji="0" sz="2100" b="0" i="0" u="none" strike="noStrike" kern="0" cap="none" spc="0" normalizeH="0" baseline="0" noProof="0" dirty="0">
                <a:ln>
                  <a:noFill/>
                </a:ln>
                <a:solidFill>
                  <a:srgbClr val="262E37"/>
                </a:solidFill>
                <a:effectLst/>
                <a:uLnTx/>
                <a:uFillTx/>
                <a:latin typeface="Calibri"/>
                <a:cs typeface="Calibri"/>
              </a:rPr>
              <a:t>fréquentes</a:t>
            </a:r>
            <a:r>
              <a:rPr kumimoji="0" sz="2100" b="0" i="0" u="none" strike="noStrike" kern="0" cap="none" spc="165" normalizeH="0" baseline="0" noProof="0" dirty="0">
                <a:ln>
                  <a:noFill/>
                </a:ln>
                <a:solidFill>
                  <a:srgbClr val="262E37"/>
                </a:solidFill>
                <a:effectLst/>
                <a:uLnTx/>
                <a:uFillTx/>
                <a:latin typeface="Calibri"/>
                <a:cs typeface="Calibri"/>
              </a:rPr>
              <a:t> </a:t>
            </a:r>
            <a:r>
              <a:rPr kumimoji="0" sz="2100" b="0" i="0" u="none" strike="noStrike" kern="0" cap="none" spc="-50" normalizeH="0" baseline="0" noProof="0" dirty="0">
                <a:ln>
                  <a:noFill/>
                </a:ln>
                <a:solidFill>
                  <a:srgbClr val="262E37"/>
                </a:solidFill>
                <a:effectLst/>
                <a:uLnTx/>
                <a:uFillTx/>
                <a:latin typeface="Calibri"/>
                <a:cs typeface="Calibri"/>
              </a:rPr>
              <a:t>;</a:t>
            </a:r>
            <a:endParaRPr kumimoji="0" sz="2100" b="0" i="0" u="none" strike="noStrike" kern="0" cap="none" spc="0" normalizeH="0" baseline="0" noProof="0" dirty="0">
              <a:ln>
                <a:noFill/>
              </a:ln>
              <a:solidFill>
                <a:sysClr val="windowText" lastClr="000000"/>
              </a:solidFill>
              <a:effectLst/>
              <a:uLnTx/>
              <a:uFillTx/>
              <a:latin typeface="Calibri"/>
              <a:cs typeface="Calibri"/>
            </a:endParaRPr>
          </a:p>
          <a:p>
            <a:pPr marL="822960" marR="173355" lvl="1" indent="-270510" defTabSz="914400" eaLnBrk="1" fontAlgn="auto" latinLnBrk="0" hangingPunct="1">
              <a:lnSpc>
                <a:spcPts val="2500"/>
              </a:lnSpc>
              <a:spcBef>
                <a:spcPts val="550"/>
              </a:spcBef>
              <a:spcAft>
                <a:spcPts val="0"/>
              </a:spcAft>
              <a:buClrTx/>
              <a:buSzPct val="85714"/>
              <a:buFont typeface="Arial"/>
              <a:buChar char="–"/>
              <a:tabLst>
                <a:tab pos="822960" algn="l"/>
              </a:tabLst>
              <a:defRPr/>
            </a:pPr>
            <a:r>
              <a:rPr kumimoji="0" sz="2100" b="0" i="0" u="none" strike="noStrike" kern="0" cap="none" spc="105" normalizeH="0" baseline="0" noProof="0" dirty="0">
                <a:ln>
                  <a:noFill/>
                </a:ln>
                <a:solidFill>
                  <a:srgbClr val="262E37"/>
                </a:solidFill>
                <a:effectLst/>
                <a:uLnTx/>
                <a:uFillTx/>
                <a:latin typeface="Calibri"/>
                <a:cs typeface="Calibri"/>
              </a:rPr>
              <a:t>des</a:t>
            </a:r>
            <a:r>
              <a:rPr kumimoji="0" sz="2100" b="0" i="0" u="none" strike="noStrike" kern="0" cap="none" spc="160" normalizeH="0" baseline="0" noProof="0" dirty="0">
                <a:ln>
                  <a:noFill/>
                </a:ln>
                <a:solidFill>
                  <a:srgbClr val="262E37"/>
                </a:solidFill>
                <a:effectLst/>
                <a:uLnTx/>
                <a:uFillTx/>
                <a:latin typeface="Calibri"/>
                <a:cs typeface="Calibri"/>
              </a:rPr>
              <a:t> </a:t>
            </a:r>
            <a:r>
              <a:rPr kumimoji="0" sz="2100" b="0" i="0" u="none" strike="noStrike" kern="0" cap="none" spc="60" normalizeH="0" baseline="0" noProof="0" dirty="0">
                <a:ln>
                  <a:noFill/>
                </a:ln>
                <a:solidFill>
                  <a:srgbClr val="262E37"/>
                </a:solidFill>
                <a:effectLst/>
                <a:uLnTx/>
                <a:uFillTx/>
                <a:latin typeface="Calibri"/>
                <a:cs typeface="Calibri"/>
              </a:rPr>
              <a:t>mises</a:t>
            </a:r>
            <a:r>
              <a:rPr kumimoji="0" sz="2100" b="0" i="0" u="none" strike="noStrike" kern="0" cap="none" spc="165" normalizeH="0" baseline="0" noProof="0" dirty="0">
                <a:ln>
                  <a:noFill/>
                </a:ln>
                <a:solidFill>
                  <a:srgbClr val="262E37"/>
                </a:solidFill>
                <a:effectLst/>
                <a:uLnTx/>
                <a:uFillTx/>
                <a:latin typeface="Calibri"/>
                <a:cs typeface="Calibri"/>
              </a:rPr>
              <a:t> </a:t>
            </a:r>
            <a:r>
              <a:rPr kumimoji="0" sz="2100" b="0" i="0" u="none" strike="noStrike" kern="0" cap="none" spc="0" normalizeH="0" baseline="0" noProof="0" dirty="0">
                <a:ln>
                  <a:noFill/>
                </a:ln>
                <a:solidFill>
                  <a:srgbClr val="262E37"/>
                </a:solidFill>
                <a:effectLst/>
                <a:uLnTx/>
                <a:uFillTx/>
                <a:latin typeface="Calibri"/>
                <a:cs typeface="Calibri"/>
              </a:rPr>
              <a:t>en</a:t>
            </a:r>
            <a:r>
              <a:rPr kumimoji="0" sz="2100" b="0" i="0" u="none" strike="noStrike" kern="0" cap="none" spc="170" normalizeH="0" baseline="0" noProof="0" dirty="0">
                <a:ln>
                  <a:noFill/>
                </a:ln>
                <a:solidFill>
                  <a:srgbClr val="262E37"/>
                </a:solidFill>
                <a:effectLst/>
                <a:uLnTx/>
                <a:uFillTx/>
                <a:latin typeface="Calibri"/>
                <a:cs typeface="Calibri"/>
              </a:rPr>
              <a:t> </a:t>
            </a:r>
            <a:r>
              <a:rPr kumimoji="0" sz="2100" b="0" i="0" u="none" strike="noStrike" kern="0" cap="none" spc="0" normalizeH="0" baseline="0" noProof="0" dirty="0">
                <a:ln>
                  <a:noFill/>
                </a:ln>
                <a:solidFill>
                  <a:srgbClr val="262E37"/>
                </a:solidFill>
                <a:effectLst/>
                <a:uLnTx/>
                <a:uFillTx/>
                <a:latin typeface="Calibri"/>
                <a:cs typeface="Calibri"/>
              </a:rPr>
              <a:t>production</a:t>
            </a:r>
            <a:r>
              <a:rPr kumimoji="0" sz="2100" b="0" i="0" u="none" strike="noStrike" kern="0" cap="none" spc="170" normalizeH="0" baseline="0" noProof="0" dirty="0">
                <a:ln>
                  <a:noFill/>
                </a:ln>
                <a:solidFill>
                  <a:srgbClr val="262E37"/>
                </a:solidFill>
                <a:effectLst/>
                <a:uLnTx/>
                <a:uFillTx/>
                <a:latin typeface="Calibri"/>
                <a:cs typeface="Calibri"/>
              </a:rPr>
              <a:t> </a:t>
            </a:r>
            <a:r>
              <a:rPr kumimoji="0" sz="2100" b="0" i="0" u="none" strike="noStrike" kern="0" cap="none" spc="-10" normalizeH="0" baseline="0" noProof="0" dirty="0">
                <a:ln>
                  <a:noFill/>
                </a:ln>
                <a:solidFill>
                  <a:srgbClr val="262E37"/>
                </a:solidFill>
                <a:effectLst/>
                <a:uLnTx/>
                <a:uFillTx/>
                <a:latin typeface="Calibri"/>
                <a:cs typeface="Calibri"/>
              </a:rPr>
              <a:t>moins </a:t>
            </a:r>
            <a:r>
              <a:rPr kumimoji="0" sz="2100" b="0" i="0" u="none" strike="noStrike" kern="0" cap="none" spc="0" normalizeH="0" baseline="0" noProof="0" dirty="0">
                <a:ln>
                  <a:noFill/>
                </a:ln>
                <a:solidFill>
                  <a:srgbClr val="262E37"/>
                </a:solidFill>
                <a:effectLst/>
                <a:uLnTx/>
                <a:uFillTx/>
                <a:latin typeface="Calibri"/>
                <a:cs typeface="Calibri"/>
              </a:rPr>
              <a:t>houleuses</a:t>
            </a:r>
            <a:r>
              <a:rPr kumimoji="0" sz="2100" b="0" i="0" u="none" strike="noStrike" kern="0" cap="none" spc="490" normalizeH="0" baseline="0" noProof="0" dirty="0">
                <a:ln>
                  <a:noFill/>
                </a:ln>
                <a:solidFill>
                  <a:srgbClr val="262E37"/>
                </a:solidFill>
                <a:effectLst/>
                <a:uLnTx/>
                <a:uFillTx/>
                <a:latin typeface="Calibri"/>
                <a:cs typeface="Calibri"/>
              </a:rPr>
              <a:t> </a:t>
            </a:r>
            <a:r>
              <a:rPr kumimoji="0" sz="2100" b="0" i="0" u="none" strike="noStrike" kern="0" cap="none" spc="-50" normalizeH="0" baseline="0" noProof="0" dirty="0">
                <a:ln>
                  <a:noFill/>
                </a:ln>
                <a:solidFill>
                  <a:srgbClr val="262E37"/>
                </a:solidFill>
                <a:effectLst/>
                <a:uLnTx/>
                <a:uFillTx/>
                <a:latin typeface="Calibri"/>
                <a:cs typeface="Calibri"/>
              </a:rPr>
              <a:t>;</a:t>
            </a:r>
            <a:endParaRPr kumimoji="0" sz="2100" b="0" i="0" u="none" strike="noStrike" kern="0" cap="none" spc="0" normalizeH="0" baseline="0" noProof="0" dirty="0">
              <a:ln>
                <a:noFill/>
              </a:ln>
              <a:solidFill>
                <a:sysClr val="windowText" lastClr="000000"/>
              </a:solidFill>
              <a:effectLst/>
              <a:uLnTx/>
              <a:uFillTx/>
              <a:latin typeface="Calibri"/>
              <a:cs typeface="Calibri"/>
            </a:endParaRPr>
          </a:p>
          <a:p>
            <a:pPr marL="822325" marR="0" lvl="1" indent="-269875" defTabSz="914400" eaLnBrk="1" fontAlgn="auto" latinLnBrk="0" hangingPunct="1">
              <a:lnSpc>
                <a:spcPct val="100000"/>
              </a:lnSpc>
              <a:spcBef>
                <a:spcPts val="450"/>
              </a:spcBef>
              <a:spcAft>
                <a:spcPts val="0"/>
              </a:spcAft>
              <a:buClrTx/>
              <a:buSzPct val="85714"/>
              <a:buFont typeface="Arial"/>
              <a:buChar char="–"/>
              <a:tabLst>
                <a:tab pos="822325" algn="l"/>
              </a:tabLst>
              <a:defRPr/>
            </a:pPr>
            <a:r>
              <a:rPr kumimoji="0" sz="2100" b="0" i="0" u="none" strike="noStrike" kern="0" cap="none" spc="0" normalizeH="0" baseline="0" noProof="0" dirty="0">
                <a:ln>
                  <a:noFill/>
                </a:ln>
                <a:solidFill>
                  <a:srgbClr val="262E37"/>
                </a:solidFill>
                <a:effectLst/>
                <a:uLnTx/>
                <a:uFillTx/>
                <a:latin typeface="Calibri"/>
                <a:cs typeface="Calibri"/>
              </a:rPr>
              <a:t>moins</a:t>
            </a:r>
            <a:r>
              <a:rPr kumimoji="0" sz="2100" b="0" i="0" u="none" strike="noStrike" kern="0" cap="none" spc="275" normalizeH="0" baseline="0" noProof="0" dirty="0">
                <a:ln>
                  <a:noFill/>
                </a:ln>
                <a:solidFill>
                  <a:srgbClr val="262E37"/>
                </a:solidFill>
                <a:effectLst/>
                <a:uLnTx/>
                <a:uFillTx/>
                <a:latin typeface="Calibri"/>
                <a:cs typeface="Calibri"/>
              </a:rPr>
              <a:t> </a:t>
            </a:r>
            <a:r>
              <a:rPr kumimoji="0" sz="2100" b="0" i="0" u="none" strike="noStrike" kern="0" cap="none" spc="0" normalizeH="0" baseline="0" noProof="0" dirty="0">
                <a:ln>
                  <a:noFill/>
                </a:ln>
                <a:solidFill>
                  <a:srgbClr val="262E37"/>
                </a:solidFill>
                <a:effectLst/>
                <a:uLnTx/>
                <a:uFillTx/>
                <a:latin typeface="Calibri"/>
                <a:cs typeface="Calibri"/>
              </a:rPr>
              <a:t>d'erreurs</a:t>
            </a:r>
            <a:r>
              <a:rPr kumimoji="0" sz="2100" b="0" i="0" u="none" strike="noStrike" kern="0" cap="none" spc="275" normalizeH="0" baseline="0" noProof="0" dirty="0">
                <a:ln>
                  <a:noFill/>
                </a:ln>
                <a:solidFill>
                  <a:srgbClr val="262E37"/>
                </a:solidFill>
                <a:effectLst/>
                <a:uLnTx/>
                <a:uFillTx/>
                <a:latin typeface="Calibri"/>
                <a:cs typeface="Calibri"/>
              </a:rPr>
              <a:t> </a:t>
            </a:r>
            <a:r>
              <a:rPr kumimoji="0" sz="2100" b="0" i="0" u="none" strike="noStrike" kern="0" cap="none" spc="-50" normalizeH="0" baseline="0" noProof="0" dirty="0">
                <a:ln>
                  <a:noFill/>
                </a:ln>
                <a:solidFill>
                  <a:srgbClr val="262E37"/>
                </a:solidFill>
                <a:effectLst/>
                <a:uLnTx/>
                <a:uFillTx/>
                <a:latin typeface="Calibri"/>
                <a:cs typeface="Calibri"/>
              </a:rPr>
              <a:t>;</a:t>
            </a:r>
            <a:endParaRPr kumimoji="0" sz="2100" b="0" i="0" u="none" strike="noStrike" kern="0" cap="none" spc="0" normalizeH="0" baseline="0" noProof="0" dirty="0">
              <a:ln>
                <a:noFill/>
              </a:ln>
              <a:solidFill>
                <a:sysClr val="windowText" lastClr="000000"/>
              </a:solidFill>
              <a:effectLst/>
              <a:uLnTx/>
              <a:uFillTx/>
              <a:latin typeface="Calibri"/>
              <a:cs typeface="Calibri"/>
            </a:endParaRPr>
          </a:p>
          <a:p>
            <a:pPr marL="822325" marR="0" lvl="1" indent="-269875" defTabSz="914400" eaLnBrk="1" fontAlgn="auto" latinLnBrk="0" hangingPunct="1">
              <a:lnSpc>
                <a:spcPct val="100000"/>
              </a:lnSpc>
              <a:spcBef>
                <a:spcPts val="480"/>
              </a:spcBef>
              <a:spcAft>
                <a:spcPts val="0"/>
              </a:spcAft>
              <a:buClrTx/>
              <a:buSzPct val="85714"/>
              <a:buFont typeface="Arial"/>
              <a:buChar char="–"/>
              <a:tabLst>
                <a:tab pos="822325" algn="l"/>
              </a:tabLst>
              <a:defRPr/>
            </a:pPr>
            <a:r>
              <a:rPr kumimoji="0" sz="2100" b="0" i="0" u="none" strike="noStrike" kern="0" cap="none" spc="0" normalizeH="0" baseline="0" noProof="0" dirty="0">
                <a:ln>
                  <a:noFill/>
                </a:ln>
                <a:solidFill>
                  <a:srgbClr val="262E37"/>
                </a:solidFill>
                <a:effectLst/>
                <a:uLnTx/>
                <a:uFillTx/>
                <a:latin typeface="Calibri"/>
                <a:cs typeface="Calibri"/>
              </a:rPr>
              <a:t>une</a:t>
            </a:r>
            <a:r>
              <a:rPr kumimoji="0" sz="2100" b="0" i="0" u="none" strike="noStrike" kern="0" cap="none" spc="25" normalizeH="0" baseline="0" noProof="0" dirty="0">
                <a:ln>
                  <a:noFill/>
                </a:ln>
                <a:solidFill>
                  <a:srgbClr val="262E37"/>
                </a:solidFill>
                <a:effectLst/>
                <a:uLnTx/>
                <a:uFillTx/>
                <a:latin typeface="Calibri"/>
                <a:cs typeface="Calibri"/>
              </a:rPr>
              <a:t> </a:t>
            </a:r>
            <a:r>
              <a:rPr kumimoji="0" sz="2100" b="0" i="0" u="none" strike="noStrike" kern="0" cap="none" spc="-10" normalizeH="0" baseline="0" noProof="0" dirty="0">
                <a:ln>
                  <a:noFill/>
                </a:ln>
                <a:solidFill>
                  <a:srgbClr val="262E37"/>
                </a:solidFill>
                <a:effectLst/>
                <a:uLnTx/>
                <a:uFillTx/>
                <a:latin typeface="Calibri"/>
                <a:cs typeface="Calibri"/>
              </a:rPr>
              <a:t>meilleure</a:t>
            </a:r>
            <a:r>
              <a:rPr kumimoji="0" sz="2100" b="0" i="0" u="none" strike="noStrike" kern="0" cap="none" spc="30" normalizeH="0" baseline="0" noProof="0" dirty="0">
                <a:ln>
                  <a:noFill/>
                </a:ln>
                <a:solidFill>
                  <a:srgbClr val="262E37"/>
                </a:solidFill>
                <a:effectLst/>
                <a:uLnTx/>
                <a:uFillTx/>
                <a:latin typeface="Calibri"/>
                <a:cs typeface="Calibri"/>
              </a:rPr>
              <a:t> </a:t>
            </a:r>
            <a:r>
              <a:rPr kumimoji="0" sz="2100" b="0" i="0" u="none" strike="noStrike" kern="0" cap="none" spc="0" normalizeH="0" baseline="0" noProof="0" dirty="0">
                <a:ln>
                  <a:noFill/>
                </a:ln>
                <a:solidFill>
                  <a:srgbClr val="262E37"/>
                </a:solidFill>
                <a:effectLst/>
                <a:uLnTx/>
                <a:uFillTx/>
                <a:latin typeface="Calibri"/>
                <a:cs typeface="Calibri"/>
              </a:rPr>
              <a:t>qualité</a:t>
            </a:r>
            <a:r>
              <a:rPr kumimoji="0" sz="2100" b="0" i="0" u="none" strike="noStrike" kern="0" cap="none" spc="30" normalizeH="0" baseline="0" noProof="0" dirty="0">
                <a:ln>
                  <a:noFill/>
                </a:ln>
                <a:solidFill>
                  <a:srgbClr val="262E37"/>
                </a:solidFill>
                <a:effectLst/>
                <a:uLnTx/>
                <a:uFillTx/>
                <a:latin typeface="Calibri"/>
                <a:cs typeface="Calibri"/>
              </a:rPr>
              <a:t> </a:t>
            </a:r>
            <a:r>
              <a:rPr kumimoji="0" sz="2100" b="0" i="0" u="none" strike="noStrike" kern="0" cap="none" spc="-50" normalizeH="0" baseline="0" noProof="0" dirty="0">
                <a:ln>
                  <a:noFill/>
                </a:ln>
                <a:solidFill>
                  <a:srgbClr val="262E37"/>
                </a:solidFill>
                <a:effectLst/>
                <a:uLnTx/>
                <a:uFillTx/>
                <a:latin typeface="Calibri"/>
                <a:cs typeface="Calibri"/>
              </a:rPr>
              <a:t>;</a:t>
            </a:r>
            <a:endParaRPr kumimoji="0" sz="2100" b="0" i="0" u="none" strike="noStrike" kern="0" cap="none" spc="0" normalizeH="0" baseline="0" noProof="0" dirty="0">
              <a:ln>
                <a:noFill/>
              </a:ln>
              <a:solidFill>
                <a:sysClr val="windowText" lastClr="000000"/>
              </a:solidFill>
              <a:effectLst/>
              <a:uLnTx/>
              <a:uFillTx/>
              <a:latin typeface="Calibri"/>
              <a:cs typeface="Calibri"/>
            </a:endParaRPr>
          </a:p>
          <a:p>
            <a:pPr marL="822960" marR="403225" lvl="1" indent="-270510" defTabSz="914400" eaLnBrk="1" fontAlgn="auto" latinLnBrk="0" hangingPunct="1">
              <a:lnSpc>
                <a:spcPts val="2500"/>
              </a:lnSpc>
              <a:spcBef>
                <a:spcPts val="580"/>
              </a:spcBef>
              <a:spcAft>
                <a:spcPts val="0"/>
              </a:spcAft>
              <a:buClrTx/>
              <a:buSzPct val="85714"/>
              <a:buFont typeface="Arial"/>
              <a:buChar char="–"/>
              <a:tabLst>
                <a:tab pos="822960" algn="l"/>
              </a:tabLst>
              <a:defRPr/>
            </a:pPr>
            <a:r>
              <a:rPr kumimoji="0" sz="2100" b="0" i="0" u="none" strike="noStrike" kern="0" cap="none" spc="0" normalizeH="0" baseline="0" noProof="0" dirty="0">
                <a:ln>
                  <a:noFill/>
                </a:ln>
                <a:solidFill>
                  <a:srgbClr val="262E37"/>
                </a:solidFill>
                <a:effectLst/>
                <a:uLnTx/>
                <a:uFillTx/>
                <a:latin typeface="Calibri"/>
                <a:cs typeface="Calibri"/>
              </a:rPr>
              <a:t>une</a:t>
            </a:r>
            <a:r>
              <a:rPr kumimoji="0" sz="2100" b="0" i="0" u="none" strike="noStrike" kern="0" cap="none" spc="120" normalizeH="0" baseline="0" noProof="0" dirty="0">
                <a:ln>
                  <a:noFill/>
                </a:ln>
                <a:solidFill>
                  <a:srgbClr val="262E37"/>
                </a:solidFill>
                <a:effectLst/>
                <a:uLnTx/>
                <a:uFillTx/>
                <a:latin typeface="Calibri"/>
                <a:cs typeface="Calibri"/>
              </a:rPr>
              <a:t> </a:t>
            </a:r>
            <a:r>
              <a:rPr kumimoji="0" sz="2100" b="0" i="0" u="none" strike="noStrike" kern="0" cap="none" spc="0" normalizeH="0" baseline="0" noProof="0" dirty="0">
                <a:ln>
                  <a:noFill/>
                </a:ln>
                <a:solidFill>
                  <a:srgbClr val="262E37"/>
                </a:solidFill>
                <a:effectLst/>
                <a:uLnTx/>
                <a:uFillTx/>
                <a:latin typeface="Calibri"/>
                <a:cs typeface="Calibri"/>
              </a:rPr>
              <a:t>sécurité</a:t>
            </a:r>
            <a:r>
              <a:rPr kumimoji="0" sz="2100" b="0" i="0" u="none" strike="noStrike" kern="0" cap="none" spc="125" normalizeH="0" baseline="0" noProof="0" dirty="0">
                <a:ln>
                  <a:noFill/>
                </a:ln>
                <a:solidFill>
                  <a:srgbClr val="262E37"/>
                </a:solidFill>
                <a:effectLst/>
                <a:uLnTx/>
                <a:uFillTx/>
                <a:latin typeface="Calibri"/>
                <a:cs typeface="Calibri"/>
              </a:rPr>
              <a:t> </a:t>
            </a:r>
            <a:r>
              <a:rPr kumimoji="0" sz="2100" b="0" i="0" u="none" strike="noStrike" kern="0" cap="none" spc="0" normalizeH="0" baseline="0" noProof="0" dirty="0">
                <a:ln>
                  <a:noFill/>
                </a:ln>
                <a:solidFill>
                  <a:srgbClr val="262E37"/>
                </a:solidFill>
                <a:effectLst/>
                <a:uLnTx/>
                <a:uFillTx/>
                <a:latin typeface="Calibri"/>
                <a:cs typeface="Calibri"/>
              </a:rPr>
              <a:t>améliorée</a:t>
            </a:r>
            <a:r>
              <a:rPr kumimoji="0" sz="2100" b="0" i="0" u="none" strike="noStrike" kern="0" cap="none" spc="120" normalizeH="0" baseline="0" noProof="0" dirty="0">
                <a:ln>
                  <a:noFill/>
                </a:ln>
                <a:solidFill>
                  <a:srgbClr val="262E37"/>
                </a:solidFill>
                <a:effectLst/>
                <a:uLnTx/>
                <a:uFillTx/>
                <a:latin typeface="Calibri"/>
                <a:cs typeface="Calibri"/>
              </a:rPr>
              <a:t> </a:t>
            </a:r>
            <a:r>
              <a:rPr kumimoji="0" sz="2100" b="0" i="0" u="none" strike="noStrike" kern="0" cap="none" spc="0" normalizeH="0" baseline="0" noProof="0" dirty="0">
                <a:ln>
                  <a:noFill/>
                </a:ln>
                <a:solidFill>
                  <a:srgbClr val="262E37"/>
                </a:solidFill>
                <a:effectLst/>
                <a:uLnTx/>
                <a:uFillTx/>
                <a:latin typeface="Calibri"/>
                <a:cs typeface="Calibri"/>
              </a:rPr>
              <a:t>et</a:t>
            </a:r>
            <a:r>
              <a:rPr kumimoji="0" sz="2100" b="0" i="0" u="none" strike="noStrike" kern="0" cap="none" spc="125" normalizeH="0" baseline="0" noProof="0" dirty="0">
                <a:ln>
                  <a:noFill/>
                </a:ln>
                <a:solidFill>
                  <a:srgbClr val="262E37"/>
                </a:solidFill>
                <a:effectLst/>
                <a:uLnTx/>
                <a:uFillTx/>
                <a:latin typeface="Calibri"/>
                <a:cs typeface="Calibri"/>
              </a:rPr>
              <a:t> </a:t>
            </a:r>
            <a:r>
              <a:rPr kumimoji="0" sz="2100" b="0" i="0" u="none" strike="noStrike" kern="0" cap="none" spc="-25" normalizeH="0" baseline="0" noProof="0" dirty="0">
                <a:ln>
                  <a:noFill/>
                </a:ln>
                <a:solidFill>
                  <a:srgbClr val="262E37"/>
                </a:solidFill>
                <a:effectLst/>
                <a:uLnTx/>
                <a:uFillTx/>
                <a:latin typeface="Calibri"/>
                <a:cs typeface="Calibri"/>
              </a:rPr>
              <a:t>une </a:t>
            </a:r>
            <a:r>
              <a:rPr kumimoji="0" sz="2100" b="0" i="0" u="none" strike="noStrike" kern="0" cap="none" spc="0" normalizeH="0" baseline="0" noProof="0" dirty="0">
                <a:ln>
                  <a:noFill/>
                </a:ln>
                <a:solidFill>
                  <a:srgbClr val="262E37"/>
                </a:solidFill>
                <a:effectLst/>
                <a:uLnTx/>
                <a:uFillTx/>
                <a:latin typeface="Calibri"/>
                <a:cs typeface="Calibri"/>
              </a:rPr>
              <a:t>atténuation</a:t>
            </a:r>
            <a:r>
              <a:rPr kumimoji="0" sz="2100" b="0" i="0" u="none" strike="noStrike" kern="0" cap="none" spc="85" normalizeH="0" baseline="0" noProof="0" dirty="0">
                <a:ln>
                  <a:noFill/>
                </a:ln>
                <a:solidFill>
                  <a:srgbClr val="262E37"/>
                </a:solidFill>
                <a:effectLst/>
                <a:uLnTx/>
                <a:uFillTx/>
                <a:latin typeface="Calibri"/>
                <a:cs typeface="Calibri"/>
              </a:rPr>
              <a:t> </a:t>
            </a:r>
            <a:r>
              <a:rPr kumimoji="0" sz="2100" b="0" i="0" u="none" strike="noStrike" kern="0" cap="none" spc="105" normalizeH="0" baseline="0" noProof="0" dirty="0">
                <a:ln>
                  <a:noFill/>
                </a:ln>
                <a:solidFill>
                  <a:srgbClr val="262E37"/>
                </a:solidFill>
                <a:effectLst/>
                <a:uLnTx/>
                <a:uFillTx/>
                <a:latin typeface="Calibri"/>
                <a:cs typeface="Calibri"/>
              </a:rPr>
              <a:t>des</a:t>
            </a:r>
            <a:r>
              <a:rPr kumimoji="0" sz="2100" b="0" i="0" u="none" strike="noStrike" kern="0" cap="none" spc="85" normalizeH="0" baseline="0" noProof="0" dirty="0">
                <a:ln>
                  <a:noFill/>
                </a:ln>
                <a:solidFill>
                  <a:srgbClr val="262E37"/>
                </a:solidFill>
                <a:effectLst/>
                <a:uLnTx/>
                <a:uFillTx/>
                <a:latin typeface="Calibri"/>
                <a:cs typeface="Calibri"/>
              </a:rPr>
              <a:t> </a:t>
            </a:r>
            <a:r>
              <a:rPr kumimoji="0" sz="2100" b="0" i="0" u="none" strike="noStrike" kern="0" cap="none" spc="45" normalizeH="0" baseline="0" noProof="0" dirty="0">
                <a:ln>
                  <a:noFill/>
                </a:ln>
                <a:solidFill>
                  <a:srgbClr val="262E37"/>
                </a:solidFill>
                <a:effectLst/>
                <a:uLnTx/>
                <a:uFillTx/>
                <a:latin typeface="Calibri"/>
                <a:cs typeface="Calibri"/>
              </a:rPr>
              <a:t>risques</a:t>
            </a:r>
            <a:r>
              <a:rPr kumimoji="0" sz="2100" b="0" i="0" u="none" strike="noStrike" kern="0" cap="none" spc="80" normalizeH="0" baseline="0" noProof="0" dirty="0">
                <a:ln>
                  <a:noFill/>
                </a:ln>
                <a:solidFill>
                  <a:srgbClr val="262E37"/>
                </a:solidFill>
                <a:effectLst/>
                <a:uLnTx/>
                <a:uFillTx/>
                <a:latin typeface="Calibri"/>
                <a:cs typeface="Calibri"/>
              </a:rPr>
              <a:t> </a:t>
            </a:r>
            <a:r>
              <a:rPr kumimoji="0" sz="2100" b="0" i="0" u="none" strike="noStrike" kern="0" cap="none" spc="-50" normalizeH="0" baseline="0" noProof="0" dirty="0">
                <a:ln>
                  <a:noFill/>
                </a:ln>
                <a:solidFill>
                  <a:srgbClr val="262E37"/>
                </a:solidFill>
                <a:effectLst/>
                <a:uLnTx/>
                <a:uFillTx/>
                <a:latin typeface="Calibri"/>
                <a:cs typeface="Calibri"/>
              </a:rPr>
              <a:t>;</a:t>
            </a:r>
            <a:endParaRPr kumimoji="0" sz="2100" b="0" i="0" u="none" strike="noStrike" kern="0" cap="none" spc="0" normalizeH="0" baseline="0" noProof="0" dirty="0">
              <a:ln>
                <a:noFill/>
              </a:ln>
              <a:solidFill>
                <a:sysClr val="windowText" lastClr="000000"/>
              </a:solidFill>
              <a:effectLst/>
              <a:uLnTx/>
              <a:uFillTx/>
              <a:latin typeface="Calibri"/>
              <a:cs typeface="Calibri"/>
            </a:endParaRPr>
          </a:p>
          <a:p>
            <a:pPr marL="822325" marR="0" lvl="1" indent="-269875" defTabSz="914400" eaLnBrk="1" fontAlgn="auto" latinLnBrk="0" hangingPunct="1">
              <a:lnSpc>
                <a:spcPct val="100000"/>
              </a:lnSpc>
              <a:spcBef>
                <a:spcPts val="450"/>
              </a:spcBef>
              <a:spcAft>
                <a:spcPts val="0"/>
              </a:spcAft>
              <a:buClrTx/>
              <a:buSzPct val="85714"/>
              <a:buFont typeface="Arial"/>
              <a:buChar char="–"/>
              <a:tabLst>
                <a:tab pos="822325" algn="l"/>
              </a:tabLst>
              <a:defRPr/>
            </a:pPr>
            <a:r>
              <a:rPr kumimoji="0" sz="2100" b="0" i="0" u="none" strike="noStrike" kern="0" cap="none" spc="0" normalizeH="0" baseline="0" noProof="0" dirty="0">
                <a:ln>
                  <a:noFill/>
                </a:ln>
                <a:solidFill>
                  <a:srgbClr val="262E37"/>
                </a:solidFill>
                <a:effectLst/>
                <a:uLnTx/>
                <a:uFillTx/>
                <a:latin typeface="Calibri"/>
                <a:cs typeface="Calibri"/>
              </a:rPr>
              <a:t>un</a:t>
            </a:r>
            <a:r>
              <a:rPr kumimoji="0" sz="2100" b="0" i="0" u="none" strike="noStrike" kern="0" cap="none" spc="305" normalizeH="0" baseline="0" noProof="0" dirty="0">
                <a:ln>
                  <a:noFill/>
                </a:ln>
                <a:solidFill>
                  <a:srgbClr val="262E37"/>
                </a:solidFill>
                <a:effectLst/>
                <a:uLnTx/>
                <a:uFillTx/>
                <a:latin typeface="Calibri"/>
                <a:cs typeface="Calibri"/>
              </a:rPr>
              <a:t> </a:t>
            </a:r>
            <a:r>
              <a:rPr kumimoji="0" sz="2100" b="0" i="0" u="none" strike="noStrike" kern="0" cap="none" spc="0" normalizeH="0" baseline="0" noProof="0" dirty="0">
                <a:ln>
                  <a:noFill/>
                </a:ln>
                <a:solidFill>
                  <a:srgbClr val="262E37"/>
                </a:solidFill>
                <a:effectLst/>
                <a:uLnTx/>
                <a:uFillTx/>
                <a:latin typeface="Calibri"/>
                <a:cs typeface="Calibri"/>
              </a:rPr>
              <a:t>reestablishment</a:t>
            </a:r>
            <a:r>
              <a:rPr kumimoji="0" sz="2100" b="0" i="0" u="none" strike="noStrike" kern="0" cap="none" spc="300" normalizeH="0" baseline="0" noProof="0" dirty="0">
                <a:ln>
                  <a:noFill/>
                </a:ln>
                <a:solidFill>
                  <a:srgbClr val="262E37"/>
                </a:solidFill>
                <a:effectLst/>
                <a:uLnTx/>
                <a:uFillTx/>
                <a:latin typeface="Calibri"/>
                <a:cs typeface="Calibri"/>
              </a:rPr>
              <a:t> </a:t>
            </a:r>
            <a:r>
              <a:rPr kumimoji="0" sz="2100" b="0" i="0" u="none" strike="noStrike" kern="0" cap="none" spc="0" normalizeH="0" baseline="0" noProof="0" dirty="0">
                <a:ln>
                  <a:noFill/>
                </a:ln>
                <a:solidFill>
                  <a:srgbClr val="262E37"/>
                </a:solidFill>
                <a:effectLst/>
                <a:uLnTx/>
                <a:uFillTx/>
                <a:latin typeface="Calibri"/>
                <a:cs typeface="Calibri"/>
              </a:rPr>
              <a:t>plus</a:t>
            </a:r>
            <a:r>
              <a:rPr kumimoji="0" sz="2100" b="0" i="0" u="none" strike="noStrike" kern="0" cap="none" spc="300" normalizeH="0" baseline="0" noProof="0" dirty="0">
                <a:ln>
                  <a:noFill/>
                </a:ln>
                <a:solidFill>
                  <a:srgbClr val="262E37"/>
                </a:solidFill>
                <a:effectLst/>
                <a:uLnTx/>
                <a:uFillTx/>
                <a:latin typeface="Calibri"/>
                <a:cs typeface="Calibri"/>
              </a:rPr>
              <a:t> </a:t>
            </a:r>
            <a:r>
              <a:rPr kumimoji="0" sz="2100" b="0" i="0" u="none" strike="noStrike" kern="0" cap="none" spc="0" normalizeH="0" baseline="0" noProof="0" dirty="0" err="1">
                <a:ln>
                  <a:noFill/>
                </a:ln>
                <a:solidFill>
                  <a:srgbClr val="262E37"/>
                </a:solidFill>
                <a:effectLst/>
                <a:uLnTx/>
                <a:uFillTx/>
                <a:latin typeface="Calibri"/>
                <a:cs typeface="Calibri"/>
              </a:rPr>
              <a:t>rapide</a:t>
            </a:r>
            <a:r>
              <a:rPr kumimoji="0" sz="2100" b="0" i="0" u="none" strike="noStrike" kern="0" cap="none" spc="300" normalizeH="0" baseline="0" noProof="0" dirty="0">
                <a:ln>
                  <a:noFill/>
                </a:ln>
                <a:solidFill>
                  <a:srgbClr val="262E37"/>
                </a:solidFill>
                <a:effectLst/>
                <a:uLnTx/>
                <a:uFillTx/>
                <a:latin typeface="Calibri"/>
                <a:cs typeface="Calibri"/>
              </a:rPr>
              <a:t> </a:t>
            </a:r>
            <a:r>
              <a:rPr kumimoji="0" sz="2100" b="0" i="0" u="none" strike="noStrike" kern="0" cap="none" spc="-50" normalizeH="0" baseline="0" noProof="0" dirty="0">
                <a:ln>
                  <a:noFill/>
                </a:ln>
                <a:solidFill>
                  <a:srgbClr val="262E37"/>
                </a:solidFill>
                <a:effectLst/>
                <a:uLnTx/>
                <a:uFillTx/>
                <a:latin typeface="Calibri"/>
                <a:cs typeface="Calibri"/>
              </a:rPr>
              <a:t>;</a:t>
            </a:r>
            <a:endParaRPr kumimoji="0" sz="2100" b="0" i="0" u="none" strike="noStrike" kern="0" cap="none" spc="0" normalizeH="0" baseline="0" noProof="0" dirty="0">
              <a:ln>
                <a:noFill/>
              </a:ln>
              <a:solidFill>
                <a:sysClr val="windowText" lastClr="000000"/>
              </a:solidFill>
              <a:effectLst/>
              <a:uLnTx/>
              <a:uFillTx/>
              <a:latin typeface="Calibri"/>
              <a:cs typeface="Calibri"/>
            </a:endParaRPr>
          </a:p>
          <a:p>
            <a:pPr marL="822960" marR="226060" lvl="1" indent="-270510" defTabSz="914400" eaLnBrk="1" fontAlgn="auto" latinLnBrk="0" hangingPunct="1">
              <a:lnSpc>
                <a:spcPts val="2500"/>
              </a:lnSpc>
              <a:spcBef>
                <a:spcPts val="580"/>
              </a:spcBef>
              <a:spcAft>
                <a:spcPts val="0"/>
              </a:spcAft>
              <a:buClrTx/>
              <a:buSzPct val="85714"/>
              <a:buFont typeface="Arial"/>
              <a:buChar char="–"/>
              <a:tabLst>
                <a:tab pos="822960" algn="l"/>
              </a:tabLst>
              <a:defRPr/>
            </a:pPr>
            <a:r>
              <a:rPr kumimoji="0" sz="2100" b="0" i="0" u="none" strike="noStrike" kern="0" cap="none" spc="0" normalizeH="0" baseline="0" noProof="0" dirty="0">
                <a:ln>
                  <a:noFill/>
                </a:ln>
                <a:solidFill>
                  <a:srgbClr val="262E37"/>
                </a:solidFill>
                <a:effectLst/>
                <a:uLnTx/>
                <a:uFillTx/>
                <a:latin typeface="Calibri"/>
                <a:cs typeface="Calibri"/>
              </a:rPr>
              <a:t>la</a:t>
            </a:r>
            <a:r>
              <a:rPr kumimoji="0" sz="2100" b="0" i="0" u="none" strike="noStrike" kern="0" cap="none" spc="145" normalizeH="0" baseline="0" noProof="0" dirty="0">
                <a:ln>
                  <a:noFill/>
                </a:ln>
                <a:solidFill>
                  <a:srgbClr val="262E37"/>
                </a:solidFill>
                <a:effectLst/>
                <a:uLnTx/>
                <a:uFillTx/>
                <a:latin typeface="Calibri"/>
                <a:cs typeface="Calibri"/>
              </a:rPr>
              <a:t> </a:t>
            </a:r>
            <a:r>
              <a:rPr kumimoji="0" sz="2100" b="0" i="0" u="none" strike="noStrike" kern="0" cap="none" spc="0" normalizeH="0" baseline="0" noProof="0" dirty="0">
                <a:ln>
                  <a:noFill/>
                </a:ln>
                <a:solidFill>
                  <a:srgbClr val="262E37"/>
                </a:solidFill>
                <a:effectLst/>
                <a:uLnTx/>
                <a:uFillTx/>
                <a:latin typeface="Calibri"/>
                <a:cs typeface="Calibri"/>
              </a:rPr>
              <a:t>satisfaction</a:t>
            </a:r>
            <a:r>
              <a:rPr kumimoji="0" sz="2100" b="0" i="0" u="none" strike="noStrike" kern="0" cap="none" spc="145" normalizeH="0" baseline="0" noProof="0" dirty="0">
                <a:ln>
                  <a:noFill/>
                </a:ln>
                <a:solidFill>
                  <a:srgbClr val="262E37"/>
                </a:solidFill>
                <a:effectLst/>
                <a:uLnTx/>
                <a:uFillTx/>
                <a:latin typeface="Calibri"/>
                <a:cs typeface="Calibri"/>
              </a:rPr>
              <a:t> </a:t>
            </a:r>
            <a:r>
              <a:rPr kumimoji="0" sz="2100" b="0" i="0" u="none" strike="noStrike" kern="0" cap="none" spc="60" normalizeH="0" baseline="0" noProof="0" dirty="0">
                <a:ln>
                  <a:noFill/>
                </a:ln>
                <a:solidFill>
                  <a:srgbClr val="262E37"/>
                </a:solidFill>
                <a:effectLst/>
                <a:uLnTx/>
                <a:uFillTx/>
                <a:latin typeface="Calibri"/>
                <a:cs typeface="Calibri"/>
              </a:rPr>
              <a:t>de</a:t>
            </a:r>
            <a:r>
              <a:rPr kumimoji="0" sz="2100" b="0" i="0" u="none" strike="noStrike" kern="0" cap="none" spc="145" normalizeH="0" baseline="0" noProof="0" dirty="0">
                <a:ln>
                  <a:noFill/>
                </a:ln>
                <a:solidFill>
                  <a:srgbClr val="262E37"/>
                </a:solidFill>
                <a:effectLst/>
                <a:uLnTx/>
                <a:uFillTx/>
                <a:latin typeface="Calibri"/>
                <a:cs typeface="Calibri"/>
              </a:rPr>
              <a:t> </a:t>
            </a:r>
            <a:r>
              <a:rPr kumimoji="0" sz="2100" b="0" i="0" u="none" strike="noStrike" kern="0" cap="none" spc="0" normalizeH="0" baseline="0" noProof="0" dirty="0">
                <a:ln>
                  <a:noFill/>
                </a:ln>
                <a:solidFill>
                  <a:srgbClr val="262E37"/>
                </a:solidFill>
                <a:effectLst/>
                <a:uLnTx/>
                <a:uFillTx/>
                <a:latin typeface="Calibri"/>
                <a:cs typeface="Calibri"/>
              </a:rPr>
              <a:t>l’entreprise</a:t>
            </a:r>
            <a:r>
              <a:rPr kumimoji="0" sz="2100" b="0" i="0" u="none" strike="noStrike" kern="0" cap="none" spc="145" normalizeH="0" baseline="0" noProof="0" dirty="0">
                <a:ln>
                  <a:noFill/>
                </a:ln>
                <a:solidFill>
                  <a:srgbClr val="262E37"/>
                </a:solidFill>
                <a:effectLst/>
                <a:uLnTx/>
                <a:uFillTx/>
                <a:latin typeface="Calibri"/>
                <a:cs typeface="Calibri"/>
              </a:rPr>
              <a:t> </a:t>
            </a:r>
            <a:r>
              <a:rPr kumimoji="0" sz="2100" b="0" i="0" u="none" strike="noStrike" kern="0" cap="none" spc="-25" normalizeH="0" baseline="0" noProof="0" dirty="0">
                <a:ln>
                  <a:noFill/>
                </a:ln>
                <a:solidFill>
                  <a:srgbClr val="262E37"/>
                </a:solidFill>
                <a:effectLst/>
                <a:uLnTx/>
                <a:uFillTx/>
                <a:latin typeface="Calibri"/>
                <a:cs typeface="Calibri"/>
              </a:rPr>
              <a:t>et </a:t>
            </a:r>
            <a:r>
              <a:rPr kumimoji="0" sz="2100" b="0" i="0" u="none" strike="noStrike" kern="0" cap="none" spc="105" normalizeH="0" baseline="0" noProof="0" dirty="0">
                <a:ln>
                  <a:noFill/>
                </a:ln>
                <a:solidFill>
                  <a:srgbClr val="262E37"/>
                </a:solidFill>
                <a:effectLst/>
                <a:uLnTx/>
                <a:uFillTx/>
                <a:latin typeface="Calibri"/>
                <a:cs typeface="Calibri"/>
              </a:rPr>
              <a:t>des</a:t>
            </a:r>
            <a:r>
              <a:rPr kumimoji="0" sz="2100" b="0" i="0" u="none" strike="noStrike" kern="0" cap="none" spc="100" normalizeH="0" baseline="0" noProof="0" dirty="0">
                <a:ln>
                  <a:noFill/>
                </a:ln>
                <a:solidFill>
                  <a:srgbClr val="262E37"/>
                </a:solidFill>
                <a:effectLst/>
                <a:uLnTx/>
                <a:uFillTx/>
                <a:latin typeface="Calibri"/>
                <a:cs typeface="Calibri"/>
              </a:rPr>
              <a:t> </a:t>
            </a:r>
            <a:r>
              <a:rPr kumimoji="0" sz="2100" b="0" i="0" u="none" strike="noStrike" kern="0" cap="none" spc="-10" normalizeH="0" baseline="0" noProof="0" dirty="0">
                <a:ln>
                  <a:noFill/>
                </a:ln>
                <a:solidFill>
                  <a:srgbClr val="262E37"/>
                </a:solidFill>
                <a:effectLst/>
                <a:uLnTx/>
                <a:uFillTx/>
                <a:latin typeface="Calibri"/>
                <a:cs typeface="Calibri"/>
              </a:rPr>
              <a:t>clients.</a:t>
            </a:r>
            <a:endParaRPr kumimoji="0" sz="2100" b="0" i="0" u="none" strike="noStrike" kern="0" cap="none" spc="0" normalizeH="0" baseline="0" noProof="0" dirty="0">
              <a:ln>
                <a:noFill/>
              </a:ln>
              <a:solidFill>
                <a:sysClr val="windowText" lastClr="000000"/>
              </a:solidFill>
              <a:effectLst/>
              <a:uLnTx/>
              <a:uFillTx/>
              <a:latin typeface="Calibri"/>
              <a:cs typeface="Calibri"/>
            </a:endParaRPr>
          </a:p>
        </p:txBody>
      </p:sp>
      <p:sp>
        <p:nvSpPr>
          <p:cNvPr id="7" name="object 7"/>
          <p:cNvSpPr txBox="1"/>
          <p:nvPr/>
        </p:nvSpPr>
        <p:spPr>
          <a:xfrm>
            <a:off x="466373"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400" b="1" i="0" u="none" strike="noStrike" kern="0" cap="none" spc="70" normalizeH="0" baseline="0" noProof="0" dirty="0">
                <a:ln>
                  <a:noFill/>
                </a:ln>
                <a:solidFill>
                  <a:srgbClr val="164052"/>
                </a:solidFill>
                <a:effectLst/>
                <a:uLnTx/>
                <a:uFillTx/>
                <a:latin typeface="Calibri"/>
                <a:cs typeface="Calibri"/>
              </a:rPr>
              <a:t>1</a:t>
            </a:r>
            <a:endParaRPr kumimoji="0" sz="2400" b="0" i="0" u="none" strike="noStrike" kern="0" cap="none" spc="0" normalizeH="0" baseline="0" noProof="0">
              <a:ln>
                <a:noFill/>
              </a:ln>
              <a:solidFill>
                <a:sysClr val="windowText" lastClr="000000"/>
              </a:solidFill>
              <a:effectLst/>
              <a:uLnTx/>
              <a:uFillTx/>
              <a:latin typeface="Calibri"/>
              <a:cs typeface="Calibri"/>
            </a:endParaRPr>
          </a:p>
        </p:txBody>
      </p:sp>
      <p:grpSp>
        <p:nvGrpSpPr>
          <p:cNvPr id="8" name="object 8"/>
          <p:cNvGrpSpPr/>
          <p:nvPr/>
        </p:nvGrpSpPr>
        <p:grpSpPr>
          <a:xfrm>
            <a:off x="5832883" y="5019866"/>
            <a:ext cx="4474845" cy="1650364"/>
            <a:chOff x="5832883" y="5019866"/>
            <a:chExt cx="4474845" cy="1650364"/>
          </a:xfrm>
        </p:grpSpPr>
        <p:pic>
          <p:nvPicPr>
            <p:cNvPr id="9" name="object 9"/>
            <p:cNvPicPr/>
            <p:nvPr/>
          </p:nvPicPr>
          <p:blipFill>
            <a:blip r:embed="rId2" cstate="print"/>
            <a:stretch>
              <a:fillRect/>
            </a:stretch>
          </p:blipFill>
          <p:spPr>
            <a:xfrm>
              <a:off x="5832883" y="5019866"/>
              <a:ext cx="4474218" cy="1649893"/>
            </a:xfrm>
            <a:prstGeom prst="rect">
              <a:avLst/>
            </a:prstGeom>
          </p:spPr>
        </p:pic>
        <p:sp>
          <p:nvSpPr>
            <p:cNvPr id="10" name="object 10"/>
            <p:cNvSpPr/>
            <p:nvPr/>
          </p:nvSpPr>
          <p:spPr>
            <a:xfrm>
              <a:off x="5872882" y="5036865"/>
              <a:ext cx="4394835" cy="1570355"/>
            </a:xfrm>
            <a:custGeom>
              <a:avLst/>
              <a:gdLst/>
              <a:ahLst/>
              <a:cxnLst/>
              <a:rect l="l" t="t" r="r" b="b"/>
              <a:pathLst>
                <a:path w="4394834" h="1570354">
                  <a:moveTo>
                    <a:pt x="4161641" y="1395460"/>
                  </a:moveTo>
                  <a:lnTo>
                    <a:pt x="232576" y="1395460"/>
                  </a:lnTo>
                  <a:lnTo>
                    <a:pt x="185704" y="1390735"/>
                  </a:lnTo>
                  <a:lnTo>
                    <a:pt x="142047" y="1377183"/>
                  </a:lnTo>
                  <a:lnTo>
                    <a:pt x="102540" y="1355740"/>
                  </a:lnTo>
                  <a:lnTo>
                    <a:pt x="68120" y="1327340"/>
                  </a:lnTo>
                  <a:lnTo>
                    <a:pt x="39720" y="1292920"/>
                  </a:lnTo>
                  <a:lnTo>
                    <a:pt x="18277" y="1253413"/>
                  </a:lnTo>
                  <a:lnTo>
                    <a:pt x="4725" y="1209756"/>
                  </a:lnTo>
                  <a:lnTo>
                    <a:pt x="0" y="1162883"/>
                  </a:lnTo>
                  <a:lnTo>
                    <a:pt x="0" y="232576"/>
                  </a:lnTo>
                  <a:lnTo>
                    <a:pt x="4725" y="185704"/>
                  </a:lnTo>
                  <a:lnTo>
                    <a:pt x="18277" y="142047"/>
                  </a:lnTo>
                  <a:lnTo>
                    <a:pt x="39720" y="102540"/>
                  </a:lnTo>
                  <a:lnTo>
                    <a:pt x="68120" y="68120"/>
                  </a:lnTo>
                  <a:lnTo>
                    <a:pt x="102540" y="39720"/>
                  </a:lnTo>
                  <a:lnTo>
                    <a:pt x="142047" y="18277"/>
                  </a:lnTo>
                  <a:lnTo>
                    <a:pt x="185704" y="4725"/>
                  </a:lnTo>
                  <a:lnTo>
                    <a:pt x="232576" y="0"/>
                  </a:lnTo>
                  <a:lnTo>
                    <a:pt x="4161641" y="0"/>
                  </a:lnTo>
                  <a:lnTo>
                    <a:pt x="4207226" y="4510"/>
                  </a:lnTo>
                  <a:lnTo>
                    <a:pt x="4250644" y="17703"/>
                  </a:lnTo>
                  <a:lnTo>
                    <a:pt x="4290674" y="39075"/>
                  </a:lnTo>
                  <a:lnTo>
                    <a:pt x="4326097" y="68120"/>
                  </a:lnTo>
                  <a:lnTo>
                    <a:pt x="4355142" y="103543"/>
                  </a:lnTo>
                  <a:lnTo>
                    <a:pt x="4376514" y="143573"/>
                  </a:lnTo>
                  <a:lnTo>
                    <a:pt x="4389707" y="186991"/>
                  </a:lnTo>
                  <a:lnTo>
                    <a:pt x="4394217" y="232576"/>
                  </a:lnTo>
                  <a:lnTo>
                    <a:pt x="4394217" y="1162883"/>
                  </a:lnTo>
                  <a:lnTo>
                    <a:pt x="4389492" y="1209756"/>
                  </a:lnTo>
                  <a:lnTo>
                    <a:pt x="4375940" y="1253413"/>
                  </a:lnTo>
                  <a:lnTo>
                    <a:pt x="4354497" y="1292920"/>
                  </a:lnTo>
                  <a:lnTo>
                    <a:pt x="4326097" y="1327340"/>
                  </a:lnTo>
                  <a:lnTo>
                    <a:pt x="4291677" y="1355740"/>
                  </a:lnTo>
                  <a:lnTo>
                    <a:pt x="4252170" y="1377183"/>
                  </a:lnTo>
                  <a:lnTo>
                    <a:pt x="4208513" y="1390735"/>
                  </a:lnTo>
                  <a:lnTo>
                    <a:pt x="4161641" y="1395460"/>
                  </a:lnTo>
                  <a:close/>
                </a:path>
                <a:path w="4394834" h="1570354">
                  <a:moveTo>
                    <a:pt x="1281661" y="1569893"/>
                  </a:moveTo>
                  <a:lnTo>
                    <a:pt x="732369" y="1395460"/>
                  </a:lnTo>
                  <a:lnTo>
                    <a:pt x="1830924" y="1395460"/>
                  </a:lnTo>
                  <a:lnTo>
                    <a:pt x="1281661" y="1569893"/>
                  </a:lnTo>
                  <a:close/>
                </a:path>
              </a:pathLst>
            </a:custGeom>
            <a:solidFill>
              <a:srgbClr val="3E3E3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1" name="object 11"/>
          <p:cNvSpPr txBox="1"/>
          <p:nvPr/>
        </p:nvSpPr>
        <p:spPr>
          <a:xfrm>
            <a:off x="6254132" y="5234470"/>
            <a:ext cx="3853179" cy="983615"/>
          </a:xfrm>
          <a:prstGeom prst="rect">
            <a:avLst/>
          </a:prstGeom>
        </p:spPr>
        <p:txBody>
          <a:bodyPr vert="horz" wrap="square" lIns="0" tIns="26034" rIns="0" bIns="0" rtlCol="0">
            <a:spAutoFit/>
          </a:bodyPr>
          <a:lstStyle/>
          <a:p>
            <a:pPr marL="1087755" marR="225425" lvl="0" indent="-1075690" defTabSz="914400" eaLnBrk="1" fontAlgn="auto" latinLnBrk="0" hangingPunct="1">
              <a:lnSpc>
                <a:spcPts val="2620"/>
              </a:lnSpc>
              <a:spcBef>
                <a:spcPts val="204"/>
              </a:spcBef>
              <a:spcAft>
                <a:spcPts val="0"/>
              </a:spcAft>
              <a:buClrTx/>
              <a:buSzTx/>
              <a:buFontTx/>
              <a:buNone/>
              <a:tabLst/>
              <a:defRPr/>
            </a:pPr>
            <a:r>
              <a:rPr kumimoji="0" sz="2200" b="1" i="0" u="none" strike="noStrike" kern="0" cap="none" spc="0" normalizeH="0" baseline="0" noProof="0" dirty="0">
                <a:ln>
                  <a:noFill/>
                </a:ln>
                <a:solidFill>
                  <a:srgbClr val="FFFFFF"/>
                </a:solidFill>
                <a:effectLst/>
                <a:uLnTx/>
                <a:uFillTx/>
                <a:latin typeface="Arial"/>
                <a:cs typeface="Arial"/>
              </a:rPr>
              <a:t>“</a:t>
            </a:r>
            <a:r>
              <a:rPr kumimoji="0" sz="2200" b="1" i="1" u="none" strike="noStrike" kern="0" cap="none" spc="0" normalizeH="0" baseline="0" noProof="0" dirty="0">
                <a:ln>
                  <a:noFill/>
                </a:ln>
                <a:solidFill>
                  <a:srgbClr val="FFFFFF"/>
                </a:solidFill>
                <a:effectLst/>
                <a:uLnTx/>
                <a:uFillTx/>
                <a:latin typeface="Calibri"/>
                <a:cs typeface="Calibri"/>
              </a:rPr>
              <a:t>Vos</a:t>
            </a:r>
            <a:r>
              <a:rPr kumimoji="0" sz="2200" b="1" i="1" u="none" strike="noStrike" kern="0" cap="none" spc="-50" normalizeH="0" baseline="0" noProof="0" dirty="0">
                <a:ln>
                  <a:noFill/>
                </a:ln>
                <a:solidFill>
                  <a:srgbClr val="FFFFFF"/>
                </a:solidFill>
                <a:effectLst/>
                <a:uLnTx/>
                <a:uFillTx/>
                <a:latin typeface="Calibri"/>
                <a:cs typeface="Calibri"/>
              </a:rPr>
              <a:t> </a:t>
            </a:r>
            <a:r>
              <a:rPr kumimoji="0" sz="2200" b="1" i="1" u="none" strike="noStrike" kern="0" cap="none" spc="0" normalizeH="0" baseline="0" noProof="0" dirty="0">
                <a:ln>
                  <a:noFill/>
                </a:ln>
                <a:solidFill>
                  <a:srgbClr val="FFFFFF"/>
                </a:solidFill>
                <a:effectLst/>
                <a:uLnTx/>
                <a:uFillTx/>
                <a:latin typeface="Calibri"/>
                <a:cs typeface="Calibri"/>
              </a:rPr>
              <a:t>outils</a:t>
            </a:r>
            <a:r>
              <a:rPr kumimoji="0" sz="2200" b="1" i="1" u="none" strike="noStrike" kern="0" cap="none" spc="-50" normalizeH="0" baseline="0" noProof="0" dirty="0">
                <a:ln>
                  <a:noFill/>
                </a:ln>
                <a:solidFill>
                  <a:srgbClr val="FFFFFF"/>
                </a:solidFill>
                <a:effectLst/>
                <a:uLnTx/>
                <a:uFillTx/>
                <a:latin typeface="Calibri"/>
                <a:cs typeface="Calibri"/>
              </a:rPr>
              <a:t> </a:t>
            </a:r>
            <a:r>
              <a:rPr kumimoji="0" sz="2200" b="1" i="1" u="none" strike="noStrike" kern="0" cap="none" spc="0" normalizeH="0" baseline="0" noProof="0" dirty="0">
                <a:ln>
                  <a:noFill/>
                </a:ln>
                <a:solidFill>
                  <a:srgbClr val="FFFFFF"/>
                </a:solidFill>
                <a:effectLst/>
                <a:uLnTx/>
                <a:uFillTx/>
                <a:latin typeface="Calibri"/>
                <a:cs typeface="Calibri"/>
              </a:rPr>
              <a:t>seuls</a:t>
            </a:r>
            <a:r>
              <a:rPr kumimoji="0" sz="2200" b="1" i="1" u="none" strike="noStrike" kern="0" cap="none" spc="-50" normalizeH="0" baseline="0" noProof="0" dirty="0">
                <a:ln>
                  <a:noFill/>
                </a:ln>
                <a:solidFill>
                  <a:srgbClr val="FFFFFF"/>
                </a:solidFill>
                <a:effectLst/>
                <a:uLnTx/>
                <a:uFillTx/>
                <a:latin typeface="Calibri"/>
                <a:cs typeface="Calibri"/>
              </a:rPr>
              <a:t> </a:t>
            </a:r>
            <a:r>
              <a:rPr kumimoji="0" sz="2200" b="1" i="1" u="none" strike="noStrike" kern="0" cap="none" spc="0" normalizeH="0" baseline="0" noProof="0" dirty="0">
                <a:ln>
                  <a:noFill/>
                </a:ln>
                <a:solidFill>
                  <a:srgbClr val="FFFFFF"/>
                </a:solidFill>
                <a:effectLst/>
                <a:uLnTx/>
                <a:uFillTx/>
                <a:latin typeface="Calibri"/>
                <a:cs typeface="Calibri"/>
              </a:rPr>
              <a:t>ne</a:t>
            </a:r>
            <a:r>
              <a:rPr kumimoji="0" sz="2200" b="1" i="1" u="none" strike="noStrike" kern="0" cap="none" spc="-50" normalizeH="0" baseline="0" noProof="0" dirty="0">
                <a:ln>
                  <a:noFill/>
                </a:ln>
                <a:solidFill>
                  <a:srgbClr val="FFFFFF"/>
                </a:solidFill>
                <a:effectLst/>
                <a:uLnTx/>
                <a:uFillTx/>
                <a:latin typeface="Calibri"/>
                <a:cs typeface="Calibri"/>
              </a:rPr>
              <a:t> </a:t>
            </a:r>
            <a:r>
              <a:rPr kumimoji="0" sz="2200" b="1" i="1" u="none" strike="noStrike" kern="0" cap="none" spc="0" normalizeH="0" baseline="0" noProof="0" dirty="0">
                <a:ln>
                  <a:noFill/>
                </a:ln>
                <a:solidFill>
                  <a:srgbClr val="FFFFFF"/>
                </a:solidFill>
                <a:effectLst/>
                <a:uLnTx/>
                <a:uFillTx/>
                <a:latin typeface="Calibri"/>
                <a:cs typeface="Calibri"/>
              </a:rPr>
              <a:t>vous</a:t>
            </a:r>
            <a:r>
              <a:rPr kumimoji="0" sz="2200" b="1" i="1" u="none" strike="noStrike" kern="0" cap="none" spc="-55" normalizeH="0" baseline="0" noProof="0" dirty="0">
                <a:ln>
                  <a:noFill/>
                </a:ln>
                <a:solidFill>
                  <a:srgbClr val="FFFFFF"/>
                </a:solidFill>
                <a:effectLst/>
                <a:uLnTx/>
                <a:uFillTx/>
                <a:latin typeface="Calibri"/>
                <a:cs typeface="Calibri"/>
              </a:rPr>
              <a:t> </a:t>
            </a:r>
            <a:r>
              <a:rPr kumimoji="0" sz="2200" b="1" i="1" u="none" strike="noStrike" kern="0" cap="none" spc="-10" normalizeH="0" baseline="0" noProof="0" dirty="0">
                <a:ln>
                  <a:noFill/>
                </a:ln>
                <a:solidFill>
                  <a:srgbClr val="FFFFFF"/>
                </a:solidFill>
                <a:effectLst/>
                <a:uLnTx/>
                <a:uFillTx/>
                <a:latin typeface="Calibri"/>
                <a:cs typeface="Calibri"/>
              </a:rPr>
              <a:t>feront </a:t>
            </a:r>
            <a:r>
              <a:rPr kumimoji="0" sz="2200" b="1" i="1" u="none" strike="noStrike" kern="0" cap="none" spc="0" normalizeH="0" baseline="0" noProof="0" dirty="0">
                <a:ln>
                  <a:noFill/>
                </a:ln>
                <a:solidFill>
                  <a:srgbClr val="FFFFFF"/>
                </a:solidFill>
                <a:effectLst/>
                <a:uLnTx/>
                <a:uFillTx/>
                <a:latin typeface="Calibri"/>
                <a:cs typeface="Calibri"/>
              </a:rPr>
              <a:t>pas</a:t>
            </a:r>
            <a:r>
              <a:rPr kumimoji="0" sz="2200" b="1" i="1" u="none" strike="noStrike" kern="0" cap="none" spc="-15" normalizeH="0" baseline="0" noProof="0" dirty="0">
                <a:ln>
                  <a:noFill/>
                </a:ln>
                <a:solidFill>
                  <a:srgbClr val="FFFFFF"/>
                </a:solidFill>
                <a:effectLst/>
                <a:uLnTx/>
                <a:uFillTx/>
                <a:latin typeface="Calibri"/>
                <a:cs typeface="Calibri"/>
              </a:rPr>
              <a:t> </a:t>
            </a:r>
            <a:r>
              <a:rPr kumimoji="0" sz="2200" b="1" i="1" u="none" strike="noStrike" kern="0" cap="none" spc="-10" normalizeH="0" baseline="0" noProof="0" dirty="0">
                <a:ln>
                  <a:noFill/>
                </a:ln>
                <a:solidFill>
                  <a:srgbClr val="FFFFFF"/>
                </a:solidFill>
                <a:effectLst/>
                <a:uLnTx/>
                <a:uFillTx/>
                <a:latin typeface="Calibri"/>
                <a:cs typeface="Calibri"/>
              </a:rPr>
              <a:t>réussir</a:t>
            </a:r>
            <a:r>
              <a:rPr kumimoji="0" sz="2200" b="1" i="1" u="none" strike="noStrike" kern="0" cap="none" spc="-10" normalizeH="0" baseline="0" noProof="0" dirty="0">
                <a:ln>
                  <a:noFill/>
                </a:ln>
                <a:solidFill>
                  <a:srgbClr val="FFFFFF"/>
                </a:solidFill>
                <a:effectLst/>
                <a:uLnTx/>
                <a:uFillTx/>
                <a:latin typeface="Arial"/>
                <a:cs typeface="Arial"/>
              </a:rPr>
              <a:t>.”</a:t>
            </a:r>
            <a:endParaRPr kumimoji="0" sz="2200" b="0" i="0" u="none" strike="noStrike" kern="0" cap="none" spc="0" normalizeH="0" baseline="0" noProof="0">
              <a:ln>
                <a:noFill/>
              </a:ln>
              <a:solidFill>
                <a:sysClr val="windowText" lastClr="000000"/>
              </a:solidFill>
              <a:effectLst/>
              <a:uLnTx/>
              <a:uFillTx/>
              <a:latin typeface="Arial"/>
              <a:cs typeface="Arial"/>
            </a:endParaRPr>
          </a:p>
          <a:p>
            <a:pPr marL="2284730" marR="0" lvl="0" indent="0" defTabSz="914400" eaLnBrk="1" fontAlgn="auto" latinLnBrk="0" hangingPunct="1">
              <a:lnSpc>
                <a:spcPts val="2200"/>
              </a:lnSpc>
              <a:spcBef>
                <a:spcPts val="0"/>
              </a:spcBef>
              <a:spcAft>
                <a:spcPts val="0"/>
              </a:spcAft>
              <a:buClrTx/>
              <a:buSzTx/>
              <a:buFontTx/>
              <a:buNone/>
              <a:tabLst/>
              <a:defRPr/>
            </a:pPr>
            <a:r>
              <a:rPr kumimoji="0" sz="1900" b="0" i="0" u="none" strike="noStrike" kern="0" cap="none" spc="0" normalizeH="0" baseline="0" noProof="0" dirty="0">
                <a:ln>
                  <a:noFill/>
                </a:ln>
                <a:solidFill>
                  <a:srgbClr val="FFFFFF"/>
                </a:solidFill>
                <a:effectLst/>
                <a:uLnTx/>
                <a:uFillTx/>
                <a:latin typeface="Arial"/>
                <a:cs typeface="Arial"/>
              </a:rPr>
              <a:t>Patrick</a:t>
            </a:r>
            <a:r>
              <a:rPr kumimoji="0" sz="1900" b="0" i="0" u="none" strike="noStrike" kern="0" cap="none" spc="-65" normalizeH="0" baseline="0" noProof="0" dirty="0">
                <a:ln>
                  <a:noFill/>
                </a:ln>
                <a:solidFill>
                  <a:srgbClr val="FFFFFF"/>
                </a:solidFill>
                <a:effectLst/>
                <a:uLnTx/>
                <a:uFillTx/>
                <a:latin typeface="Arial"/>
                <a:cs typeface="Arial"/>
              </a:rPr>
              <a:t> </a:t>
            </a:r>
            <a:r>
              <a:rPr kumimoji="0" sz="1900" b="0" i="0" u="none" strike="noStrike" kern="0" cap="none" spc="-10" normalizeH="0" baseline="0" noProof="0" dirty="0">
                <a:ln>
                  <a:noFill/>
                </a:ln>
                <a:solidFill>
                  <a:srgbClr val="FFFFFF"/>
                </a:solidFill>
                <a:effectLst/>
                <a:uLnTx/>
                <a:uFillTx/>
                <a:latin typeface="Arial"/>
                <a:cs typeface="Arial"/>
              </a:rPr>
              <a:t>Debois</a:t>
            </a:r>
            <a:endParaRPr kumimoji="0" sz="1900" b="0" i="0" u="none" strike="noStrike" kern="0" cap="none" spc="0" normalizeH="0" baseline="0" noProof="0">
              <a:ln>
                <a:noFill/>
              </a:ln>
              <a:solidFill>
                <a:sysClr val="windowText" lastClr="000000"/>
              </a:solidFill>
              <a:effectLst/>
              <a:uLnTx/>
              <a:uFillTx/>
              <a:latin typeface="Arial"/>
              <a:cs typeface="Arial"/>
            </a:endParaRPr>
          </a:p>
        </p:txBody>
      </p:sp>
      <p:pic>
        <p:nvPicPr>
          <p:cNvPr id="12" name="object 12"/>
          <p:cNvPicPr/>
          <p:nvPr/>
        </p:nvPicPr>
        <p:blipFill>
          <a:blip r:embed="rId3" cstate="print"/>
          <a:stretch>
            <a:fillRect/>
          </a:stretch>
        </p:blipFill>
        <p:spPr>
          <a:xfrm>
            <a:off x="5819609" y="1016993"/>
            <a:ext cx="4468065" cy="3844337"/>
          </a:xfrm>
          <a:prstGeom prst="rect">
            <a:avLst/>
          </a:prstGeom>
        </p:spPr>
      </p:pic>
      <p:sp>
        <p:nvSpPr>
          <p:cNvPr id="13" name="object 13"/>
          <p:cNvSpPr/>
          <p:nvPr/>
        </p:nvSpPr>
        <p:spPr>
          <a:xfrm>
            <a:off x="5859609" y="1033992"/>
            <a:ext cx="4388485" cy="3764915"/>
          </a:xfrm>
          <a:custGeom>
            <a:avLst/>
            <a:gdLst/>
            <a:ahLst/>
            <a:cxnLst/>
            <a:rect l="l" t="t" r="r" b="b"/>
            <a:pathLst>
              <a:path w="4388484" h="3764915">
                <a:moveTo>
                  <a:pt x="3760662" y="3764336"/>
                </a:moveTo>
                <a:lnTo>
                  <a:pt x="627401" y="3764336"/>
                </a:lnTo>
                <a:lnTo>
                  <a:pt x="578370" y="3762449"/>
                </a:lnTo>
                <a:lnTo>
                  <a:pt x="530371" y="3756879"/>
                </a:lnTo>
                <a:lnTo>
                  <a:pt x="483544" y="3747766"/>
                </a:lnTo>
                <a:lnTo>
                  <a:pt x="438028" y="3735250"/>
                </a:lnTo>
                <a:lnTo>
                  <a:pt x="393962" y="3719471"/>
                </a:lnTo>
                <a:lnTo>
                  <a:pt x="351486" y="3700567"/>
                </a:lnTo>
                <a:lnTo>
                  <a:pt x="310740" y="3678678"/>
                </a:lnTo>
                <a:lnTo>
                  <a:pt x="271862" y="3653943"/>
                </a:lnTo>
                <a:lnTo>
                  <a:pt x="234993" y="3626503"/>
                </a:lnTo>
                <a:lnTo>
                  <a:pt x="200273" y="3596497"/>
                </a:lnTo>
                <a:lnTo>
                  <a:pt x="167839" y="3564063"/>
                </a:lnTo>
                <a:lnTo>
                  <a:pt x="137833" y="3529342"/>
                </a:lnTo>
                <a:lnTo>
                  <a:pt x="110392" y="3492473"/>
                </a:lnTo>
                <a:lnTo>
                  <a:pt x="85658" y="3453596"/>
                </a:lnTo>
                <a:lnTo>
                  <a:pt x="63769" y="3412850"/>
                </a:lnTo>
                <a:lnTo>
                  <a:pt x="44865" y="3370374"/>
                </a:lnTo>
                <a:lnTo>
                  <a:pt x="29086" y="3326308"/>
                </a:lnTo>
                <a:lnTo>
                  <a:pt x="16570" y="3280792"/>
                </a:lnTo>
                <a:lnTo>
                  <a:pt x="7457" y="3233964"/>
                </a:lnTo>
                <a:lnTo>
                  <a:pt x="1887" y="3185965"/>
                </a:lnTo>
                <a:lnTo>
                  <a:pt x="0" y="3136934"/>
                </a:lnTo>
                <a:lnTo>
                  <a:pt x="0" y="627401"/>
                </a:lnTo>
                <a:lnTo>
                  <a:pt x="1887" y="578370"/>
                </a:lnTo>
                <a:lnTo>
                  <a:pt x="7457" y="530371"/>
                </a:lnTo>
                <a:lnTo>
                  <a:pt x="16570" y="483544"/>
                </a:lnTo>
                <a:lnTo>
                  <a:pt x="29086" y="438028"/>
                </a:lnTo>
                <a:lnTo>
                  <a:pt x="44865" y="393962"/>
                </a:lnTo>
                <a:lnTo>
                  <a:pt x="63769" y="351486"/>
                </a:lnTo>
                <a:lnTo>
                  <a:pt x="85658" y="310740"/>
                </a:lnTo>
                <a:lnTo>
                  <a:pt x="110392" y="271862"/>
                </a:lnTo>
                <a:lnTo>
                  <a:pt x="137833" y="234994"/>
                </a:lnTo>
                <a:lnTo>
                  <a:pt x="167839" y="200273"/>
                </a:lnTo>
                <a:lnTo>
                  <a:pt x="200273" y="167839"/>
                </a:lnTo>
                <a:lnTo>
                  <a:pt x="234993" y="137833"/>
                </a:lnTo>
                <a:lnTo>
                  <a:pt x="271862" y="110393"/>
                </a:lnTo>
                <a:lnTo>
                  <a:pt x="310740" y="85658"/>
                </a:lnTo>
                <a:lnTo>
                  <a:pt x="351486" y="63769"/>
                </a:lnTo>
                <a:lnTo>
                  <a:pt x="393962" y="44865"/>
                </a:lnTo>
                <a:lnTo>
                  <a:pt x="438028" y="29086"/>
                </a:lnTo>
                <a:lnTo>
                  <a:pt x="483544" y="16570"/>
                </a:lnTo>
                <a:lnTo>
                  <a:pt x="530371" y="7457"/>
                </a:lnTo>
                <a:lnTo>
                  <a:pt x="578370" y="1887"/>
                </a:lnTo>
                <a:lnTo>
                  <a:pt x="627401" y="0"/>
                </a:lnTo>
                <a:lnTo>
                  <a:pt x="3760662" y="0"/>
                </a:lnTo>
                <a:lnTo>
                  <a:pt x="3810342" y="1968"/>
                </a:lnTo>
                <a:lnTo>
                  <a:pt x="3859402" y="7815"/>
                </a:lnTo>
                <a:lnTo>
                  <a:pt x="3907632" y="17454"/>
                </a:lnTo>
                <a:lnTo>
                  <a:pt x="3954821" y="30797"/>
                </a:lnTo>
                <a:lnTo>
                  <a:pt x="4000759" y="47758"/>
                </a:lnTo>
                <a:lnTo>
                  <a:pt x="4045234" y="68248"/>
                </a:lnTo>
                <a:lnTo>
                  <a:pt x="4088037" y="92180"/>
                </a:lnTo>
                <a:lnTo>
                  <a:pt x="4128957" y="119468"/>
                </a:lnTo>
                <a:lnTo>
                  <a:pt x="4167782" y="150024"/>
                </a:lnTo>
                <a:lnTo>
                  <a:pt x="4204303" y="183761"/>
                </a:lnTo>
                <a:lnTo>
                  <a:pt x="4238040" y="220282"/>
                </a:lnTo>
                <a:lnTo>
                  <a:pt x="4268596" y="259107"/>
                </a:lnTo>
                <a:lnTo>
                  <a:pt x="4295884" y="300027"/>
                </a:lnTo>
                <a:lnTo>
                  <a:pt x="4319816" y="342830"/>
                </a:lnTo>
                <a:lnTo>
                  <a:pt x="4340306" y="387305"/>
                </a:lnTo>
                <a:lnTo>
                  <a:pt x="4357267" y="433243"/>
                </a:lnTo>
                <a:lnTo>
                  <a:pt x="4370610" y="480432"/>
                </a:lnTo>
                <a:lnTo>
                  <a:pt x="4380249" y="528662"/>
                </a:lnTo>
                <a:lnTo>
                  <a:pt x="4386096" y="577722"/>
                </a:lnTo>
                <a:lnTo>
                  <a:pt x="4388065" y="627401"/>
                </a:lnTo>
                <a:lnTo>
                  <a:pt x="4388065" y="3136934"/>
                </a:lnTo>
                <a:lnTo>
                  <a:pt x="4386177" y="3185965"/>
                </a:lnTo>
                <a:lnTo>
                  <a:pt x="4380607" y="3233964"/>
                </a:lnTo>
                <a:lnTo>
                  <a:pt x="4371495" y="3280792"/>
                </a:lnTo>
                <a:lnTo>
                  <a:pt x="4358979" y="3326308"/>
                </a:lnTo>
                <a:lnTo>
                  <a:pt x="4343199" y="3370374"/>
                </a:lnTo>
                <a:lnTo>
                  <a:pt x="4324295" y="3412850"/>
                </a:lnTo>
                <a:lnTo>
                  <a:pt x="4302406" y="3453596"/>
                </a:lnTo>
                <a:lnTo>
                  <a:pt x="4277672" y="3492473"/>
                </a:lnTo>
                <a:lnTo>
                  <a:pt x="4250231" y="3529342"/>
                </a:lnTo>
                <a:lnTo>
                  <a:pt x="4220225" y="3564063"/>
                </a:lnTo>
                <a:lnTo>
                  <a:pt x="4187791" y="3596497"/>
                </a:lnTo>
                <a:lnTo>
                  <a:pt x="4153070" y="3626503"/>
                </a:lnTo>
                <a:lnTo>
                  <a:pt x="4116202" y="3653943"/>
                </a:lnTo>
                <a:lnTo>
                  <a:pt x="4077324" y="3678678"/>
                </a:lnTo>
                <a:lnTo>
                  <a:pt x="4036578" y="3700567"/>
                </a:lnTo>
                <a:lnTo>
                  <a:pt x="3994102" y="3719471"/>
                </a:lnTo>
                <a:lnTo>
                  <a:pt x="3950036" y="3735250"/>
                </a:lnTo>
                <a:lnTo>
                  <a:pt x="3904520" y="3747766"/>
                </a:lnTo>
                <a:lnTo>
                  <a:pt x="3857693" y="3756879"/>
                </a:lnTo>
                <a:lnTo>
                  <a:pt x="3809694" y="3762449"/>
                </a:lnTo>
                <a:lnTo>
                  <a:pt x="3760662" y="3764336"/>
                </a:lnTo>
                <a:close/>
              </a:path>
            </a:pathLst>
          </a:custGeom>
          <a:solidFill>
            <a:srgbClr val="DAEEF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 name="object 14"/>
          <p:cNvSpPr txBox="1"/>
          <p:nvPr/>
        </p:nvSpPr>
        <p:spPr>
          <a:xfrm>
            <a:off x="6116393" y="1225410"/>
            <a:ext cx="3592195" cy="3361054"/>
          </a:xfrm>
          <a:prstGeom prst="rect">
            <a:avLst/>
          </a:prstGeom>
        </p:spPr>
        <p:txBody>
          <a:bodyPr vert="horz" wrap="square" lIns="0" tIns="24765" rIns="0" bIns="0" rtlCol="0">
            <a:spAutoFit/>
          </a:bodyPr>
          <a:lstStyle/>
          <a:p>
            <a:pPr marL="12700" marR="5080" lvl="0" indent="0" defTabSz="914400" eaLnBrk="1" fontAlgn="auto" latinLnBrk="0" hangingPunct="1">
              <a:lnSpc>
                <a:spcPts val="2630"/>
              </a:lnSpc>
              <a:spcBef>
                <a:spcPts val="195"/>
              </a:spcBef>
              <a:spcAft>
                <a:spcPts val="0"/>
              </a:spcAft>
              <a:buClrTx/>
              <a:buSzTx/>
              <a:buFontTx/>
              <a:buNone/>
              <a:tabLst/>
              <a:defRPr/>
            </a:pPr>
            <a:r>
              <a:rPr kumimoji="0" sz="2200" b="0" i="0" u="none" strike="noStrike" kern="0" cap="none" spc="-10" normalizeH="0" baseline="0" noProof="0" dirty="0">
                <a:ln>
                  <a:noFill/>
                </a:ln>
                <a:solidFill>
                  <a:srgbClr val="3E3E3E"/>
                </a:solidFill>
                <a:effectLst/>
                <a:uLnTx/>
                <a:uFillTx/>
                <a:latin typeface="Calibri"/>
                <a:cs typeface="Calibri"/>
              </a:rPr>
              <a:t>L'automatisation</a:t>
            </a:r>
            <a:r>
              <a:rPr kumimoji="0" sz="2200" b="0" i="0" u="none" strike="noStrike" kern="0" cap="none" spc="-5" normalizeH="0" baseline="0" noProof="0" dirty="0">
                <a:ln>
                  <a:noFill/>
                </a:ln>
                <a:solidFill>
                  <a:srgbClr val="3E3E3E"/>
                </a:solidFill>
                <a:effectLst/>
                <a:uLnTx/>
                <a:uFillTx/>
                <a:latin typeface="Calibri"/>
                <a:cs typeface="Calibri"/>
              </a:rPr>
              <a:t> </a:t>
            </a:r>
            <a:r>
              <a:rPr kumimoji="0" sz="2200" b="0" i="0" u="none" strike="noStrike" kern="0" cap="none" spc="0" normalizeH="0" baseline="0" noProof="0" dirty="0">
                <a:ln>
                  <a:noFill/>
                </a:ln>
                <a:solidFill>
                  <a:srgbClr val="3E3E3E"/>
                </a:solidFill>
                <a:effectLst/>
                <a:uLnTx/>
                <a:uFillTx/>
                <a:latin typeface="Calibri"/>
                <a:cs typeface="Calibri"/>
              </a:rPr>
              <a:t>donne</a:t>
            </a:r>
            <a:r>
              <a:rPr kumimoji="0" sz="2200" b="0" i="0" u="none" strike="noStrike" kern="0" cap="none" spc="-5" normalizeH="0" baseline="0" noProof="0" dirty="0">
                <a:ln>
                  <a:noFill/>
                </a:ln>
                <a:solidFill>
                  <a:srgbClr val="3E3E3E"/>
                </a:solidFill>
                <a:effectLst/>
                <a:uLnTx/>
                <a:uFillTx/>
                <a:latin typeface="Calibri"/>
                <a:cs typeface="Calibri"/>
              </a:rPr>
              <a:t> </a:t>
            </a:r>
            <a:r>
              <a:rPr kumimoji="0" sz="2200" b="0" i="0" u="none" strike="noStrike" kern="0" cap="none" spc="-25" normalizeH="0" baseline="0" noProof="0" dirty="0">
                <a:ln>
                  <a:noFill/>
                </a:ln>
                <a:solidFill>
                  <a:srgbClr val="3E3E3E"/>
                </a:solidFill>
                <a:effectLst/>
                <a:uLnTx/>
                <a:uFillTx/>
                <a:latin typeface="Calibri"/>
                <a:cs typeface="Calibri"/>
              </a:rPr>
              <a:t>les </a:t>
            </a:r>
            <a:r>
              <a:rPr kumimoji="0" sz="2200" b="0" i="0" u="none" strike="noStrike" kern="0" cap="none" spc="0" normalizeH="0" baseline="0" noProof="0" dirty="0">
                <a:ln>
                  <a:noFill/>
                </a:ln>
                <a:solidFill>
                  <a:srgbClr val="3E3E3E"/>
                </a:solidFill>
                <a:effectLst/>
                <a:uLnTx/>
                <a:uFillTx/>
                <a:latin typeface="Calibri"/>
                <a:cs typeface="Calibri"/>
              </a:rPr>
              <a:t>tâches</a:t>
            </a:r>
            <a:r>
              <a:rPr kumimoji="0" sz="2200" b="0" i="0" u="none" strike="noStrike" kern="0" cap="none" spc="-40" normalizeH="0" baseline="0" noProof="0" dirty="0">
                <a:ln>
                  <a:noFill/>
                </a:ln>
                <a:solidFill>
                  <a:srgbClr val="3E3E3E"/>
                </a:solidFill>
                <a:effectLst/>
                <a:uLnTx/>
                <a:uFillTx/>
                <a:latin typeface="Calibri"/>
                <a:cs typeface="Calibri"/>
              </a:rPr>
              <a:t> </a:t>
            </a:r>
            <a:r>
              <a:rPr kumimoji="0" sz="2200" b="0" i="0" u="none" strike="noStrike" kern="0" cap="none" spc="0" normalizeH="0" baseline="0" noProof="0" dirty="0">
                <a:ln>
                  <a:noFill/>
                </a:ln>
                <a:solidFill>
                  <a:srgbClr val="3E3E3E"/>
                </a:solidFill>
                <a:effectLst/>
                <a:uLnTx/>
                <a:uFillTx/>
                <a:latin typeface="Calibri"/>
                <a:cs typeface="Calibri"/>
              </a:rPr>
              <a:t>de</a:t>
            </a:r>
            <a:r>
              <a:rPr kumimoji="0" sz="2200" b="0" i="0" u="none" strike="noStrike" kern="0" cap="none" spc="-35" normalizeH="0" baseline="0" noProof="0" dirty="0">
                <a:ln>
                  <a:noFill/>
                </a:ln>
                <a:solidFill>
                  <a:srgbClr val="3E3E3E"/>
                </a:solidFill>
                <a:effectLst/>
                <a:uLnTx/>
                <a:uFillTx/>
                <a:latin typeface="Calibri"/>
                <a:cs typeface="Calibri"/>
              </a:rPr>
              <a:t> </a:t>
            </a:r>
            <a:r>
              <a:rPr kumimoji="0" sz="2200" b="0" i="0" u="none" strike="noStrike" kern="0" cap="none" spc="0" normalizeH="0" baseline="0" noProof="0" dirty="0">
                <a:ln>
                  <a:noFill/>
                </a:ln>
                <a:solidFill>
                  <a:srgbClr val="3E3E3E"/>
                </a:solidFill>
                <a:effectLst/>
                <a:uLnTx/>
                <a:uFillTx/>
                <a:latin typeface="Calibri"/>
                <a:cs typeface="Calibri"/>
              </a:rPr>
              <a:t>routine</a:t>
            </a:r>
            <a:r>
              <a:rPr kumimoji="0" sz="2200" b="0" i="0" u="none" strike="noStrike" kern="0" cap="none" spc="-40" normalizeH="0" baseline="0" noProof="0" dirty="0">
                <a:ln>
                  <a:noFill/>
                </a:ln>
                <a:solidFill>
                  <a:srgbClr val="3E3E3E"/>
                </a:solidFill>
                <a:effectLst/>
                <a:uLnTx/>
                <a:uFillTx/>
                <a:latin typeface="Calibri"/>
                <a:cs typeface="Calibri"/>
              </a:rPr>
              <a:t> </a:t>
            </a:r>
            <a:r>
              <a:rPr kumimoji="0" sz="2200" b="0" i="0" u="none" strike="noStrike" kern="0" cap="none" spc="0" normalizeH="0" baseline="0" noProof="0" dirty="0">
                <a:ln>
                  <a:noFill/>
                </a:ln>
                <a:solidFill>
                  <a:srgbClr val="3E3E3E"/>
                </a:solidFill>
                <a:effectLst/>
                <a:uLnTx/>
                <a:uFillTx/>
                <a:latin typeface="Calibri"/>
                <a:cs typeface="Calibri"/>
              </a:rPr>
              <a:t>à</a:t>
            </a:r>
            <a:r>
              <a:rPr kumimoji="0" sz="2200" b="0" i="0" u="none" strike="noStrike" kern="0" cap="none" spc="-35" normalizeH="0" baseline="0" noProof="0" dirty="0">
                <a:ln>
                  <a:noFill/>
                </a:ln>
                <a:solidFill>
                  <a:srgbClr val="3E3E3E"/>
                </a:solidFill>
                <a:effectLst/>
                <a:uLnTx/>
                <a:uFillTx/>
                <a:latin typeface="Calibri"/>
                <a:cs typeface="Calibri"/>
              </a:rPr>
              <a:t> </a:t>
            </a:r>
            <a:r>
              <a:rPr kumimoji="0" sz="2200" b="0" i="0" u="none" strike="noStrike" kern="0" cap="none" spc="-10" normalizeH="0" baseline="0" noProof="0" dirty="0">
                <a:ln>
                  <a:noFill/>
                </a:ln>
                <a:solidFill>
                  <a:srgbClr val="3E3E3E"/>
                </a:solidFill>
                <a:effectLst/>
                <a:uLnTx/>
                <a:uFillTx/>
                <a:latin typeface="Calibri"/>
                <a:cs typeface="Calibri"/>
              </a:rPr>
              <a:t>l'ordinateur </a:t>
            </a:r>
            <a:r>
              <a:rPr kumimoji="0" sz="2200" b="0" i="0" u="none" strike="noStrike" kern="0" cap="none" spc="0" normalizeH="0" baseline="0" noProof="0" dirty="0">
                <a:ln>
                  <a:noFill/>
                </a:ln>
                <a:solidFill>
                  <a:srgbClr val="3E3E3E"/>
                </a:solidFill>
                <a:effectLst/>
                <a:uLnTx/>
                <a:uFillTx/>
                <a:latin typeface="Calibri"/>
                <a:cs typeface="Calibri"/>
              </a:rPr>
              <a:t>et</a:t>
            </a:r>
            <a:r>
              <a:rPr kumimoji="0" sz="2200" b="0" i="0" u="none" strike="noStrike" kern="0" cap="none" spc="-55" normalizeH="0" baseline="0" noProof="0" dirty="0">
                <a:ln>
                  <a:noFill/>
                </a:ln>
                <a:solidFill>
                  <a:srgbClr val="3E3E3E"/>
                </a:solidFill>
                <a:effectLst/>
                <a:uLnTx/>
                <a:uFillTx/>
                <a:latin typeface="Calibri"/>
                <a:cs typeface="Calibri"/>
              </a:rPr>
              <a:t> </a:t>
            </a:r>
            <a:r>
              <a:rPr kumimoji="0" sz="2200" b="0" i="0" u="none" strike="noStrike" kern="0" cap="none" spc="0" normalizeH="0" baseline="0" noProof="0" dirty="0">
                <a:ln>
                  <a:noFill/>
                </a:ln>
                <a:solidFill>
                  <a:srgbClr val="3E3E3E"/>
                </a:solidFill>
                <a:effectLst/>
                <a:uLnTx/>
                <a:uFillTx/>
                <a:latin typeface="Calibri"/>
                <a:cs typeface="Calibri"/>
              </a:rPr>
              <a:t>permet</a:t>
            </a:r>
            <a:r>
              <a:rPr kumimoji="0" sz="2200" b="0" i="0" u="none" strike="noStrike" kern="0" cap="none" spc="-50" normalizeH="0" baseline="0" noProof="0" dirty="0">
                <a:ln>
                  <a:noFill/>
                </a:ln>
                <a:solidFill>
                  <a:srgbClr val="3E3E3E"/>
                </a:solidFill>
                <a:effectLst/>
                <a:uLnTx/>
                <a:uFillTx/>
                <a:latin typeface="Calibri"/>
                <a:cs typeface="Calibri"/>
              </a:rPr>
              <a:t> </a:t>
            </a:r>
            <a:r>
              <a:rPr kumimoji="0" sz="2200" b="0" i="0" u="none" strike="noStrike" kern="0" cap="none" spc="0" normalizeH="0" baseline="0" noProof="0" dirty="0">
                <a:ln>
                  <a:noFill/>
                </a:ln>
                <a:solidFill>
                  <a:srgbClr val="3E3E3E"/>
                </a:solidFill>
                <a:effectLst/>
                <a:uLnTx/>
                <a:uFillTx/>
                <a:latin typeface="Calibri"/>
                <a:cs typeface="Calibri"/>
              </a:rPr>
              <a:t>aux</a:t>
            </a:r>
            <a:r>
              <a:rPr kumimoji="0" sz="2200" b="0" i="0" u="none" strike="noStrike" kern="0" cap="none" spc="-50" normalizeH="0" baseline="0" noProof="0" dirty="0">
                <a:ln>
                  <a:noFill/>
                </a:ln>
                <a:solidFill>
                  <a:srgbClr val="3E3E3E"/>
                </a:solidFill>
                <a:effectLst/>
                <a:uLnTx/>
                <a:uFillTx/>
                <a:latin typeface="Calibri"/>
                <a:cs typeface="Calibri"/>
              </a:rPr>
              <a:t> </a:t>
            </a:r>
            <a:r>
              <a:rPr kumimoji="0" sz="2200" b="0" i="0" u="none" strike="noStrike" kern="0" cap="none" spc="0" normalizeH="0" baseline="0" noProof="0" dirty="0">
                <a:ln>
                  <a:noFill/>
                </a:ln>
                <a:solidFill>
                  <a:srgbClr val="3E3E3E"/>
                </a:solidFill>
                <a:effectLst/>
                <a:uLnTx/>
                <a:uFillTx/>
                <a:latin typeface="Calibri"/>
                <a:cs typeface="Calibri"/>
              </a:rPr>
              <a:t>individus</a:t>
            </a:r>
            <a:r>
              <a:rPr kumimoji="0" sz="2200" b="0" i="0" u="none" strike="noStrike" kern="0" cap="none" spc="-50" normalizeH="0" baseline="0" noProof="0" dirty="0">
                <a:ln>
                  <a:noFill/>
                </a:ln>
                <a:solidFill>
                  <a:srgbClr val="3E3E3E"/>
                </a:solidFill>
                <a:effectLst/>
                <a:uLnTx/>
                <a:uFillTx/>
                <a:latin typeface="Calibri"/>
                <a:cs typeface="Calibri"/>
              </a:rPr>
              <a:t> </a:t>
            </a:r>
            <a:r>
              <a:rPr kumimoji="0" sz="2200" b="0" i="0" u="none" strike="noStrike" kern="0" cap="none" spc="-25" normalizeH="0" baseline="0" noProof="0" dirty="0">
                <a:ln>
                  <a:noFill/>
                </a:ln>
                <a:solidFill>
                  <a:srgbClr val="3E3E3E"/>
                </a:solidFill>
                <a:effectLst/>
                <a:uLnTx/>
                <a:uFillTx/>
                <a:latin typeface="Calibri"/>
                <a:cs typeface="Calibri"/>
              </a:rPr>
              <a:t>de:</a:t>
            </a:r>
            <a:endParaRPr kumimoji="0" sz="2200" b="0" i="0" u="none" strike="noStrike" kern="0" cap="none" spc="0" normalizeH="0" baseline="0" noProof="0">
              <a:ln>
                <a:noFill/>
              </a:ln>
              <a:solidFill>
                <a:sysClr val="windowText" lastClr="000000"/>
              </a:solidFill>
              <a:effectLst/>
              <a:uLnTx/>
              <a:uFillTx/>
              <a:latin typeface="Calibri"/>
              <a:cs typeface="Calibri"/>
            </a:endParaRPr>
          </a:p>
          <a:p>
            <a:pPr marL="297815" marR="0" lvl="0" indent="-243840" defTabSz="914400" eaLnBrk="1" fontAlgn="auto" latinLnBrk="0" hangingPunct="1">
              <a:lnSpc>
                <a:spcPts val="2520"/>
              </a:lnSpc>
              <a:spcBef>
                <a:spcPts val="0"/>
              </a:spcBef>
              <a:spcAft>
                <a:spcPts val="0"/>
              </a:spcAft>
              <a:buClr>
                <a:srgbClr val="000000"/>
              </a:buClr>
              <a:buSzTx/>
              <a:buFont typeface="Arial"/>
              <a:buChar char="•"/>
              <a:tabLst>
                <a:tab pos="297815" algn="l"/>
              </a:tabLst>
              <a:defRPr/>
            </a:pPr>
            <a:r>
              <a:rPr kumimoji="0" sz="2200" b="0" i="0" u="none" strike="noStrike" kern="0" cap="none" spc="0" normalizeH="0" baseline="0" noProof="0" dirty="0">
                <a:ln>
                  <a:noFill/>
                </a:ln>
                <a:solidFill>
                  <a:srgbClr val="3E3E3E"/>
                </a:solidFill>
                <a:effectLst/>
                <a:uLnTx/>
                <a:uFillTx/>
                <a:latin typeface="Calibri"/>
                <a:cs typeface="Calibri"/>
              </a:rPr>
              <a:t>Analyser</a:t>
            </a:r>
            <a:r>
              <a:rPr kumimoji="0" sz="2200" b="0" i="0" u="none" strike="noStrike" kern="0" cap="none" spc="-65" normalizeH="0" baseline="0" noProof="0" dirty="0">
                <a:ln>
                  <a:noFill/>
                </a:ln>
                <a:solidFill>
                  <a:srgbClr val="3E3E3E"/>
                </a:solidFill>
                <a:effectLst/>
                <a:uLnTx/>
                <a:uFillTx/>
                <a:latin typeface="Calibri"/>
                <a:cs typeface="Calibri"/>
              </a:rPr>
              <a:t> </a:t>
            </a:r>
            <a:r>
              <a:rPr kumimoji="0" sz="2200" b="0" i="0" u="none" strike="noStrike" kern="0" cap="none" spc="0" normalizeH="0" baseline="0" noProof="0" dirty="0">
                <a:ln>
                  <a:noFill/>
                </a:ln>
                <a:solidFill>
                  <a:srgbClr val="3E3E3E"/>
                </a:solidFill>
                <a:effectLst/>
                <a:uLnTx/>
                <a:uFillTx/>
                <a:latin typeface="Calibri"/>
                <a:cs typeface="Calibri"/>
              </a:rPr>
              <a:t>les</a:t>
            </a:r>
            <a:r>
              <a:rPr kumimoji="0" sz="2200" b="0" i="0" u="none" strike="noStrike" kern="0" cap="none" spc="-65" normalizeH="0" baseline="0" noProof="0" dirty="0">
                <a:ln>
                  <a:noFill/>
                </a:ln>
                <a:solidFill>
                  <a:srgbClr val="3E3E3E"/>
                </a:solidFill>
                <a:effectLst/>
                <a:uLnTx/>
                <a:uFillTx/>
                <a:latin typeface="Calibri"/>
                <a:cs typeface="Calibri"/>
              </a:rPr>
              <a:t> </a:t>
            </a:r>
            <a:r>
              <a:rPr kumimoji="0" sz="2200" b="0" i="0" u="none" strike="noStrike" kern="0" cap="none" spc="-10" normalizeH="0" baseline="0" noProof="0" dirty="0">
                <a:ln>
                  <a:noFill/>
                </a:ln>
                <a:solidFill>
                  <a:srgbClr val="3E3E3E"/>
                </a:solidFill>
                <a:effectLst/>
                <a:uLnTx/>
                <a:uFillTx/>
                <a:latin typeface="Calibri"/>
                <a:cs typeface="Calibri"/>
              </a:rPr>
              <a:t>preuves</a:t>
            </a:r>
            <a:endParaRPr kumimoji="0" sz="2200" b="0" i="0" u="none" strike="noStrike" kern="0" cap="none" spc="0" normalizeH="0" baseline="0" noProof="0">
              <a:ln>
                <a:noFill/>
              </a:ln>
              <a:solidFill>
                <a:sysClr val="windowText" lastClr="000000"/>
              </a:solidFill>
              <a:effectLst/>
              <a:uLnTx/>
              <a:uFillTx/>
              <a:latin typeface="Calibri"/>
              <a:cs typeface="Calibri"/>
            </a:endParaRPr>
          </a:p>
          <a:p>
            <a:pPr marL="297815" marR="0" lvl="0" indent="-251460" defTabSz="914400" eaLnBrk="1" fontAlgn="auto" latinLnBrk="0" hangingPunct="1">
              <a:lnSpc>
                <a:spcPts val="2625"/>
              </a:lnSpc>
              <a:spcBef>
                <a:spcPts val="0"/>
              </a:spcBef>
              <a:spcAft>
                <a:spcPts val="0"/>
              </a:spcAft>
              <a:buClrTx/>
              <a:buSzPct val="81818"/>
              <a:buFont typeface="Arial"/>
              <a:buChar char="•"/>
              <a:tabLst>
                <a:tab pos="297815" algn="l"/>
              </a:tabLst>
              <a:defRPr/>
            </a:pPr>
            <a:r>
              <a:rPr kumimoji="0" sz="2200" b="0" i="0" u="none" strike="noStrike" kern="0" cap="none" spc="0" normalizeH="0" baseline="0" noProof="0" dirty="0">
                <a:ln>
                  <a:noFill/>
                </a:ln>
                <a:solidFill>
                  <a:srgbClr val="3E3E3E"/>
                </a:solidFill>
                <a:effectLst/>
                <a:uLnTx/>
                <a:uFillTx/>
                <a:latin typeface="Calibri"/>
                <a:cs typeface="Calibri"/>
              </a:rPr>
              <a:t>Résoudre</a:t>
            </a:r>
            <a:r>
              <a:rPr kumimoji="0" sz="2200" b="0" i="0" u="none" strike="noStrike" kern="0" cap="none" spc="-85" normalizeH="0" baseline="0" noProof="0" dirty="0">
                <a:ln>
                  <a:noFill/>
                </a:ln>
                <a:solidFill>
                  <a:srgbClr val="3E3E3E"/>
                </a:solidFill>
                <a:effectLst/>
                <a:uLnTx/>
                <a:uFillTx/>
                <a:latin typeface="Calibri"/>
                <a:cs typeface="Calibri"/>
              </a:rPr>
              <a:t> </a:t>
            </a:r>
            <a:r>
              <a:rPr kumimoji="0" sz="2200" b="0" i="0" u="none" strike="noStrike" kern="0" cap="none" spc="0" normalizeH="0" baseline="0" noProof="0" dirty="0">
                <a:ln>
                  <a:noFill/>
                </a:ln>
                <a:solidFill>
                  <a:srgbClr val="3E3E3E"/>
                </a:solidFill>
                <a:effectLst/>
                <a:uLnTx/>
                <a:uFillTx/>
                <a:latin typeface="Calibri"/>
                <a:cs typeface="Calibri"/>
              </a:rPr>
              <a:t>des</a:t>
            </a:r>
            <a:r>
              <a:rPr kumimoji="0" sz="2200" b="0" i="0" u="none" strike="noStrike" kern="0" cap="none" spc="-85" normalizeH="0" baseline="0" noProof="0" dirty="0">
                <a:ln>
                  <a:noFill/>
                </a:ln>
                <a:solidFill>
                  <a:srgbClr val="3E3E3E"/>
                </a:solidFill>
                <a:effectLst/>
                <a:uLnTx/>
                <a:uFillTx/>
                <a:latin typeface="Calibri"/>
                <a:cs typeface="Calibri"/>
              </a:rPr>
              <a:t> </a:t>
            </a:r>
            <a:r>
              <a:rPr kumimoji="0" sz="2200" b="0" i="0" u="none" strike="noStrike" kern="0" cap="none" spc="-10" normalizeH="0" baseline="0" noProof="0" dirty="0">
                <a:ln>
                  <a:noFill/>
                </a:ln>
                <a:solidFill>
                  <a:srgbClr val="3E3E3E"/>
                </a:solidFill>
                <a:effectLst/>
                <a:uLnTx/>
                <a:uFillTx/>
                <a:latin typeface="Calibri"/>
                <a:cs typeface="Calibri"/>
              </a:rPr>
              <a:t>problèmes</a:t>
            </a:r>
            <a:endParaRPr kumimoji="0" sz="2200" b="0" i="0" u="none" strike="noStrike" kern="0" cap="none" spc="0" normalizeH="0" baseline="0" noProof="0">
              <a:ln>
                <a:noFill/>
              </a:ln>
              <a:solidFill>
                <a:sysClr val="windowText" lastClr="000000"/>
              </a:solidFill>
              <a:effectLst/>
              <a:uLnTx/>
              <a:uFillTx/>
              <a:latin typeface="Calibri"/>
              <a:cs typeface="Calibri"/>
            </a:endParaRPr>
          </a:p>
          <a:p>
            <a:pPr marL="298450" marR="468630" lvl="0" indent="-252095" defTabSz="914400" eaLnBrk="1" fontAlgn="auto" latinLnBrk="0" hangingPunct="1">
              <a:lnSpc>
                <a:spcPts val="2630"/>
              </a:lnSpc>
              <a:spcBef>
                <a:spcPts val="90"/>
              </a:spcBef>
              <a:spcAft>
                <a:spcPts val="0"/>
              </a:spcAft>
              <a:buClrTx/>
              <a:buSzPct val="81818"/>
              <a:buFont typeface="Arial"/>
              <a:buChar char="•"/>
              <a:tabLst>
                <a:tab pos="298450" algn="l"/>
              </a:tabLst>
              <a:defRPr/>
            </a:pPr>
            <a:r>
              <a:rPr kumimoji="0" sz="2200" b="0" i="0" u="none" strike="noStrike" kern="0" cap="none" spc="0" normalizeH="0" baseline="0" noProof="0" dirty="0">
                <a:ln>
                  <a:noFill/>
                </a:ln>
                <a:solidFill>
                  <a:srgbClr val="3E3E3E"/>
                </a:solidFill>
                <a:effectLst/>
                <a:uLnTx/>
                <a:uFillTx/>
                <a:latin typeface="Calibri"/>
                <a:cs typeface="Calibri"/>
              </a:rPr>
              <a:t>Prendre</a:t>
            </a:r>
            <a:r>
              <a:rPr kumimoji="0" sz="2200" b="0" i="0" u="none" strike="noStrike" kern="0" cap="none" spc="-65" normalizeH="0" baseline="0" noProof="0" dirty="0">
                <a:ln>
                  <a:noFill/>
                </a:ln>
                <a:solidFill>
                  <a:srgbClr val="3E3E3E"/>
                </a:solidFill>
                <a:effectLst/>
                <a:uLnTx/>
                <a:uFillTx/>
                <a:latin typeface="Calibri"/>
                <a:cs typeface="Calibri"/>
              </a:rPr>
              <a:t> </a:t>
            </a:r>
            <a:r>
              <a:rPr kumimoji="0" sz="2200" b="0" i="0" u="none" strike="noStrike" kern="0" cap="none" spc="0" normalizeH="0" baseline="0" noProof="0" dirty="0">
                <a:ln>
                  <a:noFill/>
                </a:ln>
                <a:solidFill>
                  <a:srgbClr val="3E3E3E"/>
                </a:solidFill>
                <a:effectLst/>
                <a:uLnTx/>
                <a:uFillTx/>
                <a:latin typeface="Calibri"/>
                <a:cs typeface="Calibri"/>
              </a:rPr>
              <a:t>des</a:t>
            </a:r>
            <a:r>
              <a:rPr kumimoji="0" sz="2200" b="0" i="0" u="none" strike="noStrike" kern="0" cap="none" spc="-60" normalizeH="0" baseline="0" noProof="0" dirty="0">
                <a:ln>
                  <a:noFill/>
                </a:ln>
                <a:solidFill>
                  <a:srgbClr val="3E3E3E"/>
                </a:solidFill>
                <a:effectLst/>
                <a:uLnTx/>
                <a:uFillTx/>
                <a:latin typeface="Calibri"/>
                <a:cs typeface="Calibri"/>
              </a:rPr>
              <a:t> </a:t>
            </a:r>
            <a:r>
              <a:rPr kumimoji="0" sz="2200" b="0" i="0" u="none" strike="noStrike" kern="0" cap="none" spc="0" normalizeH="0" baseline="0" noProof="0" dirty="0">
                <a:ln>
                  <a:noFill/>
                </a:ln>
                <a:solidFill>
                  <a:srgbClr val="3E3E3E"/>
                </a:solidFill>
                <a:effectLst/>
                <a:uLnTx/>
                <a:uFillTx/>
                <a:latin typeface="Calibri"/>
                <a:cs typeface="Calibri"/>
              </a:rPr>
              <a:t>décisions</a:t>
            </a:r>
            <a:r>
              <a:rPr kumimoji="0" sz="2200" b="0" i="0" u="none" strike="noStrike" kern="0" cap="none" spc="-65" normalizeH="0" baseline="0" noProof="0" dirty="0">
                <a:ln>
                  <a:noFill/>
                </a:ln>
                <a:solidFill>
                  <a:srgbClr val="3E3E3E"/>
                </a:solidFill>
                <a:effectLst/>
                <a:uLnTx/>
                <a:uFillTx/>
                <a:latin typeface="Calibri"/>
                <a:cs typeface="Calibri"/>
              </a:rPr>
              <a:t> </a:t>
            </a:r>
            <a:r>
              <a:rPr kumimoji="0" sz="2200" b="0" i="0" u="none" strike="noStrike" kern="0" cap="none" spc="-25" normalizeH="0" baseline="0" noProof="0" dirty="0">
                <a:ln>
                  <a:noFill/>
                </a:ln>
                <a:solidFill>
                  <a:srgbClr val="3E3E3E"/>
                </a:solidFill>
                <a:effectLst/>
                <a:uLnTx/>
                <a:uFillTx/>
                <a:latin typeface="Calibri"/>
                <a:cs typeface="Calibri"/>
              </a:rPr>
              <a:t>en </a:t>
            </a:r>
            <a:r>
              <a:rPr kumimoji="0" sz="2200" b="0" i="0" u="none" strike="noStrike" kern="0" cap="none" spc="0" normalizeH="0" baseline="0" noProof="0" dirty="0">
                <a:ln>
                  <a:noFill/>
                </a:ln>
                <a:solidFill>
                  <a:srgbClr val="3E3E3E"/>
                </a:solidFill>
                <a:effectLst/>
                <a:uLnTx/>
                <a:uFillTx/>
                <a:latin typeface="Calibri"/>
                <a:cs typeface="Calibri"/>
              </a:rPr>
              <a:t>fonction</a:t>
            </a:r>
            <a:r>
              <a:rPr kumimoji="0" sz="2200" b="0" i="0" u="none" strike="noStrike" kern="0" cap="none" spc="-50" normalizeH="0" baseline="0" noProof="0" dirty="0">
                <a:ln>
                  <a:noFill/>
                </a:ln>
                <a:solidFill>
                  <a:srgbClr val="3E3E3E"/>
                </a:solidFill>
                <a:effectLst/>
                <a:uLnTx/>
                <a:uFillTx/>
                <a:latin typeface="Calibri"/>
                <a:cs typeface="Calibri"/>
              </a:rPr>
              <a:t> </a:t>
            </a:r>
            <a:r>
              <a:rPr kumimoji="0" sz="2200" b="0" i="0" u="none" strike="noStrike" kern="0" cap="none" spc="0" normalizeH="0" baseline="0" noProof="0" dirty="0">
                <a:ln>
                  <a:noFill/>
                </a:ln>
                <a:solidFill>
                  <a:srgbClr val="3E3E3E"/>
                </a:solidFill>
                <a:effectLst/>
                <a:uLnTx/>
                <a:uFillTx/>
                <a:latin typeface="Calibri"/>
                <a:cs typeface="Calibri"/>
              </a:rPr>
              <a:t>du</a:t>
            </a:r>
            <a:r>
              <a:rPr kumimoji="0" sz="2200" b="0" i="0" u="none" strike="noStrike" kern="0" cap="none" spc="-50" normalizeH="0" baseline="0" noProof="0" dirty="0">
                <a:ln>
                  <a:noFill/>
                </a:ln>
                <a:solidFill>
                  <a:srgbClr val="3E3E3E"/>
                </a:solidFill>
                <a:effectLst/>
                <a:uLnTx/>
                <a:uFillTx/>
                <a:latin typeface="Calibri"/>
                <a:cs typeface="Calibri"/>
              </a:rPr>
              <a:t> </a:t>
            </a:r>
            <a:r>
              <a:rPr kumimoji="0" sz="2200" b="0" i="0" u="none" strike="noStrike" kern="0" cap="none" spc="-10" normalizeH="0" baseline="0" noProof="0" dirty="0">
                <a:ln>
                  <a:noFill/>
                </a:ln>
                <a:solidFill>
                  <a:srgbClr val="3E3E3E"/>
                </a:solidFill>
                <a:effectLst/>
                <a:uLnTx/>
                <a:uFillTx/>
                <a:latin typeface="Calibri"/>
                <a:cs typeface="Calibri"/>
              </a:rPr>
              <a:t>feedback</a:t>
            </a:r>
            <a:endParaRPr kumimoji="0" sz="2200" b="0" i="0" u="none" strike="noStrike" kern="0" cap="none" spc="0" normalizeH="0" baseline="0" noProof="0">
              <a:ln>
                <a:noFill/>
              </a:ln>
              <a:solidFill>
                <a:sysClr val="windowText" lastClr="000000"/>
              </a:solidFill>
              <a:effectLst/>
              <a:uLnTx/>
              <a:uFillTx/>
              <a:latin typeface="Calibri"/>
              <a:cs typeface="Calibri"/>
            </a:endParaRPr>
          </a:p>
          <a:p>
            <a:pPr marL="297815" marR="0" lvl="0" indent="-251460" defTabSz="914400" eaLnBrk="1" fontAlgn="auto" latinLnBrk="0" hangingPunct="1">
              <a:lnSpc>
                <a:spcPts val="2525"/>
              </a:lnSpc>
              <a:spcBef>
                <a:spcPts val="0"/>
              </a:spcBef>
              <a:spcAft>
                <a:spcPts val="0"/>
              </a:spcAft>
              <a:buClrTx/>
              <a:buSzPct val="81818"/>
              <a:buFont typeface="Arial"/>
              <a:buChar char="•"/>
              <a:tabLst>
                <a:tab pos="297815" algn="l"/>
              </a:tabLst>
              <a:defRPr/>
            </a:pPr>
            <a:r>
              <a:rPr kumimoji="0" sz="2200" b="0" i="0" u="none" strike="noStrike" kern="0" cap="none" spc="0" normalizeH="0" baseline="0" noProof="0" dirty="0">
                <a:ln>
                  <a:noFill/>
                </a:ln>
                <a:solidFill>
                  <a:srgbClr val="3E3E3E"/>
                </a:solidFill>
                <a:effectLst/>
                <a:uLnTx/>
                <a:uFillTx/>
                <a:latin typeface="Calibri"/>
                <a:cs typeface="Calibri"/>
              </a:rPr>
              <a:t>Utiliser</a:t>
            </a:r>
            <a:r>
              <a:rPr kumimoji="0" sz="2200" b="0" i="0" u="none" strike="noStrike" kern="0" cap="none" spc="-55" normalizeH="0" baseline="0" noProof="0" dirty="0">
                <a:ln>
                  <a:noFill/>
                </a:ln>
                <a:solidFill>
                  <a:srgbClr val="3E3E3E"/>
                </a:solidFill>
                <a:effectLst/>
                <a:uLnTx/>
                <a:uFillTx/>
                <a:latin typeface="Calibri"/>
                <a:cs typeface="Calibri"/>
              </a:rPr>
              <a:t> </a:t>
            </a:r>
            <a:r>
              <a:rPr kumimoji="0" sz="2200" b="0" i="0" u="none" strike="noStrike" kern="0" cap="none" spc="0" normalizeH="0" baseline="0" noProof="0" dirty="0">
                <a:ln>
                  <a:noFill/>
                </a:ln>
                <a:solidFill>
                  <a:srgbClr val="3E3E3E"/>
                </a:solidFill>
                <a:effectLst/>
                <a:uLnTx/>
                <a:uFillTx/>
                <a:latin typeface="Calibri"/>
                <a:cs typeface="Calibri"/>
              </a:rPr>
              <a:t>leurs</a:t>
            </a:r>
            <a:r>
              <a:rPr kumimoji="0" sz="2200" b="0" i="0" u="none" strike="noStrike" kern="0" cap="none" spc="-55" normalizeH="0" baseline="0" noProof="0" dirty="0">
                <a:ln>
                  <a:noFill/>
                </a:ln>
                <a:solidFill>
                  <a:srgbClr val="3E3E3E"/>
                </a:solidFill>
                <a:effectLst/>
                <a:uLnTx/>
                <a:uFillTx/>
                <a:latin typeface="Calibri"/>
                <a:cs typeface="Calibri"/>
              </a:rPr>
              <a:t> </a:t>
            </a:r>
            <a:r>
              <a:rPr kumimoji="0" sz="2200" b="0" i="0" u="none" strike="noStrike" kern="0" cap="none" spc="-10" normalizeH="0" baseline="0" noProof="0" dirty="0">
                <a:ln>
                  <a:noFill/>
                </a:ln>
                <a:solidFill>
                  <a:srgbClr val="3E3E3E"/>
                </a:solidFill>
                <a:effectLst/>
                <a:uLnTx/>
                <a:uFillTx/>
                <a:latin typeface="Calibri"/>
                <a:cs typeface="Calibri"/>
              </a:rPr>
              <a:t>compétences,</a:t>
            </a:r>
            <a:endParaRPr kumimoji="0" sz="2200" b="0" i="0" u="none" strike="noStrike" kern="0" cap="none" spc="0" normalizeH="0" baseline="0" noProof="0">
              <a:ln>
                <a:noFill/>
              </a:ln>
              <a:solidFill>
                <a:sysClr val="windowText" lastClr="000000"/>
              </a:solidFill>
              <a:effectLst/>
              <a:uLnTx/>
              <a:uFillTx/>
              <a:latin typeface="Calibri"/>
              <a:cs typeface="Calibri"/>
            </a:endParaRPr>
          </a:p>
          <a:p>
            <a:pPr marL="298450" marR="727710" lvl="0" indent="0" defTabSz="914400" eaLnBrk="1" fontAlgn="auto" latinLnBrk="0" hangingPunct="1">
              <a:lnSpc>
                <a:spcPts val="2630"/>
              </a:lnSpc>
              <a:spcBef>
                <a:spcPts val="85"/>
              </a:spcBef>
              <a:spcAft>
                <a:spcPts val="0"/>
              </a:spcAft>
              <a:buClrTx/>
              <a:buSzTx/>
              <a:buFontTx/>
              <a:buNone/>
              <a:tabLst/>
              <a:defRPr/>
            </a:pPr>
            <a:r>
              <a:rPr kumimoji="0" sz="2200" b="0" i="0" u="none" strike="noStrike" kern="0" cap="none" spc="0" normalizeH="0" baseline="0" noProof="0" dirty="0">
                <a:ln>
                  <a:noFill/>
                </a:ln>
                <a:solidFill>
                  <a:srgbClr val="3E3E3E"/>
                </a:solidFill>
                <a:effectLst/>
                <a:uLnTx/>
                <a:uFillTx/>
                <a:latin typeface="Calibri"/>
                <a:cs typeface="Calibri"/>
              </a:rPr>
              <a:t>leur</a:t>
            </a:r>
            <a:r>
              <a:rPr kumimoji="0" sz="2200" b="0" i="0" u="none" strike="noStrike" kern="0" cap="none" spc="-50" normalizeH="0" baseline="0" noProof="0" dirty="0">
                <a:ln>
                  <a:noFill/>
                </a:ln>
                <a:solidFill>
                  <a:srgbClr val="3E3E3E"/>
                </a:solidFill>
                <a:effectLst/>
                <a:uLnTx/>
                <a:uFillTx/>
                <a:latin typeface="Calibri"/>
                <a:cs typeface="Calibri"/>
              </a:rPr>
              <a:t> </a:t>
            </a:r>
            <a:r>
              <a:rPr kumimoji="0" sz="2200" b="0" i="0" u="none" strike="noStrike" kern="0" cap="none" spc="0" normalizeH="0" baseline="0" noProof="0" dirty="0">
                <a:ln>
                  <a:noFill/>
                </a:ln>
                <a:solidFill>
                  <a:srgbClr val="3E3E3E"/>
                </a:solidFill>
                <a:effectLst/>
                <a:uLnTx/>
                <a:uFillTx/>
                <a:latin typeface="Calibri"/>
                <a:cs typeface="Calibri"/>
              </a:rPr>
              <a:t>expérience</a:t>
            </a:r>
            <a:r>
              <a:rPr kumimoji="0" sz="2200" b="0" i="0" u="none" strike="noStrike" kern="0" cap="none" spc="-50" normalizeH="0" baseline="0" noProof="0" dirty="0">
                <a:ln>
                  <a:noFill/>
                </a:ln>
                <a:solidFill>
                  <a:srgbClr val="3E3E3E"/>
                </a:solidFill>
                <a:effectLst/>
                <a:uLnTx/>
                <a:uFillTx/>
                <a:latin typeface="Calibri"/>
                <a:cs typeface="Calibri"/>
              </a:rPr>
              <a:t> </a:t>
            </a:r>
            <a:r>
              <a:rPr kumimoji="0" sz="2200" b="0" i="0" u="none" strike="noStrike" kern="0" cap="none" spc="0" normalizeH="0" baseline="0" noProof="0" dirty="0">
                <a:ln>
                  <a:noFill/>
                </a:ln>
                <a:solidFill>
                  <a:srgbClr val="3E3E3E"/>
                </a:solidFill>
                <a:effectLst/>
                <a:uLnTx/>
                <a:uFillTx/>
                <a:latin typeface="Calibri"/>
                <a:cs typeface="Calibri"/>
              </a:rPr>
              <a:t>et</a:t>
            </a:r>
            <a:r>
              <a:rPr kumimoji="0" sz="2200" b="0" i="0" u="none" strike="noStrike" kern="0" cap="none" spc="-50" normalizeH="0" baseline="0" noProof="0" dirty="0">
                <a:ln>
                  <a:noFill/>
                </a:ln>
                <a:solidFill>
                  <a:srgbClr val="3E3E3E"/>
                </a:solidFill>
                <a:effectLst/>
                <a:uLnTx/>
                <a:uFillTx/>
                <a:latin typeface="Calibri"/>
                <a:cs typeface="Calibri"/>
              </a:rPr>
              <a:t> </a:t>
            </a:r>
            <a:r>
              <a:rPr kumimoji="0" sz="2200" b="0" i="0" u="none" strike="noStrike" kern="0" cap="none" spc="-20" normalizeH="0" baseline="0" noProof="0" dirty="0">
                <a:ln>
                  <a:noFill/>
                </a:ln>
                <a:solidFill>
                  <a:srgbClr val="3E3E3E"/>
                </a:solidFill>
                <a:effectLst/>
                <a:uLnTx/>
                <a:uFillTx/>
                <a:latin typeface="Calibri"/>
                <a:cs typeface="Calibri"/>
              </a:rPr>
              <a:t>leur </a:t>
            </a:r>
            <a:r>
              <a:rPr kumimoji="0" sz="2200" b="0" i="0" u="none" strike="noStrike" kern="0" cap="none" spc="-10" normalizeH="0" baseline="0" noProof="0" dirty="0">
                <a:ln>
                  <a:noFill/>
                </a:ln>
                <a:solidFill>
                  <a:srgbClr val="3E3E3E"/>
                </a:solidFill>
                <a:effectLst/>
                <a:uLnTx/>
                <a:uFillTx/>
                <a:latin typeface="Calibri"/>
                <a:cs typeface="Calibri"/>
              </a:rPr>
              <a:t>jugement</a:t>
            </a:r>
            <a:endParaRPr kumimoji="0" sz="2200" b="0" i="0" u="none" strike="noStrike" kern="0" cap="none" spc="0" normalizeH="0" baseline="0" noProof="0">
              <a:ln>
                <a:noFill/>
              </a:ln>
              <a:solidFill>
                <a:sysClr val="windowText" lastClr="000000"/>
              </a:solidFill>
              <a:effectLst/>
              <a:uLnTx/>
              <a:uFillTx/>
              <a:latin typeface="Calibri"/>
              <a:cs typeface="Calibri"/>
            </a:endParaRPr>
          </a:p>
        </p:txBody>
      </p:sp>
      <p:sp>
        <p:nvSpPr>
          <p:cNvPr id="16" name="object 16"/>
          <p:cNvSpPr txBox="1">
            <a:spLocks noGrp="1"/>
          </p:cNvSpPr>
          <p:nvPr>
            <p:ph type="sldNum" sz="quarter" idx="7"/>
          </p:nvPr>
        </p:nvSpPr>
        <p:spPr>
          <a:prstGeom prst="rect">
            <a:avLst/>
          </a:prstGeom>
        </p:spPr>
        <p:txBody>
          <a:bodyPr vert="horz" wrap="square" lIns="0" tIns="8255" rIns="0" bIns="0" rtlCol="0">
            <a:spAutoFit/>
          </a:bodyPr>
          <a:lstStyle/>
          <a:p>
            <a:pPr marL="38100" marR="0" lvl="0" indent="0" defTabSz="914400" eaLnBrk="1" fontAlgn="auto" latinLnBrk="0" hangingPunct="1">
              <a:lnSpc>
                <a:spcPct val="100000"/>
              </a:lnSpc>
              <a:spcBef>
                <a:spcPts val="65"/>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prstClr val="white"/>
                </a:solidFill>
                <a:effectLst/>
                <a:uLnTx/>
                <a:uFillTx/>
                <a:latin typeface="Calibri"/>
                <a:cs typeface="Calibri"/>
              </a:rPr>
              <a:pPr marL="38100" marR="0" lvl="0" indent="0" defTabSz="914400" eaLnBrk="1" fontAlgn="auto" latinLnBrk="0" hangingPunct="1">
                <a:lnSpc>
                  <a:spcPct val="100000"/>
                </a:lnSpc>
                <a:spcBef>
                  <a:spcPts val="65"/>
                </a:spcBef>
                <a:spcAft>
                  <a:spcPts val="0"/>
                </a:spcAft>
                <a:buClrTx/>
                <a:buSzTx/>
                <a:buFontTx/>
                <a:buNone/>
                <a:tabLst/>
                <a:defRPr/>
              </a:pPr>
              <a:t>19</a:t>
            </a:fld>
            <a:endParaRPr kumimoji="0" sz="1200" b="0" i="0" u="none" strike="noStrike" kern="0" cap="none" spc="-25" normalizeH="0" baseline="0" noProof="0" dirty="0">
              <a:ln>
                <a:noFill/>
              </a:ln>
              <a:solidFill>
                <a:prstClr val="white"/>
              </a:solidFill>
              <a:effectLst/>
              <a:uLnTx/>
              <a:uFillTx/>
              <a:latin typeface="Calibri"/>
              <a:cs typeface="Calibri"/>
            </a:endParaRPr>
          </a:p>
        </p:txBody>
      </p:sp>
      <p:sp>
        <p:nvSpPr>
          <p:cNvPr id="15" name="object 15"/>
          <p:cNvSpPr txBox="1">
            <a:spLocks noGrp="1"/>
          </p:cNvSpPr>
          <p:nvPr>
            <p:ph type="title"/>
          </p:nvPr>
        </p:nvSpPr>
        <p:spPr>
          <a:xfrm>
            <a:off x="1054048" y="98310"/>
            <a:ext cx="9626652" cy="443711"/>
          </a:xfrm>
          <a:prstGeom prst="rect">
            <a:avLst/>
          </a:prstGeom>
        </p:spPr>
        <p:txBody>
          <a:bodyPr vert="horz" wrap="square" lIns="0" tIns="12700" rIns="0" bIns="0" rtlCol="0">
            <a:spAutoFit/>
          </a:bodyPr>
          <a:lstStyle/>
          <a:p>
            <a:pPr marL="12700">
              <a:lnSpc>
                <a:spcPct val="100000"/>
              </a:lnSpc>
              <a:spcBef>
                <a:spcPts val="100"/>
              </a:spcBef>
            </a:pPr>
            <a:r>
              <a:rPr lang="fr-FR" sz="2800" spc="-10" dirty="0"/>
              <a:t>Agilité, DevOps et la philosophie « continue » (CI/CD, feedbacks)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63867" y="5598084"/>
            <a:ext cx="727710" cy="23939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400" b="0" i="0" u="none" strike="noStrike" kern="0" cap="none" spc="-75" normalizeH="0" baseline="0" noProof="0" dirty="0">
                <a:ln>
                  <a:noFill/>
                </a:ln>
                <a:solidFill>
                  <a:sysClr val="windowText" lastClr="000000"/>
                </a:solidFill>
                <a:effectLst/>
                <a:uLnTx/>
                <a:uFillTx/>
                <a:latin typeface="Arial"/>
                <a:cs typeface="Arial"/>
              </a:rPr>
              <a:t>Feedback</a:t>
            </a:r>
            <a:endParaRPr kumimoji="0" sz="1400" b="0" i="0" u="none" strike="noStrike" kern="0" cap="none" spc="0" normalizeH="0" baseline="0" noProof="0">
              <a:ln>
                <a:noFill/>
              </a:ln>
              <a:solidFill>
                <a:sysClr val="windowText" lastClr="000000"/>
              </a:solidFill>
              <a:effectLst/>
              <a:uLnTx/>
              <a:uFillTx/>
              <a:latin typeface="Arial"/>
              <a:cs typeface="Arial"/>
            </a:endParaRPr>
          </a:p>
        </p:txBody>
      </p:sp>
      <p:sp>
        <p:nvSpPr>
          <p:cNvPr id="3" name="object 3"/>
          <p:cNvSpPr/>
          <p:nvPr/>
        </p:nvSpPr>
        <p:spPr>
          <a:xfrm>
            <a:off x="2072769" y="6007893"/>
            <a:ext cx="0" cy="131445"/>
          </a:xfrm>
          <a:custGeom>
            <a:avLst/>
            <a:gdLst/>
            <a:ahLst/>
            <a:cxnLst/>
            <a:rect l="l" t="t" r="r" b="b"/>
            <a:pathLst>
              <a:path h="131445">
                <a:moveTo>
                  <a:pt x="0" y="0"/>
                </a:moveTo>
                <a:lnTo>
                  <a:pt x="0" y="130867"/>
                </a:lnTo>
              </a:path>
            </a:pathLst>
          </a:custGeom>
          <a:ln w="26226">
            <a:solidFill>
              <a:srgbClr val="000000"/>
            </a:solidFill>
            <a:prstDash val="lgDash"/>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nvGrpSpPr>
          <p:cNvPr id="4" name="object 4"/>
          <p:cNvGrpSpPr/>
          <p:nvPr/>
        </p:nvGrpSpPr>
        <p:grpSpPr>
          <a:xfrm>
            <a:off x="2058703" y="2483435"/>
            <a:ext cx="28575" cy="2344420"/>
            <a:chOff x="2058703" y="2483435"/>
            <a:chExt cx="28575" cy="2344420"/>
          </a:xfrm>
        </p:grpSpPr>
        <p:sp>
          <p:nvSpPr>
            <p:cNvPr id="5" name="object 5"/>
            <p:cNvSpPr/>
            <p:nvPr/>
          </p:nvSpPr>
          <p:spPr>
            <a:xfrm>
              <a:off x="2072769" y="4135408"/>
              <a:ext cx="0" cy="678815"/>
            </a:xfrm>
            <a:custGeom>
              <a:avLst/>
              <a:gdLst/>
              <a:ahLst/>
              <a:cxnLst/>
              <a:rect l="l" t="t" r="r" b="b"/>
              <a:pathLst>
                <a:path h="678814">
                  <a:moveTo>
                    <a:pt x="0" y="194316"/>
                  </a:moveTo>
                  <a:lnTo>
                    <a:pt x="0" y="678748"/>
                  </a:lnTo>
                </a:path>
                <a:path h="678814">
                  <a:moveTo>
                    <a:pt x="0" y="0"/>
                  </a:moveTo>
                  <a:lnTo>
                    <a:pt x="0" y="137864"/>
                  </a:lnTo>
                </a:path>
              </a:pathLst>
            </a:custGeom>
            <a:ln w="26226">
              <a:solidFill>
                <a:srgbClr val="000000"/>
              </a:solidFill>
              <a:prstDash val="lgDash"/>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p:cNvSpPr/>
            <p:nvPr/>
          </p:nvSpPr>
          <p:spPr>
            <a:xfrm>
              <a:off x="2059655" y="3810705"/>
              <a:ext cx="26670" cy="0"/>
            </a:xfrm>
            <a:custGeom>
              <a:avLst/>
              <a:gdLst/>
              <a:ahLst/>
              <a:cxnLst/>
              <a:rect l="l" t="t" r="r" b="b"/>
              <a:pathLst>
                <a:path w="26669">
                  <a:moveTo>
                    <a:pt x="0" y="0"/>
                  </a:moveTo>
                  <a:lnTo>
                    <a:pt x="26226" y="0"/>
                  </a:lnTo>
                </a:path>
              </a:pathLst>
            </a:custGeom>
            <a:ln w="317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 name="object 7"/>
            <p:cNvSpPr/>
            <p:nvPr/>
          </p:nvSpPr>
          <p:spPr>
            <a:xfrm>
              <a:off x="2072769" y="2496770"/>
              <a:ext cx="0" cy="1037590"/>
            </a:xfrm>
            <a:custGeom>
              <a:avLst/>
              <a:gdLst/>
              <a:ahLst/>
              <a:cxnLst/>
              <a:rect l="l" t="t" r="r" b="b"/>
              <a:pathLst>
                <a:path h="1037589">
                  <a:moveTo>
                    <a:pt x="0" y="878279"/>
                  </a:moveTo>
                  <a:lnTo>
                    <a:pt x="0" y="1037440"/>
                  </a:lnTo>
                </a:path>
                <a:path h="1037589">
                  <a:moveTo>
                    <a:pt x="0" y="448730"/>
                  </a:moveTo>
                  <a:lnTo>
                    <a:pt x="0" y="554503"/>
                  </a:lnTo>
                </a:path>
                <a:path h="1037589">
                  <a:moveTo>
                    <a:pt x="0" y="0"/>
                  </a:moveTo>
                  <a:lnTo>
                    <a:pt x="0" y="173163"/>
                  </a:lnTo>
                </a:path>
              </a:pathLst>
            </a:custGeom>
            <a:ln w="26226">
              <a:solidFill>
                <a:srgbClr val="000000"/>
              </a:solidFill>
              <a:prstDash val="lgDash"/>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8" name="object 8"/>
          <p:cNvSpPr/>
          <p:nvPr/>
        </p:nvSpPr>
        <p:spPr>
          <a:xfrm>
            <a:off x="2072769" y="5504426"/>
            <a:ext cx="0" cy="450215"/>
          </a:xfrm>
          <a:custGeom>
            <a:avLst/>
            <a:gdLst/>
            <a:ahLst/>
            <a:cxnLst/>
            <a:rect l="l" t="t" r="r" b="b"/>
            <a:pathLst>
              <a:path h="450214">
                <a:moveTo>
                  <a:pt x="0" y="0"/>
                </a:moveTo>
                <a:lnTo>
                  <a:pt x="0" y="450079"/>
                </a:lnTo>
              </a:path>
            </a:pathLst>
          </a:custGeom>
          <a:ln w="26226">
            <a:solidFill>
              <a:srgbClr val="000000"/>
            </a:solidFill>
            <a:prstDash val="lgDash"/>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9"/>
          <p:cNvSpPr/>
          <p:nvPr/>
        </p:nvSpPr>
        <p:spPr>
          <a:xfrm>
            <a:off x="2072769" y="5089723"/>
            <a:ext cx="0" cy="91440"/>
          </a:xfrm>
          <a:custGeom>
            <a:avLst/>
            <a:gdLst/>
            <a:ahLst/>
            <a:cxnLst/>
            <a:rect l="l" t="t" r="r" b="b"/>
            <a:pathLst>
              <a:path h="91439">
                <a:moveTo>
                  <a:pt x="0" y="0"/>
                </a:moveTo>
                <a:lnTo>
                  <a:pt x="0" y="90927"/>
                </a:lnTo>
              </a:path>
            </a:pathLst>
          </a:custGeom>
          <a:ln w="26226">
            <a:solidFill>
              <a:srgbClr val="000000"/>
            </a:solidFill>
            <a:prstDash val="lgDash"/>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 name="object 10"/>
          <p:cNvSpPr txBox="1"/>
          <p:nvPr/>
        </p:nvSpPr>
        <p:spPr>
          <a:xfrm>
            <a:off x="1783759" y="5208448"/>
            <a:ext cx="727710" cy="23939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400" b="0" i="0" u="none" strike="noStrike" kern="0" cap="none" spc="-75" normalizeH="0" baseline="0" noProof="0" dirty="0">
                <a:ln>
                  <a:noFill/>
                </a:ln>
                <a:solidFill>
                  <a:sysClr val="windowText" lastClr="000000"/>
                </a:solidFill>
                <a:effectLst/>
                <a:uLnTx/>
                <a:uFillTx/>
                <a:latin typeface="Arial"/>
                <a:cs typeface="Arial"/>
              </a:rPr>
              <a:t>Feedback</a:t>
            </a:r>
            <a:endParaRPr kumimoji="0" sz="1400" b="0" i="0" u="none" strike="noStrike" kern="0" cap="none" spc="0" normalizeH="0" baseline="0" noProof="0">
              <a:ln>
                <a:noFill/>
              </a:ln>
              <a:solidFill>
                <a:sysClr val="windowText" lastClr="000000"/>
              </a:solidFill>
              <a:effectLst/>
              <a:uLnTx/>
              <a:uFillTx/>
              <a:latin typeface="Arial"/>
              <a:cs typeface="Arial"/>
            </a:endParaRPr>
          </a:p>
        </p:txBody>
      </p:sp>
      <p:grpSp>
        <p:nvGrpSpPr>
          <p:cNvPr id="11" name="object 11"/>
          <p:cNvGrpSpPr/>
          <p:nvPr/>
        </p:nvGrpSpPr>
        <p:grpSpPr>
          <a:xfrm>
            <a:off x="2241643" y="2470910"/>
            <a:ext cx="1080770" cy="3452495"/>
            <a:chOff x="2241643" y="2470910"/>
            <a:chExt cx="1080770" cy="3452495"/>
          </a:xfrm>
        </p:grpSpPr>
        <p:sp>
          <p:nvSpPr>
            <p:cNvPr id="12" name="object 12"/>
            <p:cNvSpPr/>
            <p:nvPr/>
          </p:nvSpPr>
          <p:spPr>
            <a:xfrm>
              <a:off x="3308643" y="2484245"/>
              <a:ext cx="0" cy="3425825"/>
            </a:xfrm>
            <a:custGeom>
              <a:avLst/>
              <a:gdLst/>
              <a:ahLst/>
              <a:cxnLst/>
              <a:rect l="l" t="t" r="r" b="b"/>
              <a:pathLst>
                <a:path h="3425825">
                  <a:moveTo>
                    <a:pt x="0" y="706204"/>
                  </a:moveTo>
                  <a:lnTo>
                    <a:pt x="0" y="1032801"/>
                  </a:lnTo>
                </a:path>
                <a:path h="3425825">
                  <a:moveTo>
                    <a:pt x="0" y="0"/>
                  </a:moveTo>
                  <a:lnTo>
                    <a:pt x="0" y="242750"/>
                  </a:lnTo>
                </a:path>
                <a:path h="3425825">
                  <a:moveTo>
                    <a:pt x="0" y="1496253"/>
                  </a:moveTo>
                  <a:lnTo>
                    <a:pt x="0" y="1789027"/>
                  </a:lnTo>
                </a:path>
                <a:path h="3425825">
                  <a:moveTo>
                    <a:pt x="0" y="1845479"/>
                  </a:moveTo>
                  <a:lnTo>
                    <a:pt x="0" y="2372127"/>
                  </a:lnTo>
                </a:path>
                <a:path h="3425825">
                  <a:moveTo>
                    <a:pt x="0" y="2835580"/>
                  </a:moveTo>
                  <a:lnTo>
                    <a:pt x="0" y="3425680"/>
                  </a:lnTo>
                </a:path>
              </a:pathLst>
            </a:custGeom>
            <a:ln w="26226">
              <a:solidFill>
                <a:srgbClr val="000000"/>
              </a:solidFill>
              <a:prstDash val="lgDash"/>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3" name="object 13"/>
            <p:cNvSpPr/>
            <p:nvPr/>
          </p:nvSpPr>
          <p:spPr>
            <a:xfrm>
              <a:off x="2241639" y="4249064"/>
              <a:ext cx="1069340" cy="323850"/>
            </a:xfrm>
            <a:custGeom>
              <a:avLst/>
              <a:gdLst/>
              <a:ahLst/>
              <a:cxnLst/>
              <a:rect l="l" t="t" r="r" b="b"/>
              <a:pathLst>
                <a:path w="1069339" h="323850">
                  <a:moveTo>
                    <a:pt x="1068857" y="80670"/>
                  </a:moveTo>
                  <a:lnTo>
                    <a:pt x="0" y="80670"/>
                  </a:lnTo>
                  <a:lnTo>
                    <a:pt x="0" y="323773"/>
                  </a:lnTo>
                  <a:lnTo>
                    <a:pt x="1068857" y="323773"/>
                  </a:lnTo>
                  <a:lnTo>
                    <a:pt x="1068857" y="80670"/>
                  </a:lnTo>
                  <a:close/>
                </a:path>
                <a:path w="1069339" h="323850">
                  <a:moveTo>
                    <a:pt x="1068857" y="0"/>
                  </a:moveTo>
                  <a:lnTo>
                    <a:pt x="0" y="0"/>
                  </a:lnTo>
                  <a:lnTo>
                    <a:pt x="0" y="24218"/>
                  </a:lnTo>
                  <a:lnTo>
                    <a:pt x="1068857" y="24218"/>
                  </a:lnTo>
                  <a:lnTo>
                    <a:pt x="1068857"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4" name="object 14"/>
          <p:cNvSpPr txBox="1"/>
          <p:nvPr/>
        </p:nvSpPr>
        <p:spPr>
          <a:xfrm>
            <a:off x="2411908" y="4276850"/>
            <a:ext cx="727710" cy="23939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400" b="0" i="0" u="none" strike="noStrike" kern="0" cap="none" spc="-75" normalizeH="0" baseline="0" noProof="0" dirty="0">
                <a:ln>
                  <a:noFill/>
                </a:ln>
                <a:solidFill>
                  <a:srgbClr val="3E3E3E"/>
                </a:solidFill>
                <a:effectLst/>
                <a:uLnTx/>
                <a:uFillTx/>
                <a:latin typeface="Arial"/>
                <a:cs typeface="Arial"/>
              </a:rPr>
              <a:t>Feedback</a:t>
            </a:r>
            <a:endParaRPr kumimoji="0" sz="1400" b="0" i="0" u="none" strike="noStrike" kern="0" cap="none" spc="0" normalizeH="0" baseline="0" noProof="0">
              <a:ln>
                <a:noFill/>
              </a:ln>
              <a:solidFill>
                <a:sysClr val="windowText" lastClr="000000"/>
              </a:solidFill>
              <a:effectLst/>
              <a:uLnTx/>
              <a:uFillTx/>
              <a:latin typeface="Arial"/>
              <a:cs typeface="Arial"/>
            </a:endParaRPr>
          </a:p>
        </p:txBody>
      </p:sp>
      <p:sp>
        <p:nvSpPr>
          <p:cNvPr id="15" name="object 15"/>
          <p:cNvSpPr txBox="1"/>
          <p:nvPr/>
        </p:nvSpPr>
        <p:spPr>
          <a:xfrm>
            <a:off x="1767058" y="3839431"/>
            <a:ext cx="727710" cy="23939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400" b="0" i="0" u="none" strike="noStrike" kern="0" cap="none" spc="-75" normalizeH="0" baseline="0" noProof="0" dirty="0">
                <a:ln>
                  <a:noFill/>
                </a:ln>
                <a:solidFill>
                  <a:srgbClr val="3E3E3E"/>
                </a:solidFill>
                <a:effectLst/>
                <a:uLnTx/>
                <a:uFillTx/>
                <a:latin typeface="Arial"/>
                <a:cs typeface="Arial"/>
              </a:rPr>
              <a:t>Feedback</a:t>
            </a:r>
            <a:endParaRPr kumimoji="0" sz="14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p:cNvSpPr txBox="1"/>
          <p:nvPr/>
        </p:nvSpPr>
        <p:spPr>
          <a:xfrm>
            <a:off x="1767055" y="3079072"/>
            <a:ext cx="727710" cy="23939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400" b="0" i="0" u="none" strike="noStrike" kern="0" cap="none" spc="-75" normalizeH="0" baseline="0" noProof="0" dirty="0">
                <a:ln>
                  <a:noFill/>
                </a:ln>
                <a:solidFill>
                  <a:sysClr val="windowText" lastClr="000000"/>
                </a:solidFill>
                <a:effectLst/>
                <a:uLnTx/>
                <a:uFillTx/>
                <a:latin typeface="Arial"/>
                <a:cs typeface="Arial"/>
              </a:rPr>
              <a:t>Feedback</a:t>
            </a:r>
            <a:endParaRPr kumimoji="0" sz="1400" b="0" i="0" u="none" strike="noStrike" kern="0" cap="none" spc="0" normalizeH="0" baseline="0" noProof="0">
              <a:ln>
                <a:noFill/>
              </a:ln>
              <a:solidFill>
                <a:sysClr val="windowText" lastClr="000000"/>
              </a:solidFill>
              <a:effectLst/>
              <a:uLnTx/>
              <a:uFillTx/>
              <a:latin typeface="Arial"/>
              <a:cs typeface="Arial"/>
            </a:endParaRPr>
          </a:p>
        </p:txBody>
      </p:sp>
      <p:sp>
        <p:nvSpPr>
          <p:cNvPr id="17" name="object 17"/>
          <p:cNvSpPr txBox="1"/>
          <p:nvPr/>
        </p:nvSpPr>
        <p:spPr>
          <a:xfrm>
            <a:off x="2860970" y="5937724"/>
            <a:ext cx="727710" cy="23939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400" b="0" i="0" u="none" strike="noStrike" kern="0" cap="none" spc="-75" normalizeH="0" baseline="0" noProof="0" dirty="0">
                <a:ln>
                  <a:noFill/>
                </a:ln>
                <a:solidFill>
                  <a:sysClr val="windowText" lastClr="000000"/>
                </a:solidFill>
                <a:effectLst/>
                <a:uLnTx/>
                <a:uFillTx/>
                <a:latin typeface="Arial"/>
                <a:cs typeface="Arial"/>
              </a:rPr>
              <a:t>Feedback</a:t>
            </a:r>
            <a:endParaRPr kumimoji="0" sz="1400" b="0" i="0" u="none" strike="noStrike" kern="0" cap="none" spc="0" normalizeH="0" baseline="0" noProof="0">
              <a:ln>
                <a:noFill/>
              </a:ln>
              <a:solidFill>
                <a:sysClr val="windowText" lastClr="000000"/>
              </a:solidFill>
              <a:effectLst/>
              <a:uLnTx/>
              <a:uFillTx/>
              <a:latin typeface="Arial"/>
              <a:cs typeface="Arial"/>
            </a:endParaRPr>
          </a:p>
        </p:txBody>
      </p:sp>
      <p:sp>
        <p:nvSpPr>
          <p:cNvPr id="18" name="object 18"/>
          <p:cNvSpPr txBox="1"/>
          <p:nvPr/>
        </p:nvSpPr>
        <p:spPr>
          <a:xfrm>
            <a:off x="221980" y="2008228"/>
            <a:ext cx="1119505" cy="426084"/>
          </a:xfrm>
          <a:prstGeom prst="rect">
            <a:avLst/>
          </a:prstGeom>
          <a:solidFill>
            <a:srgbClr val="3E3E3E"/>
          </a:solidFill>
        </p:spPr>
        <p:txBody>
          <a:bodyPr vert="horz" wrap="square" lIns="0" tIns="1270" rIns="0" bIns="0" rtlCol="0">
            <a:spAutoFit/>
          </a:bodyPr>
          <a:lstStyle/>
          <a:p>
            <a:pPr marL="221615" marR="215265" lvl="0" indent="8890" defTabSz="914400" eaLnBrk="1" fontAlgn="auto" latinLnBrk="0" hangingPunct="1">
              <a:lnSpc>
                <a:spcPct val="105000"/>
              </a:lnSpc>
              <a:spcBef>
                <a:spcPts val="10"/>
              </a:spcBef>
              <a:spcAft>
                <a:spcPts val="0"/>
              </a:spcAft>
              <a:buClrTx/>
              <a:buSzTx/>
              <a:buFontTx/>
              <a:buNone/>
              <a:tabLst/>
              <a:defRPr/>
            </a:pPr>
            <a:r>
              <a:rPr kumimoji="0" sz="1250" b="0" i="0" u="none" strike="noStrike" kern="0" cap="none" spc="-80" normalizeH="0" baseline="0" noProof="0" dirty="0">
                <a:ln>
                  <a:noFill/>
                </a:ln>
                <a:solidFill>
                  <a:srgbClr val="FFFFFF"/>
                </a:solidFill>
                <a:effectLst/>
                <a:uLnTx/>
                <a:uFillTx/>
                <a:latin typeface="Arial"/>
                <a:cs typeface="Arial"/>
              </a:rPr>
              <a:t>Equipe</a:t>
            </a:r>
            <a:r>
              <a:rPr kumimoji="0" sz="1250" b="0" i="0" u="none" strike="noStrike" kern="0" cap="none" spc="15" normalizeH="0" baseline="0" noProof="0" dirty="0">
                <a:ln>
                  <a:noFill/>
                </a:ln>
                <a:solidFill>
                  <a:srgbClr val="FFFFFF"/>
                </a:solidFill>
                <a:effectLst/>
                <a:uLnTx/>
                <a:uFillTx/>
                <a:latin typeface="Arial"/>
                <a:cs typeface="Arial"/>
              </a:rPr>
              <a:t> </a:t>
            </a:r>
            <a:r>
              <a:rPr kumimoji="0" sz="1250" b="0" i="0" u="none" strike="noStrike" kern="0" cap="none" spc="-25" normalizeH="0" baseline="0" noProof="0" dirty="0">
                <a:ln>
                  <a:noFill/>
                </a:ln>
                <a:solidFill>
                  <a:srgbClr val="FFFFFF"/>
                </a:solidFill>
                <a:effectLst/>
                <a:uLnTx/>
                <a:uFillTx/>
                <a:latin typeface="Arial"/>
                <a:cs typeface="Arial"/>
              </a:rPr>
              <a:t>de </a:t>
            </a:r>
            <a:r>
              <a:rPr kumimoji="0" sz="1250" b="0" i="0" u="none" strike="noStrike" kern="0" cap="none" spc="-45" normalizeH="0" baseline="0" noProof="0" dirty="0">
                <a:ln>
                  <a:noFill/>
                </a:ln>
                <a:solidFill>
                  <a:srgbClr val="FFFFFF"/>
                </a:solidFill>
                <a:effectLst/>
                <a:uLnTx/>
                <a:uFillTx/>
                <a:latin typeface="Arial"/>
                <a:cs typeface="Arial"/>
              </a:rPr>
              <a:t>réalisation</a:t>
            </a:r>
            <a:endParaRPr kumimoji="0" sz="1250" b="0" i="0" u="none" strike="noStrike" kern="0" cap="none" spc="0" normalizeH="0" baseline="0" noProof="0">
              <a:ln>
                <a:noFill/>
              </a:ln>
              <a:solidFill>
                <a:sysClr val="windowText" lastClr="000000"/>
              </a:solidFill>
              <a:effectLst/>
              <a:uLnTx/>
              <a:uFillTx/>
              <a:latin typeface="Arial"/>
              <a:cs typeface="Arial"/>
            </a:endParaRPr>
          </a:p>
        </p:txBody>
      </p:sp>
      <p:sp>
        <p:nvSpPr>
          <p:cNvPr id="19" name="object 19"/>
          <p:cNvSpPr txBox="1"/>
          <p:nvPr/>
        </p:nvSpPr>
        <p:spPr>
          <a:xfrm>
            <a:off x="1524658" y="2008228"/>
            <a:ext cx="1119505" cy="426084"/>
          </a:xfrm>
          <a:prstGeom prst="rect">
            <a:avLst/>
          </a:prstGeom>
          <a:solidFill>
            <a:srgbClr val="3E3E3E"/>
          </a:solidFill>
        </p:spPr>
        <p:txBody>
          <a:bodyPr vert="horz" wrap="square" lIns="0" tIns="1270" rIns="0" bIns="0" rtlCol="0">
            <a:spAutoFit/>
          </a:bodyPr>
          <a:lstStyle/>
          <a:p>
            <a:pPr marL="307975" marR="169545" lvl="0" indent="-132715" defTabSz="914400" eaLnBrk="1" fontAlgn="auto" latinLnBrk="0" hangingPunct="1">
              <a:lnSpc>
                <a:spcPct val="105000"/>
              </a:lnSpc>
              <a:spcBef>
                <a:spcPts val="10"/>
              </a:spcBef>
              <a:spcAft>
                <a:spcPts val="0"/>
              </a:spcAft>
              <a:buClrTx/>
              <a:buSzTx/>
              <a:buFontTx/>
              <a:buNone/>
              <a:tabLst/>
              <a:defRPr/>
            </a:pPr>
            <a:r>
              <a:rPr kumimoji="0" sz="1250" b="0" i="0" u="none" strike="noStrike" kern="0" cap="none" spc="-70" normalizeH="0" baseline="0" noProof="0" dirty="0">
                <a:ln>
                  <a:noFill/>
                </a:ln>
                <a:solidFill>
                  <a:srgbClr val="FFFFFF"/>
                </a:solidFill>
                <a:effectLst/>
                <a:uLnTx/>
                <a:uFillTx/>
                <a:latin typeface="Arial"/>
                <a:cs typeface="Arial"/>
              </a:rPr>
              <a:t>Gestion</a:t>
            </a:r>
            <a:r>
              <a:rPr kumimoji="0" sz="1250" b="0" i="0" u="none" strike="noStrike" kern="0" cap="none" spc="30" normalizeH="0" baseline="0" noProof="0" dirty="0">
                <a:ln>
                  <a:noFill/>
                </a:ln>
                <a:solidFill>
                  <a:srgbClr val="FFFFFF"/>
                </a:solidFill>
                <a:effectLst/>
                <a:uLnTx/>
                <a:uFillTx/>
                <a:latin typeface="Arial"/>
                <a:cs typeface="Arial"/>
              </a:rPr>
              <a:t> </a:t>
            </a:r>
            <a:r>
              <a:rPr kumimoji="0" sz="1250" b="0" i="0" u="none" strike="noStrike" kern="0" cap="none" spc="-90" normalizeH="0" baseline="0" noProof="0" dirty="0">
                <a:ln>
                  <a:noFill/>
                </a:ln>
                <a:solidFill>
                  <a:srgbClr val="FFFFFF"/>
                </a:solidFill>
                <a:effectLst/>
                <a:uLnTx/>
                <a:uFillTx/>
                <a:latin typeface="Arial"/>
                <a:cs typeface="Arial"/>
              </a:rPr>
              <a:t>des </a:t>
            </a:r>
            <a:r>
              <a:rPr kumimoji="0" sz="1250" b="0" i="0" u="none" strike="noStrike" kern="0" cap="none" spc="-10" normalizeH="0" baseline="0" noProof="0" dirty="0">
                <a:ln>
                  <a:noFill/>
                </a:ln>
                <a:solidFill>
                  <a:srgbClr val="FFFFFF"/>
                </a:solidFill>
                <a:effectLst/>
                <a:uLnTx/>
                <a:uFillTx/>
                <a:latin typeface="Arial"/>
                <a:cs typeface="Arial"/>
              </a:rPr>
              <a:t>versions</a:t>
            </a:r>
            <a:endParaRPr kumimoji="0" sz="1250" b="0" i="0" u="none" strike="noStrike" kern="0" cap="none" spc="0" normalizeH="0" baseline="0" noProof="0">
              <a:ln>
                <a:noFill/>
              </a:ln>
              <a:solidFill>
                <a:sysClr val="windowText" lastClr="000000"/>
              </a:solidFill>
              <a:effectLst/>
              <a:uLnTx/>
              <a:uFillTx/>
              <a:latin typeface="Arial"/>
              <a:cs typeface="Arial"/>
            </a:endParaRPr>
          </a:p>
        </p:txBody>
      </p:sp>
      <p:sp>
        <p:nvSpPr>
          <p:cNvPr id="20" name="object 20"/>
          <p:cNvSpPr txBox="1"/>
          <p:nvPr/>
        </p:nvSpPr>
        <p:spPr>
          <a:xfrm>
            <a:off x="2775272" y="2008228"/>
            <a:ext cx="1212215" cy="426084"/>
          </a:xfrm>
          <a:prstGeom prst="rect">
            <a:avLst/>
          </a:prstGeom>
          <a:solidFill>
            <a:srgbClr val="3E3E3E"/>
          </a:solidFill>
        </p:spPr>
        <p:txBody>
          <a:bodyPr vert="horz" wrap="square" lIns="0" tIns="12065" rIns="0" bIns="0" rtlCol="0">
            <a:spAutoFit/>
          </a:bodyPr>
          <a:lstStyle/>
          <a:p>
            <a:pPr marL="187325" marR="127000" lvl="0" indent="-10160" defTabSz="914400" eaLnBrk="1" fontAlgn="auto" latinLnBrk="0" hangingPunct="1">
              <a:lnSpc>
                <a:spcPct val="105400"/>
              </a:lnSpc>
              <a:spcBef>
                <a:spcPts val="95"/>
              </a:spcBef>
              <a:spcAft>
                <a:spcPts val="0"/>
              </a:spcAft>
              <a:buClrTx/>
              <a:buSzTx/>
              <a:buFontTx/>
              <a:buNone/>
              <a:tabLst/>
              <a:defRPr/>
            </a:pPr>
            <a:r>
              <a:rPr kumimoji="0" sz="1200" b="0" i="0" u="none" strike="noStrike" kern="0" cap="none" spc="-50" normalizeH="0" baseline="0" noProof="0" dirty="0">
                <a:ln>
                  <a:noFill/>
                </a:ln>
                <a:solidFill>
                  <a:srgbClr val="FFFFFF"/>
                </a:solidFill>
                <a:effectLst/>
                <a:uLnTx/>
                <a:uFillTx/>
                <a:latin typeface="Arial"/>
                <a:cs typeface="Arial"/>
              </a:rPr>
              <a:t>Compilation</a:t>
            </a:r>
            <a:r>
              <a:rPr kumimoji="0" sz="1200" b="0" i="0" u="none" strike="noStrike" kern="0" cap="none" spc="-5" normalizeH="0" baseline="0" noProof="0" dirty="0">
                <a:ln>
                  <a:noFill/>
                </a:ln>
                <a:solidFill>
                  <a:srgbClr val="FFFFFF"/>
                </a:solidFill>
                <a:effectLst/>
                <a:uLnTx/>
                <a:uFillTx/>
                <a:latin typeface="Arial"/>
                <a:cs typeface="Arial"/>
              </a:rPr>
              <a:t> </a:t>
            </a:r>
            <a:r>
              <a:rPr kumimoji="0" sz="1200" b="0" i="0" u="none" strike="noStrike" kern="0" cap="none" spc="-25" normalizeH="0" baseline="0" noProof="0" dirty="0">
                <a:ln>
                  <a:noFill/>
                </a:ln>
                <a:solidFill>
                  <a:srgbClr val="FFFFFF"/>
                </a:solidFill>
                <a:effectLst/>
                <a:uLnTx/>
                <a:uFillTx/>
                <a:latin typeface="Arial"/>
                <a:cs typeface="Arial"/>
              </a:rPr>
              <a:t>et </a:t>
            </a:r>
            <a:r>
              <a:rPr kumimoji="0" sz="1200" b="0" i="0" u="none" strike="noStrike" kern="0" cap="none" spc="-155" normalizeH="0" baseline="0" noProof="0" dirty="0">
                <a:ln>
                  <a:noFill/>
                </a:ln>
                <a:solidFill>
                  <a:srgbClr val="FFFFFF"/>
                </a:solidFill>
                <a:effectLst/>
                <a:uLnTx/>
                <a:uFillTx/>
                <a:latin typeface="Arial"/>
                <a:cs typeface="Arial"/>
              </a:rPr>
              <a:t>Tests</a:t>
            </a:r>
            <a:r>
              <a:rPr kumimoji="0" sz="1200" b="0" i="0" u="none" strike="noStrike" kern="0" cap="none" spc="25" normalizeH="0" baseline="0" noProof="0" dirty="0">
                <a:ln>
                  <a:noFill/>
                </a:ln>
                <a:solidFill>
                  <a:srgbClr val="FFFFFF"/>
                </a:solidFill>
                <a:effectLst/>
                <a:uLnTx/>
                <a:uFillTx/>
                <a:latin typeface="Arial"/>
                <a:cs typeface="Arial"/>
              </a:rPr>
              <a:t> </a:t>
            </a:r>
            <a:r>
              <a:rPr kumimoji="0" sz="1200" b="0" i="0" u="none" strike="noStrike" kern="0" cap="none" spc="-10" normalizeH="0" baseline="0" noProof="0" dirty="0">
                <a:ln>
                  <a:noFill/>
                </a:ln>
                <a:solidFill>
                  <a:srgbClr val="FFFFFF"/>
                </a:solidFill>
                <a:effectLst/>
                <a:uLnTx/>
                <a:uFillTx/>
                <a:latin typeface="Arial"/>
                <a:cs typeface="Arial"/>
              </a:rPr>
              <a:t>unitaires</a:t>
            </a:r>
            <a:endParaRPr kumimoji="0" sz="1200" b="0" i="0" u="none" strike="noStrike" kern="0" cap="none" spc="0" normalizeH="0" baseline="0" noProof="0">
              <a:ln>
                <a:noFill/>
              </a:ln>
              <a:solidFill>
                <a:sysClr val="windowText" lastClr="000000"/>
              </a:solidFill>
              <a:effectLst/>
              <a:uLnTx/>
              <a:uFillTx/>
              <a:latin typeface="Arial"/>
              <a:cs typeface="Arial"/>
            </a:endParaRPr>
          </a:p>
        </p:txBody>
      </p:sp>
      <p:sp>
        <p:nvSpPr>
          <p:cNvPr id="21" name="object 21"/>
          <p:cNvSpPr txBox="1"/>
          <p:nvPr/>
        </p:nvSpPr>
        <p:spPr>
          <a:xfrm>
            <a:off x="4130013" y="2007727"/>
            <a:ext cx="1119505" cy="427355"/>
          </a:xfrm>
          <a:prstGeom prst="rect">
            <a:avLst/>
          </a:prstGeom>
          <a:solidFill>
            <a:srgbClr val="3E3E3E"/>
          </a:solidFill>
        </p:spPr>
        <p:txBody>
          <a:bodyPr vert="horz" wrap="square" lIns="0" tIns="1905" rIns="0" bIns="0" rtlCol="0">
            <a:spAutoFit/>
          </a:bodyPr>
          <a:lstStyle/>
          <a:p>
            <a:pPr marL="164465" marR="156845" lvl="0" indent="238125" defTabSz="914400" eaLnBrk="1" fontAlgn="auto" latinLnBrk="0" hangingPunct="1">
              <a:lnSpc>
                <a:spcPct val="105000"/>
              </a:lnSpc>
              <a:spcBef>
                <a:spcPts val="15"/>
              </a:spcBef>
              <a:spcAft>
                <a:spcPts val="0"/>
              </a:spcAft>
              <a:buClrTx/>
              <a:buSzTx/>
              <a:buFontTx/>
              <a:buNone/>
              <a:tabLst/>
              <a:defRPr/>
            </a:pPr>
            <a:r>
              <a:rPr kumimoji="0" sz="1250" b="0" i="0" u="none" strike="noStrike" kern="0" cap="none" spc="-10" normalizeH="0" baseline="0" noProof="0" dirty="0">
                <a:ln>
                  <a:noFill/>
                </a:ln>
                <a:solidFill>
                  <a:srgbClr val="FFFFFF"/>
                </a:solidFill>
                <a:effectLst/>
                <a:uLnTx/>
                <a:uFillTx/>
                <a:latin typeface="Arial Narrow"/>
                <a:cs typeface="Arial Narrow"/>
              </a:rPr>
              <a:t>Tests d’acceptation</a:t>
            </a:r>
            <a:endParaRPr kumimoji="0" sz="1250" b="0" i="0" u="none" strike="noStrike" kern="0" cap="none" spc="0" normalizeH="0" baseline="0" noProof="0">
              <a:ln>
                <a:noFill/>
              </a:ln>
              <a:solidFill>
                <a:sysClr val="windowText" lastClr="000000"/>
              </a:solidFill>
              <a:effectLst/>
              <a:uLnTx/>
              <a:uFillTx/>
              <a:latin typeface="Arial Narrow"/>
              <a:cs typeface="Arial Narrow"/>
            </a:endParaRPr>
          </a:p>
        </p:txBody>
      </p:sp>
      <p:sp>
        <p:nvSpPr>
          <p:cNvPr id="22" name="object 22"/>
          <p:cNvSpPr txBox="1"/>
          <p:nvPr/>
        </p:nvSpPr>
        <p:spPr>
          <a:xfrm>
            <a:off x="5424340" y="2007727"/>
            <a:ext cx="1119505" cy="427355"/>
          </a:xfrm>
          <a:prstGeom prst="rect">
            <a:avLst/>
          </a:prstGeom>
          <a:solidFill>
            <a:srgbClr val="3E3E3E"/>
          </a:solidFill>
        </p:spPr>
        <p:txBody>
          <a:bodyPr vert="horz" wrap="square" lIns="0" tIns="111125" rIns="0" bIns="0" rtlCol="0">
            <a:spAutoFit/>
          </a:bodyPr>
          <a:lstStyle/>
          <a:p>
            <a:pPr marL="0" marR="0" lvl="0" indent="0" algn="ctr" defTabSz="914400" eaLnBrk="1" fontAlgn="auto" latinLnBrk="0" hangingPunct="1">
              <a:lnSpc>
                <a:spcPct val="100000"/>
              </a:lnSpc>
              <a:spcBef>
                <a:spcPts val="875"/>
              </a:spcBef>
              <a:spcAft>
                <a:spcPts val="0"/>
              </a:spcAft>
              <a:buClrTx/>
              <a:buSzTx/>
              <a:buFontTx/>
              <a:buNone/>
              <a:tabLst/>
              <a:defRPr/>
            </a:pPr>
            <a:r>
              <a:rPr kumimoji="0" sz="1250" b="0" i="0" u="none" strike="noStrike" kern="0" cap="none" spc="-20" normalizeH="0" baseline="0" noProof="0" dirty="0">
                <a:ln>
                  <a:noFill/>
                </a:ln>
                <a:solidFill>
                  <a:srgbClr val="FFFFFF"/>
                </a:solidFill>
                <a:effectLst/>
                <a:uLnTx/>
                <a:uFillTx/>
                <a:latin typeface="Arial"/>
                <a:cs typeface="Arial"/>
              </a:rPr>
              <a:t>UATs</a:t>
            </a:r>
            <a:endParaRPr kumimoji="0" sz="1250" b="0" i="0" u="none" strike="noStrike" kern="0" cap="none" spc="0" normalizeH="0" baseline="0" noProof="0" dirty="0">
              <a:ln>
                <a:noFill/>
              </a:ln>
              <a:solidFill>
                <a:sysClr val="windowText" lastClr="000000"/>
              </a:solidFill>
              <a:effectLst/>
              <a:uLnTx/>
              <a:uFillTx/>
              <a:latin typeface="Arial"/>
              <a:cs typeface="Arial"/>
            </a:endParaRPr>
          </a:p>
        </p:txBody>
      </p:sp>
      <p:sp>
        <p:nvSpPr>
          <p:cNvPr id="23" name="object 23"/>
          <p:cNvSpPr txBox="1"/>
          <p:nvPr/>
        </p:nvSpPr>
        <p:spPr>
          <a:xfrm>
            <a:off x="6707534" y="2008228"/>
            <a:ext cx="1024255" cy="426084"/>
          </a:xfrm>
          <a:prstGeom prst="rect">
            <a:avLst/>
          </a:prstGeom>
          <a:solidFill>
            <a:srgbClr val="3E3E3E"/>
          </a:solidFill>
        </p:spPr>
        <p:txBody>
          <a:bodyPr vert="horz" wrap="square" lIns="0" tIns="1270" rIns="0" bIns="0" rtlCol="0">
            <a:spAutoFit/>
          </a:bodyPr>
          <a:lstStyle/>
          <a:p>
            <a:pPr marL="354965" marR="256540" lvl="0" indent="-92075" defTabSz="914400" eaLnBrk="1" fontAlgn="auto" latinLnBrk="0" hangingPunct="1">
              <a:lnSpc>
                <a:spcPct val="105000"/>
              </a:lnSpc>
              <a:spcBef>
                <a:spcPts val="10"/>
              </a:spcBef>
              <a:spcAft>
                <a:spcPts val="0"/>
              </a:spcAft>
              <a:buClrTx/>
              <a:buSzTx/>
              <a:buFontTx/>
              <a:buNone/>
              <a:tabLst/>
              <a:defRPr/>
            </a:pPr>
            <a:r>
              <a:rPr kumimoji="0" sz="1250" b="0" i="0" u="none" strike="noStrike" kern="0" cap="none" spc="-75" normalizeH="0" baseline="0" noProof="0" dirty="0">
                <a:ln>
                  <a:noFill/>
                </a:ln>
                <a:solidFill>
                  <a:srgbClr val="FFFFFF"/>
                </a:solidFill>
                <a:effectLst/>
                <a:uLnTx/>
                <a:uFillTx/>
                <a:latin typeface="Arial"/>
                <a:cs typeface="Arial"/>
              </a:rPr>
              <a:t>Mise</a:t>
            </a:r>
            <a:r>
              <a:rPr kumimoji="0" sz="1250" b="0" i="0" u="none" strike="noStrike" kern="0" cap="none" spc="-15" normalizeH="0" baseline="0" noProof="0" dirty="0">
                <a:ln>
                  <a:noFill/>
                </a:ln>
                <a:solidFill>
                  <a:srgbClr val="FFFFFF"/>
                </a:solidFill>
                <a:effectLst/>
                <a:uLnTx/>
                <a:uFillTx/>
                <a:latin typeface="Arial"/>
                <a:cs typeface="Arial"/>
              </a:rPr>
              <a:t> </a:t>
            </a:r>
            <a:r>
              <a:rPr kumimoji="0" sz="1250" b="0" i="0" u="none" strike="noStrike" kern="0" cap="none" spc="-110" normalizeH="0" baseline="0" noProof="0" dirty="0">
                <a:ln>
                  <a:noFill/>
                </a:ln>
                <a:solidFill>
                  <a:srgbClr val="FFFFFF"/>
                </a:solidFill>
                <a:effectLst/>
                <a:uLnTx/>
                <a:uFillTx/>
                <a:latin typeface="Arial"/>
                <a:cs typeface="Arial"/>
              </a:rPr>
              <a:t>en </a:t>
            </a:r>
            <a:r>
              <a:rPr kumimoji="0" sz="1250" b="0" i="0" u="none" strike="noStrike" kern="0" cap="none" spc="-20" normalizeH="0" baseline="0" noProof="0" dirty="0">
                <a:ln>
                  <a:noFill/>
                </a:ln>
                <a:solidFill>
                  <a:srgbClr val="FFFFFF"/>
                </a:solidFill>
                <a:effectLst/>
                <a:uLnTx/>
                <a:uFillTx/>
                <a:latin typeface="Arial"/>
                <a:cs typeface="Arial"/>
              </a:rPr>
              <a:t>prod</a:t>
            </a:r>
            <a:endParaRPr kumimoji="0" sz="1250" b="0" i="0" u="none" strike="noStrike" kern="0" cap="none" spc="0" normalizeH="0" baseline="0" noProof="0">
              <a:ln>
                <a:noFill/>
              </a:ln>
              <a:solidFill>
                <a:sysClr val="windowText" lastClr="000000"/>
              </a:solidFill>
              <a:effectLst/>
              <a:uLnTx/>
              <a:uFillTx/>
              <a:latin typeface="Arial"/>
              <a:cs typeface="Arial"/>
            </a:endParaRPr>
          </a:p>
        </p:txBody>
      </p:sp>
      <p:grpSp>
        <p:nvGrpSpPr>
          <p:cNvPr id="24" name="object 24"/>
          <p:cNvGrpSpPr/>
          <p:nvPr/>
        </p:nvGrpSpPr>
        <p:grpSpPr>
          <a:xfrm>
            <a:off x="678235" y="2438114"/>
            <a:ext cx="6479540" cy="3739515"/>
            <a:chOff x="678235" y="2438114"/>
            <a:chExt cx="6479540" cy="3739515"/>
          </a:xfrm>
        </p:grpSpPr>
        <p:sp>
          <p:nvSpPr>
            <p:cNvPr id="25" name="object 25"/>
            <p:cNvSpPr/>
            <p:nvPr/>
          </p:nvSpPr>
          <p:spPr>
            <a:xfrm>
              <a:off x="820194" y="2889830"/>
              <a:ext cx="0" cy="589280"/>
            </a:xfrm>
            <a:custGeom>
              <a:avLst/>
              <a:gdLst/>
              <a:ahLst/>
              <a:cxnLst/>
              <a:rect l="l" t="t" r="r" b="b"/>
              <a:pathLst>
                <a:path h="589279">
                  <a:moveTo>
                    <a:pt x="0" y="0"/>
                  </a:moveTo>
                  <a:lnTo>
                    <a:pt x="0" y="588710"/>
                  </a:lnTo>
                </a:path>
              </a:pathLst>
            </a:custGeom>
            <a:ln w="26226">
              <a:solidFill>
                <a:srgbClr val="000000"/>
              </a:solidFill>
              <a:prstDash val="lgDash"/>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6" name="object 26"/>
            <p:cNvSpPr/>
            <p:nvPr/>
          </p:nvSpPr>
          <p:spPr>
            <a:xfrm>
              <a:off x="820194" y="2509296"/>
              <a:ext cx="0" cy="105410"/>
            </a:xfrm>
            <a:custGeom>
              <a:avLst/>
              <a:gdLst/>
              <a:ahLst/>
              <a:cxnLst/>
              <a:rect l="l" t="t" r="r" b="b"/>
              <a:pathLst>
                <a:path h="105410">
                  <a:moveTo>
                    <a:pt x="0" y="0"/>
                  </a:moveTo>
                  <a:lnTo>
                    <a:pt x="0" y="104967"/>
                  </a:lnTo>
                </a:path>
              </a:pathLst>
            </a:custGeom>
            <a:ln w="26226">
              <a:solidFill>
                <a:srgbClr val="000000"/>
              </a:solidFill>
              <a:prstDash val="lgDash"/>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7" name="object 27"/>
            <p:cNvSpPr/>
            <p:nvPr/>
          </p:nvSpPr>
          <p:spPr>
            <a:xfrm>
              <a:off x="820194" y="3754107"/>
              <a:ext cx="0" cy="2397760"/>
            </a:xfrm>
            <a:custGeom>
              <a:avLst/>
              <a:gdLst/>
              <a:ahLst/>
              <a:cxnLst/>
              <a:rect l="l" t="t" r="r" b="b"/>
              <a:pathLst>
                <a:path h="2397760">
                  <a:moveTo>
                    <a:pt x="0" y="0"/>
                  </a:moveTo>
                  <a:lnTo>
                    <a:pt x="0" y="989533"/>
                  </a:lnTo>
                </a:path>
                <a:path h="2397760">
                  <a:moveTo>
                    <a:pt x="0" y="1265100"/>
                  </a:moveTo>
                  <a:lnTo>
                    <a:pt x="0" y="2397179"/>
                  </a:lnTo>
                </a:path>
              </a:pathLst>
            </a:custGeom>
            <a:ln w="26226">
              <a:solidFill>
                <a:srgbClr val="000000"/>
              </a:solidFill>
              <a:prstDash val="lgDash"/>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8" name="object 28"/>
            <p:cNvSpPr/>
            <p:nvPr/>
          </p:nvSpPr>
          <p:spPr>
            <a:xfrm>
              <a:off x="4761628" y="4521426"/>
              <a:ext cx="0" cy="498475"/>
            </a:xfrm>
            <a:custGeom>
              <a:avLst/>
              <a:gdLst/>
              <a:ahLst/>
              <a:cxnLst/>
              <a:rect l="l" t="t" r="r" b="b"/>
              <a:pathLst>
                <a:path h="498475">
                  <a:moveTo>
                    <a:pt x="0" y="0"/>
                  </a:moveTo>
                  <a:lnTo>
                    <a:pt x="0" y="498013"/>
                  </a:lnTo>
                </a:path>
              </a:pathLst>
            </a:custGeom>
            <a:ln w="26226">
              <a:solidFill>
                <a:srgbClr val="000000"/>
              </a:solidFill>
              <a:prstDash val="lgDash"/>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9" name="object 29"/>
            <p:cNvSpPr/>
            <p:nvPr/>
          </p:nvSpPr>
          <p:spPr>
            <a:xfrm>
              <a:off x="4761628" y="2521822"/>
              <a:ext cx="0" cy="1292225"/>
            </a:xfrm>
            <a:custGeom>
              <a:avLst/>
              <a:gdLst/>
              <a:ahLst/>
              <a:cxnLst/>
              <a:rect l="l" t="t" r="r" b="b"/>
              <a:pathLst>
                <a:path h="1292225">
                  <a:moveTo>
                    <a:pt x="0" y="0"/>
                  </a:moveTo>
                  <a:lnTo>
                    <a:pt x="0" y="1291897"/>
                  </a:lnTo>
                </a:path>
              </a:pathLst>
            </a:custGeom>
            <a:ln w="26226">
              <a:solidFill>
                <a:srgbClr val="000000"/>
              </a:solidFill>
              <a:prstDash val="lgDash"/>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0" name="object 30"/>
            <p:cNvSpPr/>
            <p:nvPr/>
          </p:nvSpPr>
          <p:spPr>
            <a:xfrm>
              <a:off x="4761628" y="5839875"/>
              <a:ext cx="0" cy="324485"/>
            </a:xfrm>
            <a:custGeom>
              <a:avLst/>
              <a:gdLst/>
              <a:ahLst/>
              <a:cxnLst/>
              <a:rect l="l" t="t" r="r" b="b"/>
              <a:pathLst>
                <a:path h="324485">
                  <a:moveTo>
                    <a:pt x="0" y="0"/>
                  </a:moveTo>
                  <a:lnTo>
                    <a:pt x="0" y="114629"/>
                  </a:lnTo>
                </a:path>
                <a:path h="324485">
                  <a:moveTo>
                    <a:pt x="0" y="168017"/>
                  </a:moveTo>
                  <a:lnTo>
                    <a:pt x="0" y="323938"/>
                  </a:lnTo>
                </a:path>
              </a:pathLst>
            </a:custGeom>
            <a:ln w="26226">
              <a:solidFill>
                <a:srgbClr val="000000"/>
              </a:solidFill>
              <a:prstDash val="lgDash"/>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1" name="object 31"/>
            <p:cNvSpPr/>
            <p:nvPr/>
          </p:nvSpPr>
          <p:spPr>
            <a:xfrm>
              <a:off x="5964100" y="2484245"/>
              <a:ext cx="0" cy="3642360"/>
            </a:xfrm>
            <a:custGeom>
              <a:avLst/>
              <a:gdLst/>
              <a:ahLst/>
              <a:cxnLst/>
              <a:rect l="l" t="t" r="r" b="b"/>
              <a:pathLst>
                <a:path h="3642360">
                  <a:moveTo>
                    <a:pt x="0" y="0"/>
                  </a:moveTo>
                  <a:lnTo>
                    <a:pt x="0" y="3223878"/>
                  </a:lnTo>
                </a:path>
                <a:path h="3642360">
                  <a:moveTo>
                    <a:pt x="0" y="3549547"/>
                  </a:moveTo>
                  <a:lnTo>
                    <a:pt x="0" y="3641990"/>
                  </a:lnTo>
                </a:path>
              </a:pathLst>
            </a:custGeom>
            <a:ln w="26226">
              <a:solidFill>
                <a:srgbClr val="000000"/>
              </a:solidFill>
              <a:prstDash val="lgDash"/>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2" name="object 32"/>
            <p:cNvSpPr/>
            <p:nvPr/>
          </p:nvSpPr>
          <p:spPr>
            <a:xfrm>
              <a:off x="7144034" y="2451449"/>
              <a:ext cx="0" cy="3402965"/>
            </a:xfrm>
            <a:custGeom>
              <a:avLst/>
              <a:gdLst/>
              <a:ahLst/>
              <a:cxnLst/>
              <a:rect l="l" t="t" r="r" b="b"/>
              <a:pathLst>
                <a:path h="3402965">
                  <a:moveTo>
                    <a:pt x="0" y="0"/>
                  </a:moveTo>
                  <a:lnTo>
                    <a:pt x="0" y="3402562"/>
                  </a:lnTo>
                </a:path>
              </a:pathLst>
            </a:custGeom>
            <a:ln w="26226">
              <a:solidFill>
                <a:srgbClr val="000000"/>
              </a:solidFill>
              <a:prstDash val="lgDash"/>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3" name="object 33"/>
            <p:cNvSpPr/>
            <p:nvPr/>
          </p:nvSpPr>
          <p:spPr>
            <a:xfrm>
              <a:off x="1953078" y="2669933"/>
              <a:ext cx="250825" cy="275590"/>
            </a:xfrm>
            <a:custGeom>
              <a:avLst/>
              <a:gdLst/>
              <a:ahLst/>
              <a:cxnLst/>
              <a:rect l="l" t="t" r="r" b="b"/>
              <a:pathLst>
                <a:path w="250825" h="275589">
                  <a:moveTo>
                    <a:pt x="250515" y="275566"/>
                  </a:moveTo>
                  <a:lnTo>
                    <a:pt x="0" y="275566"/>
                  </a:lnTo>
                  <a:lnTo>
                    <a:pt x="0" y="0"/>
                  </a:lnTo>
                  <a:lnTo>
                    <a:pt x="250515" y="0"/>
                  </a:lnTo>
                  <a:lnTo>
                    <a:pt x="250515" y="275566"/>
                  </a:lnTo>
                  <a:close/>
                </a:path>
              </a:pathLst>
            </a:custGeom>
            <a:solidFill>
              <a:srgbClr val="FABE8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4" name="object 34"/>
            <p:cNvSpPr/>
            <p:nvPr/>
          </p:nvSpPr>
          <p:spPr>
            <a:xfrm>
              <a:off x="3166684" y="2726995"/>
              <a:ext cx="334645" cy="463550"/>
            </a:xfrm>
            <a:custGeom>
              <a:avLst/>
              <a:gdLst/>
              <a:ahLst/>
              <a:cxnLst/>
              <a:rect l="l" t="t" r="r" b="b"/>
              <a:pathLst>
                <a:path w="334645" h="463550">
                  <a:moveTo>
                    <a:pt x="334019" y="463453"/>
                  </a:moveTo>
                  <a:lnTo>
                    <a:pt x="0" y="463453"/>
                  </a:lnTo>
                  <a:lnTo>
                    <a:pt x="0" y="0"/>
                  </a:lnTo>
                  <a:lnTo>
                    <a:pt x="334019" y="0"/>
                  </a:lnTo>
                  <a:lnTo>
                    <a:pt x="334019" y="463453"/>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5" name="object 35"/>
            <p:cNvSpPr/>
            <p:nvPr/>
          </p:nvSpPr>
          <p:spPr>
            <a:xfrm>
              <a:off x="678235" y="2614263"/>
              <a:ext cx="250825" cy="275590"/>
            </a:xfrm>
            <a:custGeom>
              <a:avLst/>
              <a:gdLst/>
              <a:ahLst/>
              <a:cxnLst/>
              <a:rect l="l" t="t" r="r" b="b"/>
              <a:pathLst>
                <a:path w="250825" h="275589">
                  <a:moveTo>
                    <a:pt x="250515" y="275566"/>
                  </a:moveTo>
                  <a:lnTo>
                    <a:pt x="0" y="275566"/>
                  </a:lnTo>
                  <a:lnTo>
                    <a:pt x="0" y="0"/>
                  </a:lnTo>
                  <a:lnTo>
                    <a:pt x="250515" y="0"/>
                  </a:lnTo>
                  <a:lnTo>
                    <a:pt x="250515" y="275566"/>
                  </a:lnTo>
                  <a:close/>
                </a:path>
              </a:pathLst>
            </a:custGeom>
            <a:solidFill>
              <a:srgbClr val="FABE8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6" name="object 36"/>
            <p:cNvSpPr/>
            <p:nvPr/>
          </p:nvSpPr>
          <p:spPr>
            <a:xfrm>
              <a:off x="926894" y="2742769"/>
              <a:ext cx="784860" cy="0"/>
            </a:xfrm>
            <a:custGeom>
              <a:avLst/>
              <a:gdLst/>
              <a:ahLst/>
              <a:cxnLst/>
              <a:rect l="l" t="t" r="r" b="b"/>
              <a:pathLst>
                <a:path w="784860">
                  <a:moveTo>
                    <a:pt x="0" y="0"/>
                  </a:moveTo>
                  <a:lnTo>
                    <a:pt x="784693" y="0"/>
                  </a:lnTo>
                </a:path>
              </a:pathLst>
            </a:custGeom>
            <a:ln w="31749">
              <a:solidFill>
                <a:srgbClr val="3E3E3E"/>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37" name="object 37"/>
            <p:cNvPicPr/>
            <p:nvPr/>
          </p:nvPicPr>
          <p:blipFill>
            <a:blip r:embed="rId2" cstate="print"/>
            <a:stretch>
              <a:fillRect/>
            </a:stretch>
          </p:blipFill>
          <p:spPr>
            <a:xfrm>
              <a:off x="1660007" y="2691188"/>
              <a:ext cx="129849" cy="103160"/>
            </a:xfrm>
            <a:prstGeom prst="rect">
              <a:avLst/>
            </a:prstGeom>
          </p:spPr>
        </p:pic>
      </p:grpSp>
      <p:sp>
        <p:nvSpPr>
          <p:cNvPr id="38" name="object 38"/>
          <p:cNvSpPr txBox="1"/>
          <p:nvPr/>
        </p:nvSpPr>
        <p:spPr>
          <a:xfrm>
            <a:off x="1011546" y="2490361"/>
            <a:ext cx="615950" cy="23939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400" b="0" i="0" u="none" strike="noStrike" kern="0" cap="none" spc="-140" normalizeH="0" baseline="0" noProof="0" dirty="0">
                <a:ln>
                  <a:noFill/>
                </a:ln>
                <a:solidFill>
                  <a:srgbClr val="3E3E3E"/>
                </a:solidFill>
                <a:effectLst/>
                <a:uLnTx/>
                <a:uFillTx/>
                <a:latin typeface="Arial"/>
                <a:cs typeface="Arial"/>
              </a:rPr>
              <a:t>Check</a:t>
            </a:r>
            <a:r>
              <a:rPr kumimoji="0" sz="1400" b="0" i="0" u="none" strike="noStrike" kern="0" cap="none" spc="25" normalizeH="0" baseline="0" noProof="0" dirty="0">
                <a:ln>
                  <a:noFill/>
                </a:ln>
                <a:solidFill>
                  <a:srgbClr val="3E3E3E"/>
                </a:solidFill>
                <a:effectLst/>
                <a:uLnTx/>
                <a:uFillTx/>
                <a:latin typeface="Arial"/>
                <a:cs typeface="Arial"/>
              </a:rPr>
              <a:t> </a:t>
            </a:r>
            <a:r>
              <a:rPr kumimoji="0" sz="1400" b="0" i="0" u="none" strike="noStrike" kern="0" cap="none" spc="-40" normalizeH="0" baseline="0" noProof="0" dirty="0">
                <a:ln>
                  <a:noFill/>
                </a:ln>
                <a:solidFill>
                  <a:srgbClr val="3E3E3E"/>
                </a:solidFill>
                <a:effectLst/>
                <a:uLnTx/>
                <a:uFillTx/>
                <a:latin typeface="Arial"/>
                <a:cs typeface="Arial"/>
              </a:rPr>
              <a:t>in</a:t>
            </a:r>
            <a:endParaRPr kumimoji="0" sz="1400" b="0" i="0" u="none" strike="noStrike" kern="0" cap="none" spc="0" normalizeH="0" baseline="0" noProof="0">
              <a:ln>
                <a:noFill/>
              </a:ln>
              <a:solidFill>
                <a:sysClr val="windowText" lastClr="000000"/>
              </a:solidFill>
              <a:effectLst/>
              <a:uLnTx/>
              <a:uFillTx/>
              <a:latin typeface="Arial"/>
              <a:cs typeface="Arial"/>
            </a:endParaRPr>
          </a:p>
        </p:txBody>
      </p:sp>
      <p:grpSp>
        <p:nvGrpSpPr>
          <p:cNvPr id="39" name="object 39"/>
          <p:cNvGrpSpPr/>
          <p:nvPr/>
        </p:nvGrpSpPr>
        <p:grpSpPr>
          <a:xfrm>
            <a:off x="2178439" y="2766343"/>
            <a:ext cx="878840" cy="103505"/>
            <a:chOff x="2178439" y="2766343"/>
            <a:chExt cx="878840" cy="103505"/>
          </a:xfrm>
        </p:grpSpPr>
        <p:sp>
          <p:nvSpPr>
            <p:cNvPr id="40" name="object 40"/>
            <p:cNvSpPr/>
            <p:nvPr/>
          </p:nvSpPr>
          <p:spPr>
            <a:xfrm>
              <a:off x="2194314" y="2817924"/>
              <a:ext cx="784860" cy="0"/>
            </a:xfrm>
            <a:custGeom>
              <a:avLst/>
              <a:gdLst/>
              <a:ahLst/>
              <a:cxnLst/>
              <a:rect l="l" t="t" r="r" b="b"/>
              <a:pathLst>
                <a:path w="784860">
                  <a:moveTo>
                    <a:pt x="0" y="0"/>
                  </a:moveTo>
                  <a:lnTo>
                    <a:pt x="784693" y="0"/>
                  </a:lnTo>
                </a:path>
              </a:pathLst>
            </a:custGeom>
            <a:ln w="31749">
              <a:solidFill>
                <a:srgbClr val="3E3E3E"/>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41" name="object 41"/>
            <p:cNvPicPr/>
            <p:nvPr/>
          </p:nvPicPr>
          <p:blipFill>
            <a:blip r:embed="rId2" cstate="print"/>
            <a:stretch>
              <a:fillRect/>
            </a:stretch>
          </p:blipFill>
          <p:spPr>
            <a:xfrm>
              <a:off x="2927427" y="2766343"/>
              <a:ext cx="129849" cy="103160"/>
            </a:xfrm>
            <a:prstGeom prst="rect">
              <a:avLst/>
            </a:prstGeom>
          </p:spPr>
        </p:pic>
      </p:grpSp>
      <p:sp>
        <p:nvSpPr>
          <p:cNvPr id="42" name="object 42"/>
          <p:cNvSpPr txBox="1"/>
          <p:nvPr/>
        </p:nvSpPr>
        <p:spPr>
          <a:xfrm>
            <a:off x="2293812" y="2550670"/>
            <a:ext cx="534035" cy="23939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400" b="0" i="0" u="none" strike="noStrike" kern="0" cap="none" spc="-60" normalizeH="0" baseline="0" noProof="0" dirty="0">
                <a:ln>
                  <a:noFill/>
                </a:ln>
                <a:solidFill>
                  <a:sysClr val="windowText" lastClr="000000"/>
                </a:solidFill>
                <a:effectLst/>
                <a:uLnTx/>
                <a:uFillTx/>
                <a:latin typeface="Arial"/>
                <a:cs typeface="Arial"/>
              </a:rPr>
              <a:t>Trigger</a:t>
            </a:r>
            <a:endParaRPr kumimoji="0" sz="1400" b="0" i="0" u="none" strike="noStrike" kern="0" cap="none" spc="0" normalizeH="0" baseline="0" noProof="0">
              <a:ln>
                <a:noFill/>
              </a:ln>
              <a:solidFill>
                <a:sysClr val="windowText" lastClr="000000"/>
              </a:solidFill>
              <a:effectLst/>
              <a:uLnTx/>
              <a:uFillTx/>
              <a:latin typeface="Arial"/>
              <a:cs typeface="Arial"/>
            </a:endParaRPr>
          </a:p>
        </p:txBody>
      </p:sp>
      <p:grpSp>
        <p:nvGrpSpPr>
          <p:cNvPr id="43" name="object 43"/>
          <p:cNvGrpSpPr/>
          <p:nvPr/>
        </p:nvGrpSpPr>
        <p:grpSpPr>
          <a:xfrm>
            <a:off x="678237" y="3043082"/>
            <a:ext cx="2822575" cy="937894"/>
            <a:chOff x="678237" y="3043082"/>
            <a:chExt cx="2822575" cy="937894"/>
          </a:xfrm>
        </p:grpSpPr>
        <p:sp>
          <p:nvSpPr>
            <p:cNvPr id="44" name="object 44"/>
            <p:cNvSpPr/>
            <p:nvPr/>
          </p:nvSpPr>
          <p:spPr>
            <a:xfrm>
              <a:off x="1095930" y="3115295"/>
              <a:ext cx="2069464" cy="0"/>
            </a:xfrm>
            <a:custGeom>
              <a:avLst/>
              <a:gdLst/>
              <a:ahLst/>
              <a:cxnLst/>
              <a:rect l="l" t="t" r="r" b="b"/>
              <a:pathLst>
                <a:path w="2069464">
                  <a:moveTo>
                    <a:pt x="2068899" y="0"/>
                  </a:moveTo>
                  <a:lnTo>
                    <a:pt x="0" y="0"/>
                  </a:lnTo>
                </a:path>
              </a:pathLst>
            </a:custGeom>
            <a:ln w="44449">
              <a:solidFill>
                <a:srgbClr val="3E3E3E"/>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45" name="object 45"/>
            <p:cNvPicPr/>
            <p:nvPr/>
          </p:nvPicPr>
          <p:blipFill>
            <a:blip r:embed="rId3" cstate="print"/>
            <a:stretch>
              <a:fillRect/>
            </a:stretch>
          </p:blipFill>
          <p:spPr>
            <a:xfrm>
              <a:off x="986352" y="3043082"/>
              <a:ext cx="181790" cy="144425"/>
            </a:xfrm>
            <a:prstGeom prst="rect">
              <a:avLst/>
            </a:prstGeom>
          </p:spPr>
        </p:pic>
        <p:sp>
          <p:nvSpPr>
            <p:cNvPr id="46" name="object 46"/>
            <p:cNvSpPr/>
            <p:nvPr/>
          </p:nvSpPr>
          <p:spPr>
            <a:xfrm>
              <a:off x="1953080" y="3534211"/>
              <a:ext cx="250825" cy="275590"/>
            </a:xfrm>
            <a:custGeom>
              <a:avLst/>
              <a:gdLst/>
              <a:ahLst/>
              <a:cxnLst/>
              <a:rect l="l" t="t" r="r" b="b"/>
              <a:pathLst>
                <a:path w="250825" h="275589">
                  <a:moveTo>
                    <a:pt x="250515" y="275566"/>
                  </a:moveTo>
                  <a:lnTo>
                    <a:pt x="0" y="275566"/>
                  </a:lnTo>
                  <a:lnTo>
                    <a:pt x="0" y="0"/>
                  </a:lnTo>
                  <a:lnTo>
                    <a:pt x="250515" y="0"/>
                  </a:lnTo>
                  <a:lnTo>
                    <a:pt x="250515" y="275566"/>
                  </a:lnTo>
                  <a:close/>
                </a:path>
              </a:pathLst>
            </a:custGeom>
            <a:solidFill>
              <a:srgbClr val="FABE8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 name="object 47"/>
            <p:cNvSpPr/>
            <p:nvPr/>
          </p:nvSpPr>
          <p:spPr>
            <a:xfrm>
              <a:off x="3166686" y="3517047"/>
              <a:ext cx="334645" cy="463550"/>
            </a:xfrm>
            <a:custGeom>
              <a:avLst/>
              <a:gdLst/>
              <a:ahLst/>
              <a:cxnLst/>
              <a:rect l="l" t="t" r="r" b="b"/>
              <a:pathLst>
                <a:path w="334645" h="463550">
                  <a:moveTo>
                    <a:pt x="334020" y="463452"/>
                  </a:moveTo>
                  <a:lnTo>
                    <a:pt x="0" y="463452"/>
                  </a:lnTo>
                  <a:lnTo>
                    <a:pt x="0" y="0"/>
                  </a:lnTo>
                  <a:lnTo>
                    <a:pt x="334020" y="0"/>
                  </a:lnTo>
                  <a:lnTo>
                    <a:pt x="334020" y="463452"/>
                  </a:lnTo>
                  <a:close/>
                </a:path>
              </a:pathLst>
            </a:custGeom>
            <a:solidFill>
              <a:srgbClr val="008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8" name="object 48"/>
            <p:cNvSpPr/>
            <p:nvPr/>
          </p:nvSpPr>
          <p:spPr>
            <a:xfrm>
              <a:off x="678237" y="3478541"/>
              <a:ext cx="250825" cy="275590"/>
            </a:xfrm>
            <a:custGeom>
              <a:avLst/>
              <a:gdLst/>
              <a:ahLst/>
              <a:cxnLst/>
              <a:rect l="l" t="t" r="r" b="b"/>
              <a:pathLst>
                <a:path w="250825" h="275589">
                  <a:moveTo>
                    <a:pt x="250515" y="275566"/>
                  </a:moveTo>
                  <a:lnTo>
                    <a:pt x="0" y="275566"/>
                  </a:lnTo>
                  <a:lnTo>
                    <a:pt x="0" y="0"/>
                  </a:lnTo>
                  <a:lnTo>
                    <a:pt x="250515" y="0"/>
                  </a:lnTo>
                  <a:lnTo>
                    <a:pt x="250515" y="275566"/>
                  </a:lnTo>
                  <a:close/>
                </a:path>
              </a:pathLst>
            </a:custGeom>
            <a:solidFill>
              <a:srgbClr val="FABE8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9" name="object 49"/>
            <p:cNvSpPr/>
            <p:nvPr/>
          </p:nvSpPr>
          <p:spPr>
            <a:xfrm>
              <a:off x="926896" y="3621891"/>
              <a:ext cx="784860" cy="0"/>
            </a:xfrm>
            <a:custGeom>
              <a:avLst/>
              <a:gdLst/>
              <a:ahLst/>
              <a:cxnLst/>
              <a:rect l="l" t="t" r="r" b="b"/>
              <a:pathLst>
                <a:path w="784860">
                  <a:moveTo>
                    <a:pt x="0" y="0"/>
                  </a:moveTo>
                  <a:lnTo>
                    <a:pt x="784693" y="0"/>
                  </a:lnTo>
                </a:path>
              </a:pathLst>
            </a:custGeom>
            <a:ln w="31749">
              <a:solidFill>
                <a:srgbClr val="3E3E3E"/>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50" name="object 50"/>
            <p:cNvPicPr/>
            <p:nvPr/>
          </p:nvPicPr>
          <p:blipFill>
            <a:blip r:embed="rId2" cstate="print"/>
            <a:stretch>
              <a:fillRect/>
            </a:stretch>
          </p:blipFill>
          <p:spPr>
            <a:xfrm>
              <a:off x="1660009" y="3570311"/>
              <a:ext cx="129849" cy="103160"/>
            </a:xfrm>
            <a:prstGeom prst="rect">
              <a:avLst/>
            </a:prstGeom>
          </p:spPr>
        </p:pic>
      </p:grpSp>
      <p:sp>
        <p:nvSpPr>
          <p:cNvPr id="51" name="object 51"/>
          <p:cNvSpPr txBox="1"/>
          <p:nvPr/>
        </p:nvSpPr>
        <p:spPr>
          <a:xfrm>
            <a:off x="1041239" y="3369484"/>
            <a:ext cx="615950" cy="23939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400" b="0" i="0" u="none" strike="noStrike" kern="0" cap="none" spc="-140" normalizeH="0" baseline="0" noProof="0" dirty="0">
                <a:ln>
                  <a:noFill/>
                </a:ln>
                <a:solidFill>
                  <a:srgbClr val="3E3E3E"/>
                </a:solidFill>
                <a:effectLst/>
                <a:uLnTx/>
                <a:uFillTx/>
                <a:latin typeface="Arial"/>
                <a:cs typeface="Arial"/>
              </a:rPr>
              <a:t>Check</a:t>
            </a:r>
            <a:r>
              <a:rPr kumimoji="0" sz="1400" b="0" i="0" u="none" strike="noStrike" kern="0" cap="none" spc="25" normalizeH="0" baseline="0" noProof="0" dirty="0">
                <a:ln>
                  <a:noFill/>
                </a:ln>
                <a:solidFill>
                  <a:srgbClr val="3E3E3E"/>
                </a:solidFill>
                <a:effectLst/>
                <a:uLnTx/>
                <a:uFillTx/>
                <a:latin typeface="Arial"/>
                <a:cs typeface="Arial"/>
              </a:rPr>
              <a:t> </a:t>
            </a:r>
            <a:r>
              <a:rPr kumimoji="0" sz="1400" b="0" i="0" u="none" strike="noStrike" kern="0" cap="none" spc="-40" normalizeH="0" baseline="0" noProof="0" dirty="0">
                <a:ln>
                  <a:noFill/>
                </a:ln>
                <a:solidFill>
                  <a:srgbClr val="3E3E3E"/>
                </a:solidFill>
                <a:effectLst/>
                <a:uLnTx/>
                <a:uFillTx/>
                <a:latin typeface="Arial"/>
                <a:cs typeface="Arial"/>
              </a:rPr>
              <a:t>in</a:t>
            </a:r>
            <a:endParaRPr kumimoji="0" sz="1400" b="0" i="0" u="none" strike="noStrike" kern="0" cap="none" spc="0" normalizeH="0" baseline="0" noProof="0">
              <a:ln>
                <a:noFill/>
              </a:ln>
              <a:solidFill>
                <a:sysClr val="windowText" lastClr="000000"/>
              </a:solidFill>
              <a:effectLst/>
              <a:uLnTx/>
              <a:uFillTx/>
              <a:latin typeface="Arial"/>
              <a:cs typeface="Arial"/>
            </a:endParaRPr>
          </a:p>
        </p:txBody>
      </p:sp>
      <p:grpSp>
        <p:nvGrpSpPr>
          <p:cNvPr id="52" name="object 52"/>
          <p:cNvGrpSpPr/>
          <p:nvPr/>
        </p:nvGrpSpPr>
        <p:grpSpPr>
          <a:xfrm>
            <a:off x="2178442" y="3630620"/>
            <a:ext cx="878840" cy="103505"/>
            <a:chOff x="2178442" y="3630620"/>
            <a:chExt cx="878840" cy="103505"/>
          </a:xfrm>
        </p:grpSpPr>
        <p:sp>
          <p:nvSpPr>
            <p:cNvPr id="53" name="object 53"/>
            <p:cNvSpPr/>
            <p:nvPr/>
          </p:nvSpPr>
          <p:spPr>
            <a:xfrm>
              <a:off x="2194317" y="3682200"/>
              <a:ext cx="784860" cy="0"/>
            </a:xfrm>
            <a:custGeom>
              <a:avLst/>
              <a:gdLst/>
              <a:ahLst/>
              <a:cxnLst/>
              <a:rect l="l" t="t" r="r" b="b"/>
              <a:pathLst>
                <a:path w="784860">
                  <a:moveTo>
                    <a:pt x="0" y="0"/>
                  </a:moveTo>
                  <a:lnTo>
                    <a:pt x="784693" y="0"/>
                  </a:lnTo>
                </a:path>
              </a:pathLst>
            </a:custGeom>
            <a:ln w="31749">
              <a:solidFill>
                <a:srgbClr val="3E3E3E"/>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54" name="object 54"/>
            <p:cNvPicPr/>
            <p:nvPr/>
          </p:nvPicPr>
          <p:blipFill>
            <a:blip r:embed="rId4" cstate="print"/>
            <a:stretch>
              <a:fillRect/>
            </a:stretch>
          </p:blipFill>
          <p:spPr>
            <a:xfrm>
              <a:off x="2927430" y="3630620"/>
              <a:ext cx="129849" cy="103160"/>
            </a:xfrm>
            <a:prstGeom prst="rect">
              <a:avLst/>
            </a:prstGeom>
          </p:spPr>
        </p:pic>
      </p:grpSp>
      <p:sp>
        <p:nvSpPr>
          <p:cNvPr id="55" name="object 55"/>
          <p:cNvSpPr txBox="1"/>
          <p:nvPr/>
        </p:nvSpPr>
        <p:spPr>
          <a:xfrm>
            <a:off x="2323505" y="3414948"/>
            <a:ext cx="534035" cy="23939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400" b="0" i="0" u="none" strike="noStrike" kern="0" cap="none" spc="-60" normalizeH="0" baseline="0" noProof="0" dirty="0">
                <a:ln>
                  <a:noFill/>
                </a:ln>
                <a:solidFill>
                  <a:srgbClr val="3E3E3E"/>
                </a:solidFill>
                <a:effectLst/>
                <a:uLnTx/>
                <a:uFillTx/>
                <a:latin typeface="Arial"/>
                <a:cs typeface="Arial"/>
              </a:rPr>
              <a:t>Trigger</a:t>
            </a:r>
            <a:endParaRPr kumimoji="0" sz="1400" b="0" i="0" u="none" strike="noStrike" kern="0" cap="none" spc="0" normalizeH="0" baseline="0" noProof="0">
              <a:ln>
                <a:noFill/>
              </a:ln>
              <a:solidFill>
                <a:sysClr val="windowText" lastClr="000000"/>
              </a:solidFill>
              <a:effectLst/>
              <a:uLnTx/>
              <a:uFillTx/>
              <a:latin typeface="Arial"/>
              <a:cs typeface="Arial"/>
            </a:endParaRPr>
          </a:p>
        </p:txBody>
      </p:sp>
      <p:grpSp>
        <p:nvGrpSpPr>
          <p:cNvPr id="56" name="object 56"/>
          <p:cNvGrpSpPr/>
          <p:nvPr/>
        </p:nvGrpSpPr>
        <p:grpSpPr>
          <a:xfrm>
            <a:off x="971509" y="3813720"/>
            <a:ext cx="3971290" cy="708025"/>
            <a:chOff x="971509" y="3813720"/>
            <a:chExt cx="3971290" cy="708025"/>
          </a:xfrm>
        </p:grpSpPr>
        <p:sp>
          <p:nvSpPr>
            <p:cNvPr id="57" name="object 57"/>
            <p:cNvSpPr/>
            <p:nvPr/>
          </p:nvSpPr>
          <p:spPr>
            <a:xfrm>
              <a:off x="1081087" y="3890499"/>
              <a:ext cx="2069464" cy="0"/>
            </a:xfrm>
            <a:custGeom>
              <a:avLst/>
              <a:gdLst/>
              <a:ahLst/>
              <a:cxnLst/>
              <a:rect l="l" t="t" r="r" b="b"/>
              <a:pathLst>
                <a:path w="2069464">
                  <a:moveTo>
                    <a:pt x="2068899" y="0"/>
                  </a:moveTo>
                  <a:lnTo>
                    <a:pt x="0" y="0"/>
                  </a:lnTo>
                </a:path>
              </a:pathLst>
            </a:custGeom>
            <a:ln w="44449">
              <a:solidFill>
                <a:srgbClr val="3E3E3E"/>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58" name="object 58"/>
            <p:cNvPicPr/>
            <p:nvPr/>
          </p:nvPicPr>
          <p:blipFill>
            <a:blip r:embed="rId5" cstate="print"/>
            <a:stretch>
              <a:fillRect/>
            </a:stretch>
          </p:blipFill>
          <p:spPr>
            <a:xfrm>
              <a:off x="971509" y="3818286"/>
              <a:ext cx="181790" cy="144425"/>
            </a:xfrm>
            <a:prstGeom prst="rect">
              <a:avLst/>
            </a:prstGeom>
          </p:spPr>
        </p:pic>
        <p:sp>
          <p:nvSpPr>
            <p:cNvPr id="59" name="object 59"/>
            <p:cNvSpPr/>
            <p:nvPr/>
          </p:nvSpPr>
          <p:spPr>
            <a:xfrm>
              <a:off x="4591838" y="3813720"/>
              <a:ext cx="351155" cy="708025"/>
            </a:xfrm>
            <a:custGeom>
              <a:avLst/>
              <a:gdLst/>
              <a:ahLst/>
              <a:cxnLst/>
              <a:rect l="l" t="t" r="r" b="b"/>
              <a:pathLst>
                <a:path w="351154" h="708025">
                  <a:moveTo>
                    <a:pt x="350721" y="707705"/>
                  </a:moveTo>
                  <a:lnTo>
                    <a:pt x="0" y="707705"/>
                  </a:lnTo>
                  <a:lnTo>
                    <a:pt x="0" y="0"/>
                  </a:lnTo>
                  <a:lnTo>
                    <a:pt x="350721" y="0"/>
                  </a:lnTo>
                  <a:lnTo>
                    <a:pt x="350721" y="707705"/>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60" name="object 60"/>
          <p:cNvSpPr txBox="1"/>
          <p:nvPr/>
        </p:nvSpPr>
        <p:spPr>
          <a:xfrm>
            <a:off x="3800616" y="3648762"/>
            <a:ext cx="534035" cy="23939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400" b="0" i="0" u="none" strike="noStrike" kern="0" cap="none" spc="-60" normalizeH="0" baseline="0" noProof="0" dirty="0">
                <a:ln>
                  <a:noFill/>
                </a:ln>
                <a:solidFill>
                  <a:sysClr val="windowText" lastClr="000000"/>
                </a:solidFill>
                <a:effectLst/>
                <a:uLnTx/>
                <a:uFillTx/>
                <a:latin typeface="Arial"/>
                <a:cs typeface="Arial"/>
              </a:rPr>
              <a:t>Trigger</a:t>
            </a:r>
            <a:endParaRPr kumimoji="0" sz="1400" b="0" i="0" u="none" strike="noStrike" kern="0" cap="none" spc="0" normalizeH="0" baseline="0" noProof="0">
              <a:ln>
                <a:noFill/>
              </a:ln>
              <a:solidFill>
                <a:sysClr val="windowText" lastClr="000000"/>
              </a:solidFill>
              <a:effectLst/>
              <a:uLnTx/>
              <a:uFillTx/>
              <a:latin typeface="Arial"/>
              <a:cs typeface="Arial"/>
            </a:endParaRPr>
          </a:p>
        </p:txBody>
      </p:sp>
      <p:grpSp>
        <p:nvGrpSpPr>
          <p:cNvPr id="61" name="object 61"/>
          <p:cNvGrpSpPr/>
          <p:nvPr/>
        </p:nvGrpSpPr>
        <p:grpSpPr>
          <a:xfrm>
            <a:off x="694939" y="3866290"/>
            <a:ext cx="3900804" cy="1454150"/>
            <a:chOff x="694939" y="3866290"/>
            <a:chExt cx="3900804" cy="1454150"/>
          </a:xfrm>
        </p:grpSpPr>
        <p:sp>
          <p:nvSpPr>
            <p:cNvPr id="62" name="object 62"/>
            <p:cNvSpPr/>
            <p:nvPr/>
          </p:nvSpPr>
          <p:spPr>
            <a:xfrm>
              <a:off x="3497458" y="3917870"/>
              <a:ext cx="956310" cy="0"/>
            </a:xfrm>
            <a:custGeom>
              <a:avLst/>
              <a:gdLst/>
              <a:ahLst/>
              <a:cxnLst/>
              <a:rect l="l" t="t" r="r" b="b"/>
              <a:pathLst>
                <a:path w="956310">
                  <a:moveTo>
                    <a:pt x="0" y="0"/>
                  </a:moveTo>
                  <a:lnTo>
                    <a:pt x="955879" y="0"/>
                  </a:lnTo>
                </a:path>
              </a:pathLst>
            </a:custGeom>
            <a:ln w="31749">
              <a:solidFill>
                <a:srgbClr val="3E3E3E"/>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63" name="object 63"/>
            <p:cNvPicPr/>
            <p:nvPr/>
          </p:nvPicPr>
          <p:blipFill>
            <a:blip r:embed="rId6" cstate="print"/>
            <a:stretch>
              <a:fillRect/>
            </a:stretch>
          </p:blipFill>
          <p:spPr>
            <a:xfrm>
              <a:off x="4401757" y="3866290"/>
              <a:ext cx="129850" cy="103160"/>
            </a:xfrm>
            <a:prstGeom prst="rect">
              <a:avLst/>
            </a:prstGeom>
          </p:spPr>
        </p:pic>
        <p:sp>
          <p:nvSpPr>
            <p:cNvPr id="64" name="object 64"/>
            <p:cNvSpPr/>
            <p:nvPr/>
          </p:nvSpPr>
          <p:spPr>
            <a:xfrm>
              <a:off x="1084797" y="4295498"/>
              <a:ext cx="3488690" cy="12065"/>
            </a:xfrm>
            <a:custGeom>
              <a:avLst/>
              <a:gdLst/>
              <a:ahLst/>
              <a:cxnLst/>
              <a:rect l="l" t="t" r="r" b="b"/>
              <a:pathLst>
                <a:path w="3488690" h="12064">
                  <a:moveTo>
                    <a:pt x="3488484" y="0"/>
                  </a:moveTo>
                  <a:lnTo>
                    <a:pt x="0" y="12001"/>
                  </a:lnTo>
                </a:path>
              </a:pathLst>
            </a:custGeom>
            <a:ln w="44449">
              <a:solidFill>
                <a:srgbClr val="3E3E3E"/>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65" name="object 65"/>
            <p:cNvPicPr/>
            <p:nvPr/>
          </p:nvPicPr>
          <p:blipFill>
            <a:blip r:embed="rId7" cstate="print"/>
            <a:stretch>
              <a:fillRect/>
            </a:stretch>
          </p:blipFill>
          <p:spPr>
            <a:xfrm>
              <a:off x="975220" y="4235116"/>
              <a:ext cx="181961" cy="144424"/>
            </a:xfrm>
            <a:prstGeom prst="rect">
              <a:avLst/>
            </a:prstGeom>
          </p:spPr>
        </p:pic>
        <p:sp>
          <p:nvSpPr>
            <p:cNvPr id="66" name="object 66"/>
            <p:cNvSpPr/>
            <p:nvPr/>
          </p:nvSpPr>
          <p:spPr>
            <a:xfrm>
              <a:off x="1954937" y="4814156"/>
              <a:ext cx="250825" cy="275590"/>
            </a:xfrm>
            <a:custGeom>
              <a:avLst/>
              <a:gdLst/>
              <a:ahLst/>
              <a:cxnLst/>
              <a:rect l="l" t="t" r="r" b="b"/>
              <a:pathLst>
                <a:path w="250825" h="275589">
                  <a:moveTo>
                    <a:pt x="250515" y="275566"/>
                  </a:moveTo>
                  <a:lnTo>
                    <a:pt x="0" y="275566"/>
                  </a:lnTo>
                  <a:lnTo>
                    <a:pt x="0" y="0"/>
                  </a:lnTo>
                  <a:lnTo>
                    <a:pt x="250515" y="0"/>
                  </a:lnTo>
                  <a:lnTo>
                    <a:pt x="250515" y="275566"/>
                  </a:lnTo>
                  <a:close/>
                </a:path>
              </a:pathLst>
            </a:custGeom>
            <a:solidFill>
              <a:srgbClr val="FABE8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 name="object 67"/>
            <p:cNvSpPr/>
            <p:nvPr/>
          </p:nvSpPr>
          <p:spPr>
            <a:xfrm>
              <a:off x="3183388" y="4856373"/>
              <a:ext cx="334645" cy="463550"/>
            </a:xfrm>
            <a:custGeom>
              <a:avLst/>
              <a:gdLst/>
              <a:ahLst/>
              <a:cxnLst/>
              <a:rect l="l" t="t" r="r" b="b"/>
              <a:pathLst>
                <a:path w="334645" h="463550">
                  <a:moveTo>
                    <a:pt x="334019" y="463452"/>
                  </a:moveTo>
                  <a:lnTo>
                    <a:pt x="0" y="463452"/>
                  </a:lnTo>
                  <a:lnTo>
                    <a:pt x="0" y="0"/>
                  </a:lnTo>
                  <a:lnTo>
                    <a:pt x="334019" y="0"/>
                  </a:lnTo>
                  <a:lnTo>
                    <a:pt x="334019" y="463452"/>
                  </a:lnTo>
                  <a:close/>
                </a:path>
              </a:pathLst>
            </a:custGeom>
            <a:solidFill>
              <a:srgbClr val="008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8" name="object 68"/>
            <p:cNvSpPr/>
            <p:nvPr/>
          </p:nvSpPr>
          <p:spPr>
            <a:xfrm>
              <a:off x="694939" y="4743641"/>
              <a:ext cx="250825" cy="275590"/>
            </a:xfrm>
            <a:custGeom>
              <a:avLst/>
              <a:gdLst/>
              <a:ahLst/>
              <a:cxnLst/>
              <a:rect l="l" t="t" r="r" b="b"/>
              <a:pathLst>
                <a:path w="250825" h="275589">
                  <a:moveTo>
                    <a:pt x="250515" y="275566"/>
                  </a:moveTo>
                  <a:lnTo>
                    <a:pt x="0" y="275566"/>
                  </a:lnTo>
                  <a:lnTo>
                    <a:pt x="0" y="0"/>
                  </a:lnTo>
                  <a:lnTo>
                    <a:pt x="250515" y="0"/>
                  </a:lnTo>
                  <a:lnTo>
                    <a:pt x="250515" y="275566"/>
                  </a:lnTo>
                  <a:close/>
                </a:path>
              </a:pathLst>
            </a:custGeom>
            <a:solidFill>
              <a:srgbClr val="FABE8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9" name="object 69"/>
            <p:cNvSpPr/>
            <p:nvPr/>
          </p:nvSpPr>
          <p:spPr>
            <a:xfrm>
              <a:off x="943598" y="4886991"/>
              <a:ext cx="784860" cy="0"/>
            </a:xfrm>
            <a:custGeom>
              <a:avLst/>
              <a:gdLst/>
              <a:ahLst/>
              <a:cxnLst/>
              <a:rect l="l" t="t" r="r" b="b"/>
              <a:pathLst>
                <a:path w="784860">
                  <a:moveTo>
                    <a:pt x="0" y="0"/>
                  </a:moveTo>
                  <a:lnTo>
                    <a:pt x="784693" y="0"/>
                  </a:lnTo>
                </a:path>
              </a:pathLst>
            </a:custGeom>
            <a:ln w="31749">
              <a:solidFill>
                <a:srgbClr val="3E3E3E"/>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70" name="object 70"/>
            <p:cNvPicPr/>
            <p:nvPr/>
          </p:nvPicPr>
          <p:blipFill>
            <a:blip r:embed="rId4" cstate="print"/>
            <a:stretch>
              <a:fillRect/>
            </a:stretch>
          </p:blipFill>
          <p:spPr>
            <a:xfrm>
              <a:off x="1676711" y="4835410"/>
              <a:ext cx="129849" cy="103160"/>
            </a:xfrm>
            <a:prstGeom prst="rect">
              <a:avLst/>
            </a:prstGeom>
          </p:spPr>
        </p:pic>
      </p:grpSp>
      <p:sp>
        <p:nvSpPr>
          <p:cNvPr id="71" name="object 71"/>
          <p:cNvSpPr txBox="1"/>
          <p:nvPr/>
        </p:nvSpPr>
        <p:spPr>
          <a:xfrm>
            <a:off x="1057941" y="4634584"/>
            <a:ext cx="615950" cy="23939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400" b="0" i="0" u="none" strike="noStrike" kern="0" cap="none" spc="-140" normalizeH="0" baseline="0" noProof="0" dirty="0">
                <a:ln>
                  <a:noFill/>
                </a:ln>
                <a:solidFill>
                  <a:sysClr val="windowText" lastClr="000000"/>
                </a:solidFill>
                <a:effectLst/>
                <a:uLnTx/>
                <a:uFillTx/>
                <a:latin typeface="Arial"/>
                <a:cs typeface="Arial"/>
              </a:rPr>
              <a:t>Check</a:t>
            </a:r>
            <a:r>
              <a:rPr kumimoji="0" sz="1400" b="0" i="0" u="none" strike="noStrike" kern="0" cap="none" spc="25" normalizeH="0" baseline="0" noProof="0" dirty="0">
                <a:ln>
                  <a:noFill/>
                </a:ln>
                <a:solidFill>
                  <a:sysClr val="windowText" lastClr="000000"/>
                </a:solidFill>
                <a:effectLst/>
                <a:uLnTx/>
                <a:uFillTx/>
                <a:latin typeface="Arial"/>
                <a:cs typeface="Arial"/>
              </a:rPr>
              <a:t> </a:t>
            </a:r>
            <a:r>
              <a:rPr kumimoji="0" sz="1400" b="0" i="0" u="none" strike="noStrike" kern="0" cap="none" spc="-40" normalizeH="0" baseline="0" noProof="0" dirty="0">
                <a:ln>
                  <a:noFill/>
                </a:ln>
                <a:solidFill>
                  <a:sysClr val="windowText" lastClr="000000"/>
                </a:solidFill>
                <a:effectLst/>
                <a:uLnTx/>
                <a:uFillTx/>
                <a:latin typeface="Arial"/>
                <a:cs typeface="Arial"/>
              </a:rPr>
              <a:t>in</a:t>
            </a:r>
            <a:endParaRPr kumimoji="0" sz="1400" b="0" i="0" u="none" strike="noStrike" kern="0" cap="none" spc="0" normalizeH="0" baseline="0" noProof="0">
              <a:ln>
                <a:noFill/>
              </a:ln>
              <a:solidFill>
                <a:sysClr val="windowText" lastClr="000000"/>
              </a:solidFill>
              <a:effectLst/>
              <a:uLnTx/>
              <a:uFillTx/>
              <a:latin typeface="Arial"/>
              <a:cs typeface="Arial"/>
            </a:endParaRPr>
          </a:p>
        </p:txBody>
      </p:sp>
      <p:grpSp>
        <p:nvGrpSpPr>
          <p:cNvPr id="72" name="object 72"/>
          <p:cNvGrpSpPr/>
          <p:nvPr/>
        </p:nvGrpSpPr>
        <p:grpSpPr>
          <a:xfrm>
            <a:off x="988211" y="4910565"/>
            <a:ext cx="4015740" cy="929640"/>
            <a:chOff x="988211" y="4910565"/>
            <a:chExt cx="4015740" cy="929640"/>
          </a:xfrm>
        </p:grpSpPr>
        <p:sp>
          <p:nvSpPr>
            <p:cNvPr id="73" name="object 73"/>
            <p:cNvSpPr/>
            <p:nvPr/>
          </p:nvSpPr>
          <p:spPr>
            <a:xfrm>
              <a:off x="2196173" y="4962145"/>
              <a:ext cx="784860" cy="0"/>
            </a:xfrm>
            <a:custGeom>
              <a:avLst/>
              <a:gdLst/>
              <a:ahLst/>
              <a:cxnLst/>
              <a:rect l="l" t="t" r="r" b="b"/>
              <a:pathLst>
                <a:path w="784860">
                  <a:moveTo>
                    <a:pt x="0" y="0"/>
                  </a:moveTo>
                  <a:lnTo>
                    <a:pt x="784692" y="0"/>
                  </a:lnTo>
                </a:path>
              </a:pathLst>
            </a:custGeom>
            <a:ln w="31749">
              <a:solidFill>
                <a:srgbClr val="3E3E3E"/>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74" name="object 74"/>
            <p:cNvPicPr/>
            <p:nvPr/>
          </p:nvPicPr>
          <p:blipFill>
            <a:blip r:embed="rId2" cstate="print"/>
            <a:stretch>
              <a:fillRect/>
            </a:stretch>
          </p:blipFill>
          <p:spPr>
            <a:xfrm>
              <a:off x="2929286" y="4910565"/>
              <a:ext cx="129849" cy="103160"/>
            </a:xfrm>
            <a:prstGeom prst="rect">
              <a:avLst/>
            </a:prstGeom>
          </p:spPr>
        </p:pic>
        <p:sp>
          <p:nvSpPr>
            <p:cNvPr id="75" name="object 75"/>
            <p:cNvSpPr/>
            <p:nvPr/>
          </p:nvSpPr>
          <p:spPr>
            <a:xfrm>
              <a:off x="1097788" y="5244670"/>
              <a:ext cx="2069464" cy="0"/>
            </a:xfrm>
            <a:custGeom>
              <a:avLst/>
              <a:gdLst/>
              <a:ahLst/>
              <a:cxnLst/>
              <a:rect l="l" t="t" r="r" b="b"/>
              <a:pathLst>
                <a:path w="2069464">
                  <a:moveTo>
                    <a:pt x="2068899" y="0"/>
                  </a:moveTo>
                  <a:lnTo>
                    <a:pt x="0" y="0"/>
                  </a:lnTo>
                </a:path>
              </a:pathLst>
            </a:custGeom>
            <a:ln w="44449">
              <a:solidFill>
                <a:srgbClr val="3E3E3E"/>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76" name="object 76"/>
            <p:cNvPicPr/>
            <p:nvPr/>
          </p:nvPicPr>
          <p:blipFill>
            <a:blip r:embed="rId8" cstate="print"/>
            <a:stretch>
              <a:fillRect/>
            </a:stretch>
          </p:blipFill>
          <p:spPr>
            <a:xfrm>
              <a:off x="988211" y="5172458"/>
              <a:ext cx="181790" cy="144425"/>
            </a:xfrm>
            <a:prstGeom prst="rect">
              <a:avLst/>
            </a:prstGeom>
          </p:spPr>
        </p:pic>
        <p:sp>
          <p:nvSpPr>
            <p:cNvPr id="77" name="object 77"/>
            <p:cNvSpPr/>
            <p:nvPr/>
          </p:nvSpPr>
          <p:spPr>
            <a:xfrm>
              <a:off x="4653075" y="5019439"/>
              <a:ext cx="351155" cy="821055"/>
            </a:xfrm>
            <a:custGeom>
              <a:avLst/>
              <a:gdLst/>
              <a:ahLst/>
              <a:cxnLst/>
              <a:rect l="l" t="t" r="r" b="b"/>
              <a:pathLst>
                <a:path w="351154" h="821054">
                  <a:moveTo>
                    <a:pt x="350721" y="820435"/>
                  </a:moveTo>
                  <a:lnTo>
                    <a:pt x="0" y="820435"/>
                  </a:lnTo>
                  <a:lnTo>
                    <a:pt x="0" y="0"/>
                  </a:lnTo>
                  <a:lnTo>
                    <a:pt x="350721" y="0"/>
                  </a:lnTo>
                  <a:lnTo>
                    <a:pt x="350721" y="820435"/>
                  </a:lnTo>
                  <a:close/>
                </a:path>
              </a:pathLst>
            </a:custGeom>
            <a:solidFill>
              <a:srgbClr val="008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78" name="object 78"/>
          <p:cNvSpPr txBox="1"/>
          <p:nvPr/>
        </p:nvSpPr>
        <p:spPr>
          <a:xfrm>
            <a:off x="2325362" y="4561285"/>
            <a:ext cx="534035" cy="23939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400" b="0" i="0" u="none" strike="noStrike" kern="0" cap="none" spc="-60" normalizeH="0" baseline="0" noProof="0" dirty="0">
                <a:ln>
                  <a:noFill/>
                </a:ln>
                <a:solidFill>
                  <a:sysClr val="windowText" lastClr="000000"/>
                </a:solidFill>
                <a:effectLst/>
                <a:uLnTx/>
                <a:uFillTx/>
                <a:latin typeface="Arial"/>
                <a:cs typeface="Arial"/>
              </a:rPr>
              <a:t>Trigger</a:t>
            </a:r>
            <a:endParaRPr kumimoji="0" sz="1400" b="0" i="0" u="none" strike="noStrike" kern="0" cap="none" spc="0" normalizeH="0" baseline="0" noProof="0">
              <a:ln>
                <a:noFill/>
              </a:ln>
              <a:solidFill>
                <a:sysClr val="windowText" lastClr="000000"/>
              </a:solidFill>
              <a:effectLst/>
              <a:uLnTx/>
              <a:uFillTx/>
              <a:latin typeface="Arial"/>
              <a:cs typeface="Arial"/>
            </a:endParaRPr>
          </a:p>
        </p:txBody>
      </p:sp>
      <p:sp>
        <p:nvSpPr>
          <p:cNvPr id="79" name="object 79"/>
          <p:cNvSpPr txBox="1"/>
          <p:nvPr/>
        </p:nvSpPr>
        <p:spPr>
          <a:xfrm>
            <a:off x="3743091" y="5284106"/>
            <a:ext cx="597535" cy="266065"/>
          </a:xfrm>
          <a:prstGeom prst="rect">
            <a:avLst/>
          </a:prstGeom>
        </p:spPr>
        <p:txBody>
          <a:bodyPr vert="horz" wrap="square" lIns="0" tIns="15875" rIns="0" bIns="0" rtlCol="0">
            <a:spAutoFit/>
          </a:bodyPr>
          <a:lstStyle/>
          <a:p>
            <a:pPr marL="12700" marR="0" lvl="0" indent="0" defTabSz="914400" eaLnBrk="1" fontAlgn="auto" latinLnBrk="0" hangingPunct="1">
              <a:lnSpc>
                <a:spcPct val="100000"/>
              </a:lnSpc>
              <a:spcBef>
                <a:spcPts val="125"/>
              </a:spcBef>
              <a:spcAft>
                <a:spcPts val="0"/>
              </a:spcAft>
              <a:buClrTx/>
              <a:buSzTx/>
              <a:buFontTx/>
              <a:buNone/>
              <a:tabLst/>
              <a:defRPr/>
            </a:pPr>
            <a:r>
              <a:rPr kumimoji="0" sz="1550" b="0" i="0" u="none" strike="noStrike" kern="0" cap="none" spc="-60" normalizeH="0" baseline="0" noProof="0" dirty="0">
                <a:ln>
                  <a:noFill/>
                </a:ln>
                <a:solidFill>
                  <a:sysClr val="windowText" lastClr="000000"/>
                </a:solidFill>
                <a:effectLst/>
                <a:uLnTx/>
                <a:uFillTx/>
                <a:latin typeface="Arial"/>
                <a:cs typeface="Arial"/>
              </a:rPr>
              <a:t>Trigger</a:t>
            </a:r>
            <a:endParaRPr kumimoji="0" sz="1550" b="0" i="0" u="none" strike="noStrike" kern="0" cap="none" spc="0" normalizeH="0" baseline="0" noProof="0">
              <a:ln>
                <a:noFill/>
              </a:ln>
              <a:solidFill>
                <a:sysClr val="windowText" lastClr="000000"/>
              </a:solidFill>
              <a:effectLst/>
              <a:uLnTx/>
              <a:uFillTx/>
              <a:latin typeface="Arial"/>
              <a:cs typeface="Arial"/>
            </a:endParaRPr>
          </a:p>
        </p:txBody>
      </p:sp>
      <p:grpSp>
        <p:nvGrpSpPr>
          <p:cNvPr id="80" name="object 80"/>
          <p:cNvGrpSpPr/>
          <p:nvPr/>
        </p:nvGrpSpPr>
        <p:grpSpPr>
          <a:xfrm>
            <a:off x="978012" y="5205616"/>
            <a:ext cx="6293485" cy="924560"/>
            <a:chOff x="978012" y="5205616"/>
            <a:chExt cx="6293485" cy="924560"/>
          </a:xfrm>
        </p:grpSpPr>
        <p:sp>
          <p:nvSpPr>
            <p:cNvPr id="81" name="object 81"/>
            <p:cNvSpPr/>
            <p:nvPr/>
          </p:nvSpPr>
          <p:spPr>
            <a:xfrm>
              <a:off x="3588386" y="5257197"/>
              <a:ext cx="956310" cy="0"/>
            </a:xfrm>
            <a:custGeom>
              <a:avLst/>
              <a:gdLst/>
              <a:ahLst/>
              <a:cxnLst/>
              <a:rect l="l" t="t" r="r" b="b"/>
              <a:pathLst>
                <a:path w="956310">
                  <a:moveTo>
                    <a:pt x="0" y="0"/>
                  </a:moveTo>
                  <a:lnTo>
                    <a:pt x="955879" y="0"/>
                  </a:lnTo>
                </a:path>
              </a:pathLst>
            </a:custGeom>
            <a:ln w="31749">
              <a:solidFill>
                <a:srgbClr val="3E3E3E"/>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82" name="object 82"/>
            <p:cNvPicPr/>
            <p:nvPr/>
          </p:nvPicPr>
          <p:blipFill>
            <a:blip r:embed="rId6" cstate="print"/>
            <a:stretch>
              <a:fillRect/>
            </a:stretch>
          </p:blipFill>
          <p:spPr>
            <a:xfrm>
              <a:off x="4492685" y="5205616"/>
              <a:ext cx="129850" cy="103160"/>
            </a:xfrm>
            <a:prstGeom prst="rect">
              <a:avLst/>
            </a:prstGeom>
          </p:spPr>
        </p:pic>
        <p:sp>
          <p:nvSpPr>
            <p:cNvPr id="83" name="object 83"/>
            <p:cNvSpPr/>
            <p:nvPr/>
          </p:nvSpPr>
          <p:spPr>
            <a:xfrm>
              <a:off x="1087589" y="5640391"/>
              <a:ext cx="3549015" cy="4445"/>
            </a:xfrm>
            <a:custGeom>
              <a:avLst/>
              <a:gdLst/>
              <a:ahLst/>
              <a:cxnLst/>
              <a:rect l="l" t="t" r="r" b="b"/>
              <a:pathLst>
                <a:path w="3549015" h="4445">
                  <a:moveTo>
                    <a:pt x="3548786" y="0"/>
                  </a:moveTo>
                  <a:lnTo>
                    <a:pt x="0" y="3952"/>
                  </a:lnTo>
                </a:path>
              </a:pathLst>
            </a:custGeom>
            <a:ln w="44449">
              <a:solidFill>
                <a:srgbClr val="3E3E3E"/>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84" name="object 84"/>
            <p:cNvPicPr/>
            <p:nvPr/>
          </p:nvPicPr>
          <p:blipFill>
            <a:blip r:embed="rId9" cstate="print"/>
            <a:stretch>
              <a:fillRect/>
            </a:stretch>
          </p:blipFill>
          <p:spPr>
            <a:xfrm>
              <a:off x="978012" y="5572075"/>
              <a:ext cx="181845" cy="144425"/>
            </a:xfrm>
            <a:prstGeom prst="rect">
              <a:avLst/>
            </a:prstGeom>
          </p:spPr>
        </p:pic>
        <p:sp>
          <p:nvSpPr>
            <p:cNvPr id="85" name="object 85"/>
            <p:cNvSpPr/>
            <p:nvPr/>
          </p:nvSpPr>
          <p:spPr>
            <a:xfrm>
              <a:off x="5872238" y="5708129"/>
              <a:ext cx="1399540" cy="421640"/>
            </a:xfrm>
            <a:custGeom>
              <a:avLst/>
              <a:gdLst/>
              <a:ahLst/>
              <a:cxnLst/>
              <a:rect l="l" t="t" r="r" b="b"/>
              <a:pathLst>
                <a:path w="1399540" h="421639">
                  <a:moveTo>
                    <a:pt x="283921" y="0"/>
                  </a:moveTo>
                  <a:lnTo>
                    <a:pt x="0" y="0"/>
                  </a:lnTo>
                  <a:lnTo>
                    <a:pt x="0" y="325666"/>
                  </a:lnTo>
                  <a:lnTo>
                    <a:pt x="283921" y="325666"/>
                  </a:lnTo>
                  <a:lnTo>
                    <a:pt x="283921" y="0"/>
                  </a:lnTo>
                  <a:close/>
                </a:path>
                <a:path w="1399540" h="421639">
                  <a:moveTo>
                    <a:pt x="1399171" y="145884"/>
                  </a:moveTo>
                  <a:lnTo>
                    <a:pt x="1148664" y="145884"/>
                  </a:lnTo>
                  <a:lnTo>
                    <a:pt x="1148664" y="421462"/>
                  </a:lnTo>
                  <a:lnTo>
                    <a:pt x="1399171" y="421462"/>
                  </a:lnTo>
                  <a:lnTo>
                    <a:pt x="1399171" y="145884"/>
                  </a:lnTo>
                  <a:close/>
                </a:path>
              </a:pathLst>
            </a:custGeom>
            <a:solidFill>
              <a:srgbClr val="008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86" name="object 86"/>
          <p:cNvSpPr txBox="1"/>
          <p:nvPr/>
        </p:nvSpPr>
        <p:spPr>
          <a:xfrm>
            <a:off x="5001231" y="5496540"/>
            <a:ext cx="924560" cy="23939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400" b="0" i="0" u="none" strike="noStrike" kern="0" cap="none" spc="-45" normalizeH="0" baseline="0" noProof="0" dirty="0">
                <a:ln>
                  <a:noFill/>
                </a:ln>
                <a:solidFill>
                  <a:sysClr val="windowText" lastClr="000000"/>
                </a:solidFill>
                <a:effectLst/>
                <a:uLnTx/>
                <a:uFillTx/>
                <a:latin typeface="Arial"/>
                <a:cs typeface="Arial"/>
              </a:rPr>
              <a:t>Approbation</a:t>
            </a:r>
            <a:endParaRPr kumimoji="0" sz="1400" b="0" i="0" u="none" strike="noStrike" kern="0" cap="none" spc="0" normalizeH="0" baseline="0" noProof="0">
              <a:ln>
                <a:noFill/>
              </a:ln>
              <a:solidFill>
                <a:sysClr val="windowText" lastClr="000000"/>
              </a:solidFill>
              <a:effectLst/>
              <a:uLnTx/>
              <a:uFillTx/>
              <a:latin typeface="Arial"/>
              <a:cs typeface="Arial"/>
            </a:endParaRPr>
          </a:p>
        </p:txBody>
      </p:sp>
      <p:sp>
        <p:nvSpPr>
          <p:cNvPr id="87" name="object 87"/>
          <p:cNvSpPr txBox="1"/>
          <p:nvPr/>
        </p:nvSpPr>
        <p:spPr>
          <a:xfrm>
            <a:off x="6161022" y="5724324"/>
            <a:ext cx="924560" cy="23939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400" b="0" i="0" u="none" strike="noStrike" kern="0" cap="none" spc="-45" normalizeH="0" baseline="0" noProof="0" dirty="0">
                <a:ln>
                  <a:noFill/>
                </a:ln>
                <a:solidFill>
                  <a:sysClr val="windowText" lastClr="000000"/>
                </a:solidFill>
                <a:effectLst/>
                <a:uLnTx/>
                <a:uFillTx/>
                <a:latin typeface="Arial"/>
                <a:cs typeface="Arial"/>
              </a:rPr>
              <a:t>Approbation</a:t>
            </a:r>
            <a:endParaRPr kumimoji="0" sz="1400" b="0" i="0" u="none" strike="noStrike" kern="0" cap="none" spc="0" normalizeH="0" baseline="0" noProof="0">
              <a:ln>
                <a:noFill/>
              </a:ln>
              <a:solidFill>
                <a:sysClr val="windowText" lastClr="000000"/>
              </a:solidFill>
              <a:effectLst/>
              <a:uLnTx/>
              <a:uFillTx/>
              <a:latin typeface="Arial"/>
              <a:cs typeface="Arial"/>
            </a:endParaRPr>
          </a:p>
        </p:txBody>
      </p:sp>
      <p:grpSp>
        <p:nvGrpSpPr>
          <p:cNvPr id="88" name="object 88"/>
          <p:cNvGrpSpPr/>
          <p:nvPr/>
        </p:nvGrpSpPr>
        <p:grpSpPr>
          <a:xfrm>
            <a:off x="1007702" y="5684181"/>
            <a:ext cx="5981065" cy="374015"/>
            <a:chOff x="1007702" y="5684181"/>
            <a:chExt cx="5981065" cy="374015"/>
          </a:xfrm>
        </p:grpSpPr>
        <p:sp>
          <p:nvSpPr>
            <p:cNvPr id="89" name="object 89"/>
            <p:cNvSpPr/>
            <p:nvPr/>
          </p:nvSpPr>
          <p:spPr>
            <a:xfrm>
              <a:off x="4996373" y="5735220"/>
              <a:ext cx="758825" cy="11430"/>
            </a:xfrm>
            <a:custGeom>
              <a:avLst/>
              <a:gdLst/>
              <a:ahLst/>
              <a:cxnLst/>
              <a:rect l="l" t="t" r="r" b="b"/>
              <a:pathLst>
                <a:path w="758825" h="11429">
                  <a:moveTo>
                    <a:pt x="0" y="11407"/>
                  </a:moveTo>
                  <a:lnTo>
                    <a:pt x="758733" y="0"/>
                  </a:lnTo>
                </a:path>
              </a:pathLst>
            </a:custGeom>
            <a:ln w="31749">
              <a:solidFill>
                <a:srgbClr val="3E3E3E"/>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90" name="object 90"/>
            <p:cNvPicPr/>
            <p:nvPr/>
          </p:nvPicPr>
          <p:blipFill>
            <a:blip r:embed="rId10" cstate="print"/>
            <a:stretch>
              <a:fillRect/>
            </a:stretch>
          </p:blipFill>
          <p:spPr>
            <a:xfrm>
              <a:off x="5702994" y="5684181"/>
              <a:ext cx="130375" cy="103152"/>
            </a:xfrm>
            <a:prstGeom prst="rect">
              <a:avLst/>
            </a:prstGeom>
          </p:spPr>
        </p:pic>
        <p:sp>
          <p:nvSpPr>
            <p:cNvPr id="91" name="object 91"/>
            <p:cNvSpPr/>
            <p:nvPr/>
          </p:nvSpPr>
          <p:spPr>
            <a:xfrm>
              <a:off x="6150595" y="5976730"/>
              <a:ext cx="760095" cy="0"/>
            </a:xfrm>
            <a:custGeom>
              <a:avLst/>
              <a:gdLst/>
              <a:ahLst/>
              <a:cxnLst/>
              <a:rect l="l" t="t" r="r" b="b"/>
              <a:pathLst>
                <a:path w="760095">
                  <a:moveTo>
                    <a:pt x="0" y="0"/>
                  </a:moveTo>
                  <a:lnTo>
                    <a:pt x="759641" y="0"/>
                  </a:lnTo>
                </a:path>
              </a:pathLst>
            </a:custGeom>
            <a:ln w="31749">
              <a:solidFill>
                <a:srgbClr val="3E3E3E"/>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92" name="object 92"/>
            <p:cNvPicPr/>
            <p:nvPr/>
          </p:nvPicPr>
          <p:blipFill>
            <a:blip r:embed="rId2" cstate="print"/>
            <a:stretch>
              <a:fillRect/>
            </a:stretch>
          </p:blipFill>
          <p:spPr>
            <a:xfrm>
              <a:off x="6858657" y="5925150"/>
              <a:ext cx="129849" cy="103160"/>
            </a:xfrm>
            <a:prstGeom prst="rect">
              <a:avLst/>
            </a:prstGeom>
          </p:spPr>
        </p:pic>
        <p:sp>
          <p:nvSpPr>
            <p:cNvPr id="93" name="object 93"/>
            <p:cNvSpPr/>
            <p:nvPr/>
          </p:nvSpPr>
          <p:spPr>
            <a:xfrm>
              <a:off x="1117280" y="5976730"/>
              <a:ext cx="4734560" cy="9525"/>
            </a:xfrm>
            <a:custGeom>
              <a:avLst/>
              <a:gdLst/>
              <a:ahLst/>
              <a:cxnLst/>
              <a:rect l="l" t="t" r="r" b="b"/>
              <a:pathLst>
                <a:path w="4734560" h="9525">
                  <a:moveTo>
                    <a:pt x="4734552" y="0"/>
                  </a:moveTo>
                  <a:lnTo>
                    <a:pt x="0" y="8937"/>
                  </a:lnTo>
                </a:path>
              </a:pathLst>
            </a:custGeom>
            <a:ln w="44449">
              <a:solidFill>
                <a:srgbClr val="3E3E3E"/>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94" name="object 94"/>
            <p:cNvPicPr/>
            <p:nvPr/>
          </p:nvPicPr>
          <p:blipFill>
            <a:blip r:embed="rId11" cstate="print"/>
            <a:stretch>
              <a:fillRect/>
            </a:stretch>
          </p:blipFill>
          <p:spPr>
            <a:xfrm>
              <a:off x="1007702" y="5913361"/>
              <a:ext cx="181884" cy="144425"/>
            </a:xfrm>
            <a:prstGeom prst="rect">
              <a:avLst/>
            </a:prstGeom>
          </p:spPr>
        </p:pic>
      </p:grpSp>
      <p:sp>
        <p:nvSpPr>
          <p:cNvPr id="95" name="object 95"/>
          <p:cNvSpPr txBox="1"/>
          <p:nvPr/>
        </p:nvSpPr>
        <p:spPr>
          <a:xfrm>
            <a:off x="5774609" y="6389631"/>
            <a:ext cx="2032000" cy="746760"/>
          </a:xfrm>
          <a:prstGeom prst="rect">
            <a:avLst/>
          </a:prstGeom>
        </p:spPr>
        <p:txBody>
          <a:bodyPr vert="horz" wrap="square" lIns="0" tIns="8890" rIns="0" bIns="0" rtlCol="0">
            <a:spAutoFit/>
          </a:bodyPr>
          <a:lstStyle/>
          <a:p>
            <a:pPr marL="12700" marR="5080" lvl="0" indent="0" algn="ctr" defTabSz="914400" eaLnBrk="1" fontAlgn="auto" latinLnBrk="0" hangingPunct="1">
              <a:lnSpc>
                <a:spcPct val="103299"/>
              </a:lnSpc>
              <a:spcBef>
                <a:spcPts val="70"/>
              </a:spcBef>
              <a:spcAft>
                <a:spcPts val="0"/>
              </a:spcAft>
              <a:buClrTx/>
              <a:buSzTx/>
              <a:buFontTx/>
              <a:buNone/>
              <a:tabLst/>
              <a:defRPr/>
            </a:pPr>
            <a:r>
              <a:rPr kumimoji="0" sz="1150" b="0" i="0" u="none" strike="noStrike" kern="0" cap="none" spc="105" normalizeH="0" baseline="0" noProof="0" dirty="0">
                <a:ln>
                  <a:noFill/>
                </a:ln>
                <a:solidFill>
                  <a:srgbClr val="464646"/>
                </a:solidFill>
                <a:effectLst/>
                <a:uLnTx/>
                <a:uFillTx/>
                <a:latin typeface="Calibri"/>
                <a:cs typeface="Calibri"/>
              </a:rPr>
              <a:t>Source</a:t>
            </a:r>
            <a:r>
              <a:rPr kumimoji="0" sz="1150" b="0" i="0" u="none" strike="noStrike" kern="0" cap="none" spc="10" normalizeH="0" baseline="0" noProof="0" dirty="0">
                <a:ln>
                  <a:noFill/>
                </a:ln>
                <a:solidFill>
                  <a:srgbClr val="464646"/>
                </a:solidFill>
                <a:effectLst/>
                <a:uLnTx/>
                <a:uFillTx/>
                <a:latin typeface="Calibri"/>
                <a:cs typeface="Calibri"/>
              </a:rPr>
              <a:t> </a:t>
            </a:r>
            <a:r>
              <a:rPr kumimoji="0" sz="1150" b="0" i="0" u="none" strike="noStrike" kern="0" cap="none" spc="-70" normalizeH="0" baseline="0" noProof="0" dirty="0">
                <a:ln>
                  <a:noFill/>
                </a:ln>
                <a:solidFill>
                  <a:srgbClr val="464646"/>
                </a:solidFill>
                <a:effectLst/>
                <a:uLnTx/>
                <a:uFillTx/>
                <a:latin typeface="Calibri"/>
                <a:cs typeface="Calibri"/>
              </a:rPr>
              <a:t>:</a:t>
            </a:r>
            <a:r>
              <a:rPr kumimoji="0" sz="1150" b="0" i="0" u="none" strike="noStrike" kern="0" cap="none" spc="5" normalizeH="0" baseline="0" noProof="0" dirty="0">
                <a:ln>
                  <a:noFill/>
                </a:ln>
                <a:solidFill>
                  <a:srgbClr val="464646"/>
                </a:solidFill>
                <a:effectLst/>
                <a:uLnTx/>
                <a:uFillTx/>
                <a:latin typeface="Calibri"/>
                <a:cs typeface="Calibri"/>
              </a:rPr>
              <a:t> </a:t>
            </a:r>
            <a:r>
              <a:rPr kumimoji="0" sz="1150" b="0" i="1" u="none" strike="noStrike" kern="0" cap="none" spc="95" normalizeH="0" baseline="0" noProof="0" dirty="0">
                <a:ln>
                  <a:noFill/>
                </a:ln>
                <a:solidFill>
                  <a:srgbClr val="464646"/>
                </a:solidFill>
                <a:effectLst/>
                <a:uLnTx/>
                <a:uFillTx/>
                <a:latin typeface="Calibri"/>
                <a:cs typeface="Calibri"/>
              </a:rPr>
              <a:t>Continuous</a:t>
            </a:r>
            <a:r>
              <a:rPr kumimoji="0" sz="1150" b="0" i="1" u="none" strike="noStrike" kern="0" cap="none" spc="15" normalizeH="0" baseline="0" noProof="0" dirty="0">
                <a:ln>
                  <a:noFill/>
                </a:ln>
                <a:solidFill>
                  <a:srgbClr val="464646"/>
                </a:solidFill>
                <a:effectLst/>
                <a:uLnTx/>
                <a:uFillTx/>
                <a:latin typeface="Calibri"/>
                <a:cs typeface="Calibri"/>
              </a:rPr>
              <a:t> </a:t>
            </a:r>
            <a:r>
              <a:rPr kumimoji="0" sz="1150" b="0" i="1" u="none" strike="noStrike" kern="0" cap="none" spc="55" normalizeH="0" baseline="0" noProof="0" dirty="0">
                <a:ln>
                  <a:noFill/>
                </a:ln>
                <a:solidFill>
                  <a:srgbClr val="464646"/>
                </a:solidFill>
                <a:effectLst/>
                <a:uLnTx/>
                <a:uFillTx/>
                <a:latin typeface="Calibri"/>
                <a:cs typeface="Calibri"/>
              </a:rPr>
              <a:t>Delivery: </a:t>
            </a:r>
            <a:r>
              <a:rPr kumimoji="0" sz="1150" b="0" i="1" u="none" strike="noStrike" kern="0" cap="none" spc="75" normalizeH="0" baseline="0" noProof="0" dirty="0">
                <a:ln>
                  <a:noFill/>
                </a:ln>
                <a:solidFill>
                  <a:srgbClr val="464646"/>
                </a:solidFill>
                <a:effectLst/>
                <a:uLnTx/>
                <a:uFillTx/>
                <a:latin typeface="Calibri"/>
                <a:cs typeface="Calibri"/>
              </a:rPr>
              <a:t>Reliable</a:t>
            </a:r>
            <a:r>
              <a:rPr kumimoji="0" sz="1150" b="0" i="1" u="none" strike="noStrike" kern="0" cap="none" spc="-10" normalizeH="0" baseline="0" noProof="0" dirty="0">
                <a:ln>
                  <a:noFill/>
                </a:ln>
                <a:solidFill>
                  <a:srgbClr val="464646"/>
                </a:solidFill>
                <a:effectLst/>
                <a:uLnTx/>
                <a:uFillTx/>
                <a:latin typeface="Calibri"/>
                <a:cs typeface="Calibri"/>
              </a:rPr>
              <a:t> </a:t>
            </a:r>
            <a:r>
              <a:rPr kumimoji="0" sz="1150" b="0" i="1" u="none" strike="noStrike" kern="0" cap="none" spc="95" normalizeH="0" baseline="0" noProof="0" dirty="0">
                <a:ln>
                  <a:noFill/>
                </a:ln>
                <a:solidFill>
                  <a:srgbClr val="464646"/>
                </a:solidFill>
                <a:effectLst/>
                <a:uLnTx/>
                <a:uFillTx/>
                <a:latin typeface="Calibri"/>
                <a:cs typeface="Calibri"/>
              </a:rPr>
              <a:t>Software</a:t>
            </a:r>
            <a:r>
              <a:rPr kumimoji="0" sz="1150" b="0" i="1" u="none" strike="noStrike" kern="0" cap="none" spc="-5" normalizeH="0" baseline="0" noProof="0" dirty="0">
                <a:ln>
                  <a:noFill/>
                </a:ln>
                <a:solidFill>
                  <a:srgbClr val="464646"/>
                </a:solidFill>
                <a:effectLst/>
                <a:uLnTx/>
                <a:uFillTx/>
                <a:latin typeface="Calibri"/>
                <a:cs typeface="Calibri"/>
              </a:rPr>
              <a:t> </a:t>
            </a:r>
            <a:r>
              <a:rPr kumimoji="0" sz="1150" b="0" i="1" u="none" strike="noStrike" kern="0" cap="none" spc="100" normalizeH="0" baseline="0" noProof="0" dirty="0">
                <a:ln>
                  <a:noFill/>
                </a:ln>
                <a:solidFill>
                  <a:srgbClr val="464646"/>
                </a:solidFill>
                <a:effectLst/>
                <a:uLnTx/>
                <a:uFillTx/>
                <a:latin typeface="Calibri"/>
                <a:cs typeface="Calibri"/>
              </a:rPr>
              <a:t>Releases </a:t>
            </a:r>
            <a:r>
              <a:rPr kumimoji="0" sz="1150" b="0" i="1" u="none" strike="noStrike" kern="0" cap="none" spc="80" normalizeH="0" baseline="0" noProof="0" dirty="0">
                <a:ln>
                  <a:noFill/>
                </a:ln>
                <a:solidFill>
                  <a:srgbClr val="464646"/>
                </a:solidFill>
                <a:effectLst/>
                <a:uLnTx/>
                <a:uFillTx/>
                <a:latin typeface="Calibri"/>
                <a:cs typeface="Calibri"/>
              </a:rPr>
              <a:t>through</a:t>
            </a:r>
            <a:r>
              <a:rPr kumimoji="0" sz="1150" b="0" i="1" u="none" strike="noStrike" kern="0" cap="none" spc="5" normalizeH="0" baseline="0" noProof="0" dirty="0">
                <a:ln>
                  <a:noFill/>
                </a:ln>
                <a:solidFill>
                  <a:srgbClr val="464646"/>
                </a:solidFill>
                <a:effectLst/>
                <a:uLnTx/>
                <a:uFillTx/>
                <a:latin typeface="Calibri"/>
                <a:cs typeface="Calibri"/>
              </a:rPr>
              <a:t> </a:t>
            </a:r>
            <a:r>
              <a:rPr kumimoji="0" sz="1150" b="0" i="1" u="none" strike="noStrike" kern="0" cap="none" spc="60" normalizeH="0" baseline="0" noProof="0" dirty="0">
                <a:ln>
                  <a:noFill/>
                </a:ln>
                <a:solidFill>
                  <a:srgbClr val="464646"/>
                </a:solidFill>
                <a:effectLst/>
                <a:uLnTx/>
                <a:uFillTx/>
                <a:latin typeface="Calibri"/>
                <a:cs typeface="Calibri"/>
              </a:rPr>
              <a:t>Build,</a:t>
            </a:r>
            <a:r>
              <a:rPr kumimoji="0" sz="1150" b="0" i="1" u="none" strike="noStrike" kern="0" cap="none" spc="10" normalizeH="0" baseline="0" noProof="0" dirty="0">
                <a:ln>
                  <a:noFill/>
                </a:ln>
                <a:solidFill>
                  <a:srgbClr val="464646"/>
                </a:solidFill>
                <a:effectLst/>
                <a:uLnTx/>
                <a:uFillTx/>
                <a:latin typeface="Calibri"/>
                <a:cs typeface="Calibri"/>
              </a:rPr>
              <a:t> </a:t>
            </a:r>
            <a:r>
              <a:rPr kumimoji="0" sz="1150" b="0" i="1" u="none" strike="noStrike" kern="0" cap="none" spc="65" normalizeH="0" baseline="0" noProof="0" dirty="0">
                <a:ln>
                  <a:noFill/>
                </a:ln>
                <a:solidFill>
                  <a:srgbClr val="464646"/>
                </a:solidFill>
                <a:effectLst/>
                <a:uLnTx/>
                <a:uFillTx/>
                <a:latin typeface="Calibri"/>
                <a:cs typeface="Calibri"/>
              </a:rPr>
              <a:t>Test,</a:t>
            </a:r>
            <a:r>
              <a:rPr kumimoji="0" sz="1150" b="0" i="1" u="none" strike="noStrike" kern="0" cap="none" spc="5" normalizeH="0" baseline="0" noProof="0" dirty="0">
                <a:ln>
                  <a:noFill/>
                </a:ln>
                <a:solidFill>
                  <a:srgbClr val="464646"/>
                </a:solidFill>
                <a:effectLst/>
                <a:uLnTx/>
                <a:uFillTx/>
                <a:latin typeface="Calibri"/>
                <a:cs typeface="Calibri"/>
              </a:rPr>
              <a:t> </a:t>
            </a:r>
            <a:r>
              <a:rPr kumimoji="0" sz="1150" b="0" i="1" u="none" strike="noStrike" kern="0" cap="none" spc="55" normalizeH="0" baseline="0" noProof="0" dirty="0">
                <a:ln>
                  <a:noFill/>
                </a:ln>
                <a:solidFill>
                  <a:srgbClr val="464646"/>
                </a:solidFill>
                <a:effectLst/>
                <a:uLnTx/>
                <a:uFillTx/>
                <a:latin typeface="Calibri"/>
                <a:cs typeface="Calibri"/>
              </a:rPr>
              <a:t>and </a:t>
            </a:r>
            <a:r>
              <a:rPr kumimoji="0" sz="1150" b="0" i="1" u="none" strike="noStrike" kern="0" cap="none" spc="95" normalizeH="0" baseline="0" noProof="0" dirty="0">
                <a:ln>
                  <a:noFill/>
                </a:ln>
                <a:solidFill>
                  <a:srgbClr val="464646"/>
                </a:solidFill>
                <a:effectLst/>
                <a:uLnTx/>
                <a:uFillTx/>
                <a:latin typeface="Calibri"/>
                <a:cs typeface="Calibri"/>
              </a:rPr>
              <a:t>Deployment</a:t>
            </a:r>
            <a:r>
              <a:rPr kumimoji="0" sz="1150" b="0" i="1" u="none" strike="noStrike" kern="0" cap="none" spc="0" normalizeH="0" baseline="0" noProof="0" dirty="0">
                <a:ln>
                  <a:noFill/>
                </a:ln>
                <a:solidFill>
                  <a:srgbClr val="464646"/>
                </a:solidFill>
                <a:effectLst/>
                <a:uLnTx/>
                <a:uFillTx/>
                <a:latin typeface="Calibri"/>
                <a:cs typeface="Calibri"/>
              </a:rPr>
              <a:t> </a:t>
            </a:r>
            <a:r>
              <a:rPr kumimoji="0" sz="1150" b="0" i="1" u="none" strike="noStrike" kern="0" cap="none" spc="75" normalizeH="0" baseline="0" noProof="0" dirty="0">
                <a:ln>
                  <a:noFill/>
                </a:ln>
                <a:solidFill>
                  <a:srgbClr val="464646"/>
                </a:solidFill>
                <a:effectLst/>
                <a:uLnTx/>
                <a:uFillTx/>
                <a:latin typeface="Calibri"/>
                <a:cs typeface="Calibri"/>
              </a:rPr>
              <a:t>Automation</a:t>
            </a:r>
            <a:endParaRPr kumimoji="0" sz="1150" b="0" i="0" u="none" strike="noStrike" kern="0" cap="none" spc="0" normalizeH="0" baseline="0" noProof="0">
              <a:ln>
                <a:noFill/>
              </a:ln>
              <a:solidFill>
                <a:sysClr val="windowText" lastClr="000000"/>
              </a:solidFill>
              <a:effectLst/>
              <a:uLnTx/>
              <a:uFillTx/>
              <a:latin typeface="Calibri"/>
              <a:cs typeface="Calibri"/>
            </a:endParaRPr>
          </a:p>
        </p:txBody>
      </p:sp>
      <p:sp>
        <p:nvSpPr>
          <p:cNvPr id="100" name="object 100"/>
          <p:cNvSpPr txBox="1">
            <a:spLocks noGrp="1"/>
          </p:cNvSpPr>
          <p:nvPr>
            <p:ph type="sldNum" sz="quarter" idx="7"/>
          </p:nvPr>
        </p:nvSpPr>
        <p:spPr>
          <a:prstGeom prst="rect">
            <a:avLst/>
          </a:prstGeom>
        </p:spPr>
        <p:txBody>
          <a:bodyPr vert="horz" wrap="square" lIns="0" tIns="8255" rIns="0" bIns="0" rtlCol="0">
            <a:spAutoFit/>
          </a:bodyPr>
          <a:lstStyle/>
          <a:p>
            <a:pPr marL="38100" marR="0" lvl="0" indent="0" defTabSz="914400" eaLnBrk="1" fontAlgn="auto" latinLnBrk="0" hangingPunct="1">
              <a:lnSpc>
                <a:spcPct val="100000"/>
              </a:lnSpc>
              <a:spcBef>
                <a:spcPts val="65"/>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prstClr val="white"/>
                </a:solidFill>
                <a:effectLst/>
                <a:uLnTx/>
                <a:uFillTx/>
                <a:latin typeface="Calibri"/>
                <a:cs typeface="Calibri"/>
              </a:rPr>
              <a:pPr marL="38100" marR="0" lvl="0" indent="0" defTabSz="914400" eaLnBrk="1" fontAlgn="auto" latinLnBrk="0" hangingPunct="1">
                <a:lnSpc>
                  <a:spcPct val="100000"/>
                </a:lnSpc>
                <a:spcBef>
                  <a:spcPts val="65"/>
                </a:spcBef>
                <a:spcAft>
                  <a:spcPts val="0"/>
                </a:spcAft>
                <a:buClrTx/>
                <a:buSzTx/>
                <a:buFontTx/>
                <a:buNone/>
                <a:tabLst/>
                <a:defRPr/>
              </a:pPr>
              <a:t>20</a:t>
            </a:fld>
            <a:endParaRPr kumimoji="0" sz="1200" b="0" i="0" u="none" strike="noStrike" kern="0" cap="none" spc="-25" normalizeH="0" baseline="0" noProof="0" dirty="0">
              <a:ln>
                <a:noFill/>
              </a:ln>
              <a:solidFill>
                <a:prstClr val="white"/>
              </a:solidFill>
              <a:effectLst/>
              <a:uLnTx/>
              <a:uFillTx/>
              <a:latin typeface="Calibri"/>
              <a:cs typeface="Calibri"/>
            </a:endParaRPr>
          </a:p>
        </p:txBody>
      </p:sp>
      <p:sp>
        <p:nvSpPr>
          <p:cNvPr id="96" name="object 96"/>
          <p:cNvSpPr txBox="1"/>
          <p:nvPr/>
        </p:nvSpPr>
        <p:spPr>
          <a:xfrm>
            <a:off x="7998567" y="1692293"/>
            <a:ext cx="2572385" cy="4848225"/>
          </a:xfrm>
          <a:prstGeom prst="rect">
            <a:avLst/>
          </a:prstGeom>
          <a:solidFill>
            <a:srgbClr val="D8D8D8"/>
          </a:solidFill>
        </p:spPr>
        <p:txBody>
          <a:bodyPr vert="horz" wrap="square" lIns="0" tIns="48260" rIns="0" bIns="0" rtlCol="0">
            <a:spAutoFit/>
          </a:bodyPr>
          <a:lstStyle/>
          <a:p>
            <a:pPr marL="115570" marR="109220" lvl="0" indent="-635" algn="ctr" defTabSz="914400" eaLnBrk="1" fontAlgn="auto" latinLnBrk="0" hangingPunct="1">
              <a:lnSpc>
                <a:spcPts val="2630"/>
              </a:lnSpc>
              <a:spcBef>
                <a:spcPts val="380"/>
              </a:spcBef>
              <a:spcAft>
                <a:spcPts val="0"/>
              </a:spcAft>
              <a:buClrTx/>
              <a:buSzTx/>
              <a:buFontTx/>
              <a:buNone/>
              <a:tabLst/>
              <a:defRPr/>
            </a:pPr>
            <a:r>
              <a:rPr kumimoji="0" sz="2200" b="0" i="0" u="none" strike="noStrike" kern="0" cap="none" spc="0" normalizeH="0" baseline="0" noProof="0" dirty="0">
                <a:ln>
                  <a:noFill/>
                </a:ln>
                <a:solidFill>
                  <a:srgbClr val="3E3E3E"/>
                </a:solidFill>
                <a:effectLst/>
                <a:uLnTx/>
                <a:uFillTx/>
                <a:latin typeface="Calibri"/>
                <a:cs typeface="Calibri"/>
              </a:rPr>
              <a:t>Le</a:t>
            </a:r>
            <a:r>
              <a:rPr kumimoji="0" sz="2200" b="0" i="0" u="none" strike="noStrike" kern="0" cap="none" spc="-40" normalizeH="0" baseline="0" noProof="0" dirty="0">
                <a:ln>
                  <a:noFill/>
                </a:ln>
                <a:solidFill>
                  <a:srgbClr val="3E3E3E"/>
                </a:solidFill>
                <a:effectLst/>
                <a:uLnTx/>
                <a:uFillTx/>
                <a:latin typeface="Calibri"/>
                <a:cs typeface="Calibri"/>
              </a:rPr>
              <a:t> </a:t>
            </a:r>
            <a:r>
              <a:rPr kumimoji="0" sz="2200" b="0" i="0" u="none" strike="noStrike" kern="0" cap="none" spc="0" normalizeH="0" baseline="0" noProof="0" dirty="0">
                <a:ln>
                  <a:noFill/>
                </a:ln>
                <a:solidFill>
                  <a:srgbClr val="3E3E3E"/>
                </a:solidFill>
                <a:effectLst/>
                <a:uLnTx/>
                <a:uFillTx/>
                <a:latin typeface="Calibri"/>
                <a:cs typeface="Calibri"/>
              </a:rPr>
              <a:t>pipeline</a:t>
            </a:r>
            <a:r>
              <a:rPr kumimoji="0" sz="2200" b="0" i="0" u="none" strike="noStrike" kern="0" cap="none" spc="-35" normalizeH="0" baseline="0" noProof="0" dirty="0">
                <a:ln>
                  <a:noFill/>
                </a:ln>
                <a:solidFill>
                  <a:srgbClr val="3E3E3E"/>
                </a:solidFill>
                <a:effectLst/>
                <a:uLnTx/>
                <a:uFillTx/>
                <a:latin typeface="Calibri"/>
                <a:cs typeface="Calibri"/>
              </a:rPr>
              <a:t> </a:t>
            </a:r>
            <a:r>
              <a:rPr kumimoji="0" sz="2200" b="0" i="0" u="none" strike="noStrike" kern="0" cap="none" spc="-25" normalizeH="0" baseline="0" noProof="0" dirty="0">
                <a:ln>
                  <a:noFill/>
                </a:ln>
                <a:solidFill>
                  <a:srgbClr val="3E3E3E"/>
                </a:solidFill>
                <a:effectLst/>
                <a:uLnTx/>
                <a:uFillTx/>
                <a:latin typeface="Calibri"/>
                <a:cs typeface="Calibri"/>
              </a:rPr>
              <a:t>de </a:t>
            </a:r>
            <a:r>
              <a:rPr kumimoji="0" sz="2200" b="0" i="0" u="none" strike="noStrike" kern="0" cap="none" spc="0" normalizeH="0" baseline="0" noProof="0" dirty="0">
                <a:ln>
                  <a:noFill/>
                </a:ln>
                <a:solidFill>
                  <a:srgbClr val="3E3E3E"/>
                </a:solidFill>
                <a:effectLst/>
                <a:uLnTx/>
                <a:uFillTx/>
                <a:latin typeface="Calibri"/>
                <a:cs typeface="Calibri"/>
              </a:rPr>
              <a:t>déploiement</a:t>
            </a:r>
            <a:r>
              <a:rPr kumimoji="0" sz="2200" b="0" i="0" u="none" strike="noStrike" kern="0" cap="none" spc="-75" normalizeH="0" baseline="0" noProof="0" dirty="0">
                <a:ln>
                  <a:noFill/>
                </a:ln>
                <a:solidFill>
                  <a:srgbClr val="3E3E3E"/>
                </a:solidFill>
                <a:effectLst/>
                <a:uLnTx/>
                <a:uFillTx/>
                <a:latin typeface="Calibri"/>
                <a:cs typeface="Calibri"/>
              </a:rPr>
              <a:t> </a:t>
            </a:r>
            <a:r>
              <a:rPr kumimoji="0" sz="2200" b="0" i="0" u="none" strike="noStrike" kern="0" cap="none" spc="0" normalizeH="0" baseline="0" noProof="0" dirty="0">
                <a:ln>
                  <a:noFill/>
                </a:ln>
                <a:solidFill>
                  <a:srgbClr val="3E3E3E"/>
                </a:solidFill>
                <a:effectLst/>
                <a:uLnTx/>
                <a:uFillTx/>
                <a:latin typeface="Calibri"/>
                <a:cs typeface="Calibri"/>
              </a:rPr>
              <a:t>est</a:t>
            </a:r>
            <a:r>
              <a:rPr kumimoji="0" sz="2200" b="0" i="0" u="none" strike="noStrike" kern="0" cap="none" spc="-70" normalizeH="0" baseline="0" noProof="0" dirty="0">
                <a:ln>
                  <a:noFill/>
                </a:ln>
                <a:solidFill>
                  <a:srgbClr val="3E3E3E"/>
                </a:solidFill>
                <a:effectLst/>
                <a:uLnTx/>
                <a:uFillTx/>
                <a:latin typeface="Calibri"/>
                <a:cs typeface="Calibri"/>
              </a:rPr>
              <a:t> </a:t>
            </a:r>
            <a:r>
              <a:rPr kumimoji="0" sz="2200" b="0" i="0" u="none" strike="noStrike" kern="0" cap="none" spc="-25" normalizeH="0" baseline="0" noProof="0" dirty="0">
                <a:ln>
                  <a:noFill/>
                </a:ln>
                <a:solidFill>
                  <a:srgbClr val="3E3E3E"/>
                </a:solidFill>
                <a:effectLst/>
                <a:uLnTx/>
                <a:uFillTx/>
                <a:latin typeface="Calibri"/>
                <a:cs typeface="Calibri"/>
              </a:rPr>
              <a:t>un </a:t>
            </a:r>
            <a:r>
              <a:rPr kumimoji="0" sz="2200" b="0" i="0" u="none" strike="noStrike" kern="0" cap="none" spc="-10" normalizeH="0" baseline="0" noProof="0" dirty="0">
                <a:ln>
                  <a:noFill/>
                </a:ln>
                <a:solidFill>
                  <a:srgbClr val="3E3E3E"/>
                </a:solidFill>
                <a:effectLst/>
                <a:uLnTx/>
                <a:uFillTx/>
                <a:latin typeface="Calibri"/>
                <a:cs typeface="Calibri"/>
              </a:rPr>
              <a:t>processus automatisé </a:t>
            </a:r>
            <a:r>
              <a:rPr kumimoji="0" sz="2200" b="0" i="0" u="none" strike="noStrike" kern="0" cap="none" spc="-20" normalizeH="0" baseline="0" noProof="0" dirty="0">
                <a:ln>
                  <a:noFill/>
                </a:ln>
                <a:solidFill>
                  <a:srgbClr val="3E3E3E"/>
                </a:solidFill>
                <a:effectLst/>
                <a:uLnTx/>
                <a:uFillTx/>
                <a:latin typeface="Calibri"/>
                <a:cs typeface="Calibri"/>
              </a:rPr>
              <a:t>permettant</a:t>
            </a:r>
            <a:r>
              <a:rPr kumimoji="0" sz="2200" b="0" i="0" u="none" strike="noStrike" kern="0" cap="none" spc="-15" normalizeH="0" baseline="0" noProof="0" dirty="0">
                <a:ln>
                  <a:noFill/>
                </a:ln>
                <a:solidFill>
                  <a:srgbClr val="3E3E3E"/>
                </a:solidFill>
                <a:effectLst/>
                <a:uLnTx/>
                <a:uFillTx/>
                <a:latin typeface="Calibri"/>
                <a:cs typeface="Calibri"/>
              </a:rPr>
              <a:t> </a:t>
            </a:r>
            <a:r>
              <a:rPr kumimoji="0" sz="2200" b="0" i="0" u="none" strike="noStrike" kern="0" cap="none" spc="0" normalizeH="0" baseline="0" noProof="0" dirty="0">
                <a:ln>
                  <a:noFill/>
                </a:ln>
                <a:solidFill>
                  <a:srgbClr val="3E3E3E"/>
                </a:solidFill>
                <a:effectLst/>
                <a:uLnTx/>
                <a:uFillTx/>
                <a:latin typeface="Calibri"/>
                <a:cs typeface="Calibri"/>
              </a:rPr>
              <a:t>de</a:t>
            </a:r>
            <a:r>
              <a:rPr kumimoji="0" sz="2200" b="0" i="0" u="none" strike="noStrike" kern="0" cap="none" spc="-15" normalizeH="0" baseline="0" noProof="0" dirty="0">
                <a:ln>
                  <a:noFill/>
                </a:ln>
                <a:solidFill>
                  <a:srgbClr val="3E3E3E"/>
                </a:solidFill>
                <a:effectLst/>
                <a:uLnTx/>
                <a:uFillTx/>
                <a:latin typeface="Calibri"/>
                <a:cs typeface="Calibri"/>
              </a:rPr>
              <a:t> </a:t>
            </a:r>
            <a:r>
              <a:rPr kumimoji="0" sz="2200" b="0" i="0" u="none" strike="noStrike" kern="0" cap="none" spc="-20" normalizeH="0" baseline="0" noProof="0" dirty="0">
                <a:ln>
                  <a:noFill/>
                </a:ln>
                <a:solidFill>
                  <a:srgbClr val="3E3E3E"/>
                </a:solidFill>
                <a:effectLst/>
                <a:uLnTx/>
                <a:uFillTx/>
                <a:latin typeface="Calibri"/>
                <a:cs typeface="Calibri"/>
              </a:rPr>
              <a:t>gérer </a:t>
            </a:r>
            <a:r>
              <a:rPr kumimoji="0" sz="2200" b="0" i="0" u="none" strike="noStrike" kern="0" cap="none" spc="0" normalizeH="0" baseline="0" noProof="0" dirty="0">
                <a:ln>
                  <a:noFill/>
                </a:ln>
                <a:solidFill>
                  <a:srgbClr val="3E3E3E"/>
                </a:solidFill>
                <a:effectLst/>
                <a:uLnTx/>
                <a:uFillTx/>
                <a:latin typeface="Calibri"/>
                <a:cs typeface="Calibri"/>
              </a:rPr>
              <a:t>tous</a:t>
            </a:r>
            <a:r>
              <a:rPr kumimoji="0" sz="2200" b="0" i="0" u="none" strike="noStrike" kern="0" cap="none" spc="-50" normalizeH="0" baseline="0" noProof="0" dirty="0">
                <a:ln>
                  <a:noFill/>
                </a:ln>
                <a:solidFill>
                  <a:srgbClr val="3E3E3E"/>
                </a:solidFill>
                <a:effectLst/>
                <a:uLnTx/>
                <a:uFillTx/>
                <a:latin typeface="Calibri"/>
                <a:cs typeface="Calibri"/>
              </a:rPr>
              <a:t> </a:t>
            </a:r>
            <a:r>
              <a:rPr kumimoji="0" sz="2200" b="0" i="0" u="none" strike="noStrike" kern="0" cap="none" spc="-25" normalizeH="0" baseline="0" noProof="0" dirty="0">
                <a:ln>
                  <a:noFill/>
                </a:ln>
                <a:solidFill>
                  <a:srgbClr val="3E3E3E"/>
                </a:solidFill>
                <a:effectLst/>
                <a:uLnTx/>
                <a:uFillTx/>
                <a:latin typeface="Calibri"/>
                <a:cs typeface="Calibri"/>
              </a:rPr>
              <a:t>les </a:t>
            </a:r>
            <a:r>
              <a:rPr kumimoji="0" sz="2200" b="0" i="0" u="none" strike="noStrike" kern="0" cap="none" spc="-10" normalizeH="0" baseline="0" noProof="0" dirty="0">
                <a:ln>
                  <a:noFill/>
                </a:ln>
                <a:solidFill>
                  <a:srgbClr val="3E3E3E"/>
                </a:solidFill>
                <a:effectLst/>
                <a:uLnTx/>
                <a:uFillTx/>
                <a:latin typeface="Calibri"/>
                <a:cs typeface="Calibri"/>
              </a:rPr>
              <a:t>changements,</a:t>
            </a:r>
            <a:r>
              <a:rPr kumimoji="0" sz="2200" b="0" i="0" u="none" strike="noStrike" kern="0" cap="none" spc="-50" normalizeH="0" baseline="0" noProof="0" dirty="0">
                <a:ln>
                  <a:noFill/>
                </a:ln>
                <a:solidFill>
                  <a:srgbClr val="3E3E3E"/>
                </a:solidFill>
                <a:effectLst/>
                <a:uLnTx/>
                <a:uFillTx/>
                <a:latin typeface="Calibri"/>
                <a:cs typeface="Calibri"/>
              </a:rPr>
              <a:t> </a:t>
            </a:r>
            <a:r>
              <a:rPr kumimoji="0" sz="2200" b="0" i="0" u="none" strike="noStrike" kern="0" cap="none" spc="-25" normalizeH="0" baseline="0" noProof="0" dirty="0">
                <a:ln>
                  <a:noFill/>
                </a:ln>
                <a:solidFill>
                  <a:srgbClr val="3E3E3E"/>
                </a:solidFill>
                <a:effectLst/>
                <a:uLnTx/>
                <a:uFillTx/>
                <a:latin typeface="Calibri"/>
                <a:cs typeface="Calibri"/>
              </a:rPr>
              <a:t>du check-</a:t>
            </a:r>
            <a:r>
              <a:rPr kumimoji="0" sz="2200" b="0" i="0" u="none" strike="noStrike" kern="0" cap="none" spc="0" normalizeH="0" baseline="0" noProof="0" dirty="0">
                <a:ln>
                  <a:noFill/>
                </a:ln>
                <a:solidFill>
                  <a:srgbClr val="3E3E3E"/>
                </a:solidFill>
                <a:effectLst/>
                <a:uLnTx/>
                <a:uFillTx/>
                <a:latin typeface="Calibri"/>
                <a:cs typeface="Calibri"/>
              </a:rPr>
              <a:t>in</a:t>
            </a:r>
            <a:r>
              <a:rPr kumimoji="0" sz="2200" b="0" i="0" u="none" strike="noStrike" kern="0" cap="none" spc="-15" normalizeH="0" baseline="0" noProof="0" dirty="0">
                <a:ln>
                  <a:noFill/>
                </a:ln>
                <a:solidFill>
                  <a:srgbClr val="3E3E3E"/>
                </a:solidFill>
                <a:effectLst/>
                <a:uLnTx/>
                <a:uFillTx/>
                <a:latin typeface="Calibri"/>
                <a:cs typeface="Calibri"/>
              </a:rPr>
              <a:t> </a:t>
            </a:r>
            <a:r>
              <a:rPr kumimoji="0" sz="2200" b="0" i="0" u="none" strike="noStrike" kern="0" cap="none" spc="0" normalizeH="0" baseline="0" noProof="0" dirty="0">
                <a:ln>
                  <a:noFill/>
                </a:ln>
                <a:solidFill>
                  <a:srgbClr val="3E3E3E"/>
                </a:solidFill>
                <a:effectLst/>
                <a:uLnTx/>
                <a:uFillTx/>
                <a:latin typeface="Calibri"/>
                <a:cs typeface="Calibri"/>
              </a:rPr>
              <a:t>à</a:t>
            </a:r>
            <a:r>
              <a:rPr kumimoji="0" sz="2200" b="0" i="0" u="none" strike="noStrike" kern="0" cap="none" spc="-10" normalizeH="0" baseline="0" noProof="0" dirty="0">
                <a:ln>
                  <a:noFill/>
                </a:ln>
                <a:solidFill>
                  <a:srgbClr val="3E3E3E"/>
                </a:solidFill>
                <a:effectLst/>
                <a:uLnTx/>
                <a:uFillTx/>
                <a:latin typeface="Calibri"/>
                <a:cs typeface="Calibri"/>
              </a:rPr>
              <a:t> </a:t>
            </a:r>
            <a:r>
              <a:rPr kumimoji="0" sz="2200" b="0" i="0" u="none" strike="noStrike" kern="0" cap="none" spc="0" normalizeH="0" baseline="0" noProof="0" dirty="0">
                <a:ln>
                  <a:noFill/>
                </a:ln>
                <a:solidFill>
                  <a:srgbClr val="3E3E3E"/>
                </a:solidFill>
                <a:effectLst/>
                <a:uLnTx/>
                <a:uFillTx/>
                <a:latin typeface="Calibri"/>
                <a:cs typeface="Calibri"/>
              </a:rPr>
              <a:t>la</a:t>
            </a:r>
            <a:r>
              <a:rPr kumimoji="0" sz="2200" b="0" i="0" u="none" strike="noStrike" kern="0" cap="none" spc="-10" normalizeH="0" baseline="0" noProof="0" dirty="0">
                <a:ln>
                  <a:noFill/>
                </a:ln>
                <a:solidFill>
                  <a:srgbClr val="3E3E3E"/>
                </a:solidFill>
                <a:effectLst/>
                <a:uLnTx/>
                <a:uFillTx/>
                <a:latin typeface="Calibri"/>
                <a:cs typeface="Calibri"/>
              </a:rPr>
              <a:t> </a:t>
            </a:r>
            <a:r>
              <a:rPr kumimoji="0" sz="2200" b="0" i="0" u="none" strike="noStrike" kern="0" cap="none" spc="0" normalizeH="0" baseline="0" noProof="0" dirty="0">
                <a:ln>
                  <a:noFill/>
                </a:ln>
                <a:solidFill>
                  <a:srgbClr val="3E3E3E"/>
                </a:solidFill>
                <a:effectLst/>
                <a:uLnTx/>
                <a:uFillTx/>
                <a:latin typeface="Calibri"/>
                <a:cs typeface="Calibri"/>
              </a:rPr>
              <a:t>mise</a:t>
            </a:r>
            <a:r>
              <a:rPr kumimoji="0" sz="2200" b="0" i="0" u="none" strike="noStrike" kern="0" cap="none" spc="-10" normalizeH="0" baseline="0" noProof="0" dirty="0">
                <a:ln>
                  <a:noFill/>
                </a:ln>
                <a:solidFill>
                  <a:srgbClr val="3E3E3E"/>
                </a:solidFill>
                <a:effectLst/>
                <a:uLnTx/>
                <a:uFillTx/>
                <a:latin typeface="Calibri"/>
                <a:cs typeface="Calibri"/>
              </a:rPr>
              <a:t> </a:t>
            </a:r>
            <a:r>
              <a:rPr kumimoji="0" sz="2200" b="0" i="0" u="none" strike="noStrike" kern="0" cap="none" spc="-25" normalizeH="0" baseline="0" noProof="0" dirty="0">
                <a:ln>
                  <a:noFill/>
                </a:ln>
                <a:solidFill>
                  <a:srgbClr val="3E3E3E"/>
                </a:solidFill>
                <a:effectLst/>
                <a:uLnTx/>
                <a:uFillTx/>
                <a:latin typeface="Calibri"/>
                <a:cs typeface="Calibri"/>
              </a:rPr>
              <a:t>en </a:t>
            </a:r>
            <a:r>
              <a:rPr kumimoji="0" sz="2200" b="0" i="0" u="none" strike="noStrike" kern="0" cap="none" spc="0" normalizeH="0" baseline="0" noProof="0" dirty="0">
                <a:ln>
                  <a:noFill/>
                </a:ln>
                <a:solidFill>
                  <a:srgbClr val="3E3E3E"/>
                </a:solidFill>
                <a:effectLst/>
                <a:uLnTx/>
                <a:uFillTx/>
                <a:latin typeface="Calibri"/>
                <a:cs typeface="Calibri"/>
              </a:rPr>
              <a:t>production.</a:t>
            </a:r>
            <a:r>
              <a:rPr kumimoji="0" sz="2200" b="0" i="0" u="none" strike="noStrike" kern="0" cap="none" spc="-90" normalizeH="0" baseline="0" noProof="0" dirty="0">
                <a:ln>
                  <a:noFill/>
                </a:ln>
                <a:solidFill>
                  <a:srgbClr val="3E3E3E"/>
                </a:solidFill>
                <a:effectLst/>
                <a:uLnTx/>
                <a:uFillTx/>
                <a:latin typeface="Calibri"/>
                <a:cs typeface="Calibri"/>
              </a:rPr>
              <a:t> </a:t>
            </a:r>
            <a:r>
              <a:rPr kumimoji="0" sz="2200" b="0" i="0" u="none" strike="noStrike" kern="0" cap="none" spc="-25" normalizeH="0" baseline="0" noProof="0" dirty="0">
                <a:ln>
                  <a:noFill/>
                </a:ln>
                <a:solidFill>
                  <a:srgbClr val="3E3E3E"/>
                </a:solidFill>
                <a:effectLst/>
                <a:uLnTx/>
                <a:uFillTx/>
                <a:latin typeface="Calibri"/>
                <a:cs typeface="Calibri"/>
              </a:rPr>
              <a:t>Les </a:t>
            </a:r>
            <a:r>
              <a:rPr kumimoji="0" sz="2200" b="0" i="0" u="none" strike="noStrike" kern="0" cap="none" spc="0" normalizeH="0" baseline="0" noProof="0" dirty="0">
                <a:ln>
                  <a:noFill/>
                </a:ln>
                <a:solidFill>
                  <a:srgbClr val="3E3E3E"/>
                </a:solidFill>
                <a:effectLst/>
                <a:uLnTx/>
                <a:uFillTx/>
                <a:latin typeface="Calibri"/>
                <a:cs typeface="Calibri"/>
              </a:rPr>
              <a:t>toolchains</a:t>
            </a:r>
            <a:r>
              <a:rPr kumimoji="0" sz="2200" b="0" i="0" u="none" strike="noStrike" kern="0" cap="none" spc="-80" normalizeH="0" baseline="0" noProof="0" dirty="0">
                <a:ln>
                  <a:noFill/>
                </a:ln>
                <a:solidFill>
                  <a:srgbClr val="3E3E3E"/>
                </a:solidFill>
                <a:effectLst/>
                <a:uLnTx/>
                <a:uFillTx/>
                <a:latin typeface="Calibri"/>
                <a:cs typeface="Calibri"/>
              </a:rPr>
              <a:t> </a:t>
            </a:r>
            <a:r>
              <a:rPr kumimoji="0" sz="2200" b="0" i="0" u="none" strike="noStrike" kern="0" cap="none" spc="-10" normalizeH="0" baseline="0" noProof="0" dirty="0">
                <a:ln>
                  <a:noFill/>
                </a:ln>
                <a:solidFill>
                  <a:srgbClr val="3E3E3E"/>
                </a:solidFill>
                <a:effectLst/>
                <a:uLnTx/>
                <a:uFillTx/>
                <a:latin typeface="Calibri"/>
                <a:cs typeface="Calibri"/>
              </a:rPr>
              <a:t>couvrent </a:t>
            </a:r>
            <a:r>
              <a:rPr kumimoji="0" sz="2200" b="0" i="0" u="none" strike="noStrike" kern="0" cap="none" spc="0" normalizeH="0" baseline="0" noProof="0" dirty="0">
                <a:ln>
                  <a:noFill/>
                </a:ln>
                <a:solidFill>
                  <a:srgbClr val="3E3E3E"/>
                </a:solidFill>
                <a:effectLst/>
                <a:uLnTx/>
                <a:uFillTx/>
                <a:latin typeface="Calibri"/>
                <a:cs typeface="Calibri"/>
              </a:rPr>
              <a:t>des</a:t>
            </a:r>
            <a:r>
              <a:rPr kumimoji="0" sz="2200" b="0" i="0" u="none" strike="noStrike" kern="0" cap="none" spc="-40" normalizeH="0" baseline="0" noProof="0" dirty="0">
                <a:ln>
                  <a:noFill/>
                </a:ln>
                <a:solidFill>
                  <a:srgbClr val="3E3E3E"/>
                </a:solidFill>
                <a:effectLst/>
                <a:uLnTx/>
                <a:uFillTx/>
                <a:latin typeface="Calibri"/>
                <a:cs typeface="Calibri"/>
              </a:rPr>
              <a:t> </a:t>
            </a:r>
            <a:r>
              <a:rPr kumimoji="0" sz="2200" b="0" i="0" u="none" strike="noStrike" kern="0" cap="none" spc="0" normalizeH="0" baseline="0" noProof="0" dirty="0">
                <a:ln>
                  <a:noFill/>
                </a:ln>
                <a:solidFill>
                  <a:srgbClr val="3E3E3E"/>
                </a:solidFill>
                <a:effectLst/>
                <a:uLnTx/>
                <a:uFillTx/>
                <a:latin typeface="Calibri"/>
                <a:cs typeface="Calibri"/>
              </a:rPr>
              <a:t>silos</a:t>
            </a:r>
            <a:r>
              <a:rPr kumimoji="0" sz="2200" b="0" i="0" u="none" strike="noStrike" kern="0" cap="none" spc="-35" normalizeH="0" baseline="0" noProof="0" dirty="0">
                <a:ln>
                  <a:noFill/>
                </a:ln>
                <a:solidFill>
                  <a:srgbClr val="3E3E3E"/>
                </a:solidFill>
                <a:effectLst/>
                <a:uLnTx/>
                <a:uFillTx/>
                <a:latin typeface="Calibri"/>
                <a:cs typeface="Calibri"/>
              </a:rPr>
              <a:t> </a:t>
            </a:r>
            <a:r>
              <a:rPr kumimoji="0" sz="2200" b="0" i="0" u="none" strike="noStrike" kern="0" cap="none" spc="-25" normalizeH="0" baseline="0" noProof="0" dirty="0">
                <a:ln>
                  <a:noFill/>
                </a:ln>
                <a:solidFill>
                  <a:srgbClr val="3E3E3E"/>
                </a:solidFill>
                <a:effectLst/>
                <a:uLnTx/>
                <a:uFillTx/>
                <a:latin typeface="Calibri"/>
                <a:cs typeface="Calibri"/>
              </a:rPr>
              <a:t>et </a:t>
            </a:r>
            <a:r>
              <a:rPr kumimoji="0" sz="2200" b="0" i="0" u="none" strike="noStrike" kern="0" cap="none" spc="-10" normalizeH="0" baseline="0" noProof="0" dirty="0">
                <a:ln>
                  <a:noFill/>
                </a:ln>
                <a:solidFill>
                  <a:srgbClr val="3E3E3E"/>
                </a:solidFill>
                <a:effectLst/>
                <a:uLnTx/>
                <a:uFillTx/>
                <a:latin typeface="Calibri"/>
                <a:cs typeface="Calibri"/>
              </a:rPr>
              <a:t>automatisent</a:t>
            </a:r>
            <a:r>
              <a:rPr kumimoji="0" sz="2200" b="0" i="0" u="none" strike="noStrike" kern="0" cap="none" spc="-35" normalizeH="0" baseline="0" noProof="0" dirty="0">
                <a:ln>
                  <a:noFill/>
                </a:ln>
                <a:solidFill>
                  <a:srgbClr val="3E3E3E"/>
                </a:solidFill>
                <a:effectLst/>
                <a:uLnTx/>
                <a:uFillTx/>
                <a:latin typeface="Calibri"/>
                <a:cs typeface="Calibri"/>
              </a:rPr>
              <a:t> </a:t>
            </a:r>
            <a:r>
              <a:rPr kumimoji="0" sz="2200" b="0" i="0" u="none" strike="noStrike" kern="0" cap="none" spc="-25" normalizeH="0" baseline="0" noProof="0" dirty="0">
                <a:ln>
                  <a:noFill/>
                </a:ln>
                <a:solidFill>
                  <a:srgbClr val="3E3E3E"/>
                </a:solidFill>
                <a:effectLst/>
                <a:uLnTx/>
                <a:uFillTx/>
                <a:latin typeface="Calibri"/>
                <a:cs typeface="Calibri"/>
              </a:rPr>
              <a:t>le </a:t>
            </a:r>
            <a:r>
              <a:rPr kumimoji="0" sz="2200" b="0" i="0" u="none" strike="noStrike" kern="0" cap="none" spc="0" normalizeH="0" baseline="0" noProof="0" dirty="0">
                <a:ln>
                  <a:noFill/>
                </a:ln>
                <a:solidFill>
                  <a:srgbClr val="3E3E3E"/>
                </a:solidFill>
                <a:effectLst/>
                <a:uLnTx/>
                <a:uFillTx/>
                <a:latin typeface="Calibri"/>
                <a:cs typeface="Calibri"/>
              </a:rPr>
              <a:t>pipeline</a:t>
            </a:r>
            <a:r>
              <a:rPr kumimoji="0" sz="2200" b="0" i="0" u="none" strike="noStrike" kern="0" cap="none" spc="-40" normalizeH="0" baseline="0" noProof="0" dirty="0">
                <a:ln>
                  <a:noFill/>
                </a:ln>
                <a:solidFill>
                  <a:srgbClr val="3E3E3E"/>
                </a:solidFill>
                <a:effectLst/>
                <a:uLnTx/>
                <a:uFillTx/>
                <a:latin typeface="Calibri"/>
                <a:cs typeface="Calibri"/>
              </a:rPr>
              <a:t> </a:t>
            </a:r>
            <a:r>
              <a:rPr kumimoji="0" sz="2200" b="0" i="0" u="none" strike="noStrike" kern="0" cap="none" spc="-25" normalizeH="0" baseline="0" noProof="0" dirty="0">
                <a:ln>
                  <a:noFill/>
                </a:ln>
                <a:solidFill>
                  <a:srgbClr val="3E3E3E"/>
                </a:solidFill>
                <a:effectLst/>
                <a:uLnTx/>
                <a:uFillTx/>
                <a:latin typeface="Calibri"/>
                <a:cs typeface="Calibri"/>
              </a:rPr>
              <a:t>de </a:t>
            </a:r>
            <a:r>
              <a:rPr kumimoji="0" sz="2200" b="0" i="0" u="none" strike="noStrike" kern="0" cap="none" spc="-10" normalizeH="0" baseline="0" noProof="0" dirty="0">
                <a:ln>
                  <a:noFill/>
                </a:ln>
                <a:solidFill>
                  <a:srgbClr val="3E3E3E"/>
                </a:solidFill>
                <a:effectLst/>
                <a:uLnTx/>
                <a:uFillTx/>
                <a:latin typeface="Calibri"/>
                <a:cs typeface="Calibri"/>
              </a:rPr>
              <a:t>déploiement.</a:t>
            </a:r>
            <a:endParaRPr kumimoji="0" sz="2200" b="0" i="0" u="none" strike="noStrike" kern="0" cap="none" spc="0" normalizeH="0" baseline="0" noProof="0">
              <a:ln>
                <a:noFill/>
              </a:ln>
              <a:solidFill>
                <a:sysClr val="windowText" lastClr="000000"/>
              </a:solidFill>
              <a:effectLst/>
              <a:uLnTx/>
              <a:uFillTx/>
              <a:latin typeface="Calibri"/>
              <a:cs typeface="Calibri"/>
            </a:endParaRPr>
          </a:p>
        </p:txBody>
      </p:sp>
      <p:sp>
        <p:nvSpPr>
          <p:cNvPr id="97" name="object 97"/>
          <p:cNvSpPr txBox="1"/>
          <p:nvPr/>
        </p:nvSpPr>
        <p:spPr>
          <a:xfrm>
            <a:off x="466373"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b="1" spc="70" dirty="0">
                <a:solidFill>
                  <a:srgbClr val="164052"/>
                </a:solidFill>
                <a:latin typeface="Calibri"/>
                <a:cs typeface="Calibri"/>
              </a:rPr>
              <a:t>1</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98" name="object 98"/>
          <p:cNvSpPr txBox="1"/>
          <p:nvPr/>
        </p:nvSpPr>
        <p:spPr>
          <a:xfrm>
            <a:off x="1043349" y="1326700"/>
            <a:ext cx="2954020" cy="33020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000" b="0" i="0" u="none" strike="noStrike" kern="0" cap="none" spc="110" normalizeH="0" baseline="0" noProof="0" dirty="0">
                <a:ln>
                  <a:noFill/>
                </a:ln>
                <a:solidFill>
                  <a:srgbClr val="12717A"/>
                </a:solidFill>
                <a:effectLst/>
                <a:uLnTx/>
                <a:uFillTx/>
                <a:latin typeface="Calibri"/>
                <a:cs typeface="Calibri"/>
              </a:rPr>
              <a:t>Le</a:t>
            </a:r>
            <a:r>
              <a:rPr kumimoji="0" sz="2000" b="0" i="0" u="none" strike="noStrike" kern="0" cap="none" spc="90" normalizeH="0" baseline="0" noProof="0" dirty="0">
                <a:ln>
                  <a:noFill/>
                </a:ln>
                <a:solidFill>
                  <a:srgbClr val="12717A"/>
                </a:solidFill>
                <a:effectLst/>
                <a:uLnTx/>
                <a:uFillTx/>
                <a:latin typeface="Calibri"/>
                <a:cs typeface="Calibri"/>
              </a:rPr>
              <a:t> </a:t>
            </a:r>
            <a:r>
              <a:rPr kumimoji="0" sz="2000" b="0" i="0" u="none" strike="noStrike" kern="0" cap="none" spc="0" normalizeH="0" baseline="0" noProof="0" dirty="0">
                <a:ln>
                  <a:noFill/>
                </a:ln>
                <a:solidFill>
                  <a:srgbClr val="12717A"/>
                </a:solidFill>
                <a:effectLst/>
                <a:uLnTx/>
                <a:uFillTx/>
                <a:latin typeface="Calibri"/>
                <a:cs typeface="Calibri"/>
              </a:rPr>
              <a:t>pipeline</a:t>
            </a:r>
            <a:r>
              <a:rPr kumimoji="0" sz="2000" b="0" i="0" u="none" strike="noStrike" kern="0" cap="none" spc="95" normalizeH="0" baseline="0" noProof="0" dirty="0">
                <a:ln>
                  <a:noFill/>
                </a:ln>
                <a:solidFill>
                  <a:srgbClr val="12717A"/>
                </a:solidFill>
                <a:effectLst/>
                <a:uLnTx/>
                <a:uFillTx/>
                <a:latin typeface="Calibri"/>
                <a:cs typeface="Calibri"/>
              </a:rPr>
              <a:t> </a:t>
            </a:r>
            <a:r>
              <a:rPr kumimoji="0" sz="2000" b="0" i="0" u="none" strike="noStrike" kern="0" cap="none" spc="55" normalizeH="0" baseline="0" noProof="0" dirty="0">
                <a:ln>
                  <a:noFill/>
                </a:ln>
                <a:solidFill>
                  <a:srgbClr val="12717A"/>
                </a:solidFill>
                <a:effectLst/>
                <a:uLnTx/>
                <a:uFillTx/>
                <a:latin typeface="Calibri"/>
                <a:cs typeface="Calibri"/>
              </a:rPr>
              <a:t>de</a:t>
            </a:r>
            <a:r>
              <a:rPr kumimoji="0" sz="2000" b="0" i="0" u="none" strike="noStrike" kern="0" cap="none" spc="90" normalizeH="0" baseline="0" noProof="0" dirty="0">
                <a:ln>
                  <a:noFill/>
                </a:ln>
                <a:solidFill>
                  <a:srgbClr val="12717A"/>
                </a:solidFill>
                <a:effectLst/>
                <a:uLnTx/>
                <a:uFillTx/>
                <a:latin typeface="Calibri"/>
                <a:cs typeface="Calibri"/>
              </a:rPr>
              <a:t> </a:t>
            </a:r>
            <a:r>
              <a:rPr kumimoji="0" sz="2000" b="0" i="0" u="none" strike="noStrike" kern="0" cap="none" spc="-10" normalizeH="0" baseline="0" noProof="0" dirty="0">
                <a:ln>
                  <a:noFill/>
                </a:ln>
                <a:solidFill>
                  <a:srgbClr val="12717A"/>
                </a:solidFill>
                <a:effectLst/>
                <a:uLnTx/>
                <a:uFillTx/>
                <a:latin typeface="Calibri"/>
                <a:cs typeface="Calibri"/>
              </a:rPr>
              <a:t>déploiement</a:t>
            </a:r>
            <a:endParaRPr kumimoji="0" sz="2000" b="0" i="0" u="none" strike="noStrike" kern="0" cap="none" spc="0" normalizeH="0" baseline="0" noProof="0" dirty="0">
              <a:ln>
                <a:noFill/>
              </a:ln>
              <a:solidFill>
                <a:sysClr val="windowText" lastClr="000000"/>
              </a:solidFill>
              <a:effectLst/>
              <a:uLnTx/>
              <a:uFillTx/>
              <a:latin typeface="Calibri"/>
              <a:cs typeface="Calibri"/>
            </a:endParaRPr>
          </a:p>
        </p:txBody>
      </p:sp>
      <p:sp>
        <p:nvSpPr>
          <p:cNvPr id="99" name="object 99"/>
          <p:cNvSpPr txBox="1">
            <a:spLocks noGrp="1"/>
          </p:cNvSpPr>
          <p:nvPr>
            <p:ph type="title"/>
          </p:nvPr>
        </p:nvSpPr>
        <p:spPr>
          <a:xfrm>
            <a:off x="1054048" y="98310"/>
            <a:ext cx="9626652" cy="873316"/>
          </a:xfrm>
          <a:prstGeom prst="rect">
            <a:avLst/>
          </a:prstGeom>
        </p:spPr>
        <p:txBody>
          <a:bodyPr vert="horz" wrap="square" lIns="0" tIns="11430" rIns="0" bIns="0" rtlCol="0">
            <a:spAutoFit/>
          </a:bodyPr>
          <a:lstStyle/>
          <a:p>
            <a:pPr marL="117475">
              <a:lnSpc>
                <a:spcPct val="100000"/>
              </a:lnSpc>
              <a:spcBef>
                <a:spcPts val="90"/>
              </a:spcBef>
            </a:pPr>
            <a:r>
              <a:rPr lang="fr-FR" sz="2800" spc="145" dirty="0"/>
              <a:t>Agilité, DevOps et la philosophie « continue » (CI/CD, feedbacks)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9766262" y="7079477"/>
            <a:ext cx="854710" cy="441959"/>
            <a:chOff x="9766262" y="7079477"/>
            <a:chExt cx="854710" cy="441959"/>
          </a:xfrm>
        </p:grpSpPr>
        <p:sp>
          <p:nvSpPr>
            <p:cNvPr id="3" name="object 3"/>
            <p:cNvSpPr/>
            <p:nvPr/>
          </p:nvSpPr>
          <p:spPr>
            <a:xfrm>
              <a:off x="9771025" y="7084240"/>
              <a:ext cx="236854" cy="432434"/>
            </a:xfrm>
            <a:custGeom>
              <a:avLst/>
              <a:gdLst/>
              <a:ahLst/>
              <a:cxnLst/>
              <a:rect l="l" t="t" r="r" b="b"/>
              <a:pathLst>
                <a:path w="236854" h="432434">
                  <a:moveTo>
                    <a:pt x="236764" y="0"/>
                  </a:moveTo>
                  <a:lnTo>
                    <a:pt x="0" y="431999"/>
                  </a:lnTo>
                </a:path>
              </a:pathLst>
            </a:custGeom>
            <a:ln w="9524">
              <a:solidFill>
                <a:srgbClr val="828385"/>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 name="object 4"/>
            <p:cNvSpPr/>
            <p:nvPr/>
          </p:nvSpPr>
          <p:spPr>
            <a:xfrm>
              <a:off x="9893410" y="7155475"/>
              <a:ext cx="727710" cy="260350"/>
            </a:xfrm>
            <a:custGeom>
              <a:avLst/>
              <a:gdLst/>
              <a:ahLst/>
              <a:cxnLst/>
              <a:rect l="l" t="t" r="r" b="b"/>
              <a:pathLst>
                <a:path w="727709" h="260350">
                  <a:moveTo>
                    <a:pt x="587925" y="260335"/>
                  </a:moveTo>
                  <a:lnTo>
                    <a:pt x="0" y="260335"/>
                  </a:lnTo>
                  <a:lnTo>
                    <a:pt x="140364" y="0"/>
                  </a:lnTo>
                  <a:lnTo>
                    <a:pt x="727488" y="0"/>
                  </a:lnTo>
                  <a:lnTo>
                    <a:pt x="587925" y="260335"/>
                  </a:lnTo>
                  <a:close/>
                </a:path>
              </a:pathLst>
            </a:custGeom>
            <a:solidFill>
              <a:srgbClr val="164052"/>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5" name="object 5"/>
          <p:cNvSpPr/>
          <p:nvPr/>
        </p:nvSpPr>
        <p:spPr>
          <a:xfrm>
            <a:off x="259030" y="91198"/>
            <a:ext cx="609600" cy="609600"/>
          </a:xfrm>
          <a:custGeom>
            <a:avLst/>
            <a:gdLst/>
            <a:ahLst/>
            <a:cxnLst/>
            <a:rect l="l" t="t" r="r" b="b"/>
            <a:pathLst>
              <a:path w="609600" h="609600">
                <a:moveTo>
                  <a:pt x="0" y="304799"/>
                </a:moveTo>
                <a:lnTo>
                  <a:pt x="3989" y="255359"/>
                </a:lnTo>
                <a:lnTo>
                  <a:pt x="15538" y="208459"/>
                </a:lnTo>
                <a:lnTo>
                  <a:pt x="34021" y="164726"/>
                </a:lnTo>
                <a:lnTo>
                  <a:pt x="58808" y="124789"/>
                </a:lnTo>
                <a:lnTo>
                  <a:pt x="89273" y="89273"/>
                </a:lnTo>
                <a:lnTo>
                  <a:pt x="124789" y="58808"/>
                </a:lnTo>
                <a:lnTo>
                  <a:pt x="164726" y="34021"/>
                </a:lnTo>
                <a:lnTo>
                  <a:pt x="208459" y="15538"/>
                </a:lnTo>
                <a:lnTo>
                  <a:pt x="255359" y="3989"/>
                </a:lnTo>
                <a:lnTo>
                  <a:pt x="304799" y="0"/>
                </a:lnTo>
                <a:lnTo>
                  <a:pt x="352769" y="3797"/>
                </a:lnTo>
                <a:lnTo>
                  <a:pt x="399124" y="14962"/>
                </a:lnTo>
                <a:lnTo>
                  <a:pt x="443048" y="33155"/>
                </a:lnTo>
                <a:lnTo>
                  <a:pt x="483722" y="58039"/>
                </a:lnTo>
                <a:lnTo>
                  <a:pt x="520326" y="89273"/>
                </a:lnTo>
                <a:lnTo>
                  <a:pt x="551560" y="125877"/>
                </a:lnTo>
                <a:lnTo>
                  <a:pt x="576444" y="166551"/>
                </a:lnTo>
                <a:lnTo>
                  <a:pt x="594637" y="210475"/>
                </a:lnTo>
                <a:lnTo>
                  <a:pt x="605802" y="256830"/>
                </a:lnTo>
                <a:lnTo>
                  <a:pt x="609599" y="304799"/>
                </a:lnTo>
                <a:lnTo>
                  <a:pt x="605610" y="354240"/>
                </a:lnTo>
                <a:lnTo>
                  <a:pt x="594061" y="401140"/>
                </a:lnTo>
                <a:lnTo>
                  <a:pt x="575578" y="444873"/>
                </a:lnTo>
                <a:lnTo>
                  <a:pt x="550791" y="484810"/>
                </a:lnTo>
                <a:lnTo>
                  <a:pt x="520326" y="520326"/>
                </a:lnTo>
                <a:lnTo>
                  <a:pt x="484810" y="550791"/>
                </a:lnTo>
                <a:lnTo>
                  <a:pt x="444873" y="575578"/>
                </a:lnTo>
                <a:lnTo>
                  <a:pt x="401140" y="594061"/>
                </a:lnTo>
                <a:lnTo>
                  <a:pt x="354240" y="605610"/>
                </a:lnTo>
                <a:lnTo>
                  <a:pt x="304799" y="609599"/>
                </a:lnTo>
                <a:lnTo>
                  <a:pt x="255359" y="605610"/>
                </a:lnTo>
                <a:lnTo>
                  <a:pt x="208459" y="594061"/>
                </a:lnTo>
                <a:lnTo>
                  <a:pt x="164726" y="575578"/>
                </a:lnTo>
                <a:lnTo>
                  <a:pt x="124789" y="550791"/>
                </a:lnTo>
                <a:lnTo>
                  <a:pt x="89273" y="520326"/>
                </a:lnTo>
                <a:lnTo>
                  <a:pt x="58808" y="484810"/>
                </a:lnTo>
                <a:lnTo>
                  <a:pt x="34021" y="444873"/>
                </a:lnTo>
                <a:lnTo>
                  <a:pt x="15538" y="401140"/>
                </a:lnTo>
                <a:lnTo>
                  <a:pt x="3989" y="354240"/>
                </a:lnTo>
                <a:lnTo>
                  <a:pt x="0" y="304799"/>
                </a:lnTo>
                <a:close/>
              </a:path>
            </a:pathLst>
          </a:custGeom>
          <a:ln w="28574">
            <a:solidFill>
              <a:srgbClr val="164052"/>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p:cNvSpPr txBox="1">
            <a:spLocks noGrp="1"/>
          </p:cNvSpPr>
          <p:nvPr>
            <p:ph type="title"/>
          </p:nvPr>
        </p:nvSpPr>
        <p:spPr>
          <a:xfrm>
            <a:off x="1054048" y="98310"/>
            <a:ext cx="9567072" cy="873316"/>
          </a:xfrm>
          <a:prstGeom prst="rect">
            <a:avLst/>
          </a:prstGeom>
        </p:spPr>
        <p:txBody>
          <a:bodyPr vert="horz" wrap="square" lIns="0" tIns="11430" rIns="0" bIns="0" rtlCol="0">
            <a:spAutoFit/>
          </a:bodyPr>
          <a:lstStyle/>
          <a:p>
            <a:pPr marL="117475">
              <a:lnSpc>
                <a:spcPct val="100000"/>
              </a:lnSpc>
              <a:spcBef>
                <a:spcPts val="90"/>
              </a:spcBef>
            </a:pPr>
            <a:r>
              <a:rPr lang="fr-FR" sz="2800" spc="145" dirty="0"/>
              <a:t>Agilité, DevOps et la philosophie « continue » (CI/CD, feedbacks)</a:t>
            </a:r>
          </a:p>
        </p:txBody>
      </p:sp>
      <p:sp>
        <p:nvSpPr>
          <p:cNvPr id="7" name="object 7"/>
          <p:cNvSpPr txBox="1"/>
          <p:nvPr/>
        </p:nvSpPr>
        <p:spPr>
          <a:xfrm>
            <a:off x="600029" y="1018633"/>
            <a:ext cx="4796155" cy="5904865"/>
          </a:xfrm>
          <a:prstGeom prst="rect">
            <a:avLst/>
          </a:prstGeom>
        </p:spPr>
        <p:txBody>
          <a:bodyPr vert="horz" wrap="square" lIns="0" tIns="12700" rIns="0" bIns="0" rtlCol="0">
            <a:spAutoFit/>
          </a:bodyPr>
          <a:lstStyle/>
          <a:p>
            <a:pPr marL="469265" marR="0" lvl="0" indent="0" defTabSz="914400" eaLnBrk="1" fontAlgn="auto" latinLnBrk="0" hangingPunct="1">
              <a:lnSpc>
                <a:spcPct val="100000"/>
              </a:lnSpc>
              <a:spcBef>
                <a:spcPts val="100"/>
              </a:spcBef>
              <a:spcAft>
                <a:spcPts val="0"/>
              </a:spcAft>
              <a:buClrTx/>
              <a:buSzTx/>
              <a:buFontTx/>
              <a:buNone/>
              <a:tabLst/>
              <a:defRPr/>
            </a:pPr>
            <a:r>
              <a:rPr kumimoji="0" sz="2000" b="0" i="0" u="none" strike="noStrike" kern="0" cap="none" spc="0" normalizeH="0" baseline="0" noProof="0" dirty="0">
                <a:ln>
                  <a:noFill/>
                </a:ln>
                <a:solidFill>
                  <a:srgbClr val="12717A"/>
                </a:solidFill>
                <a:effectLst/>
                <a:uLnTx/>
                <a:uFillTx/>
                <a:latin typeface="Calibri"/>
                <a:cs typeface="Calibri"/>
              </a:rPr>
              <a:t>Eléments</a:t>
            </a:r>
            <a:r>
              <a:rPr kumimoji="0" sz="2000" b="0" i="0" u="none" strike="noStrike" kern="0" cap="none" spc="175" normalizeH="0" baseline="0" noProof="0" dirty="0">
                <a:ln>
                  <a:noFill/>
                </a:ln>
                <a:solidFill>
                  <a:srgbClr val="12717A"/>
                </a:solidFill>
                <a:effectLst/>
                <a:uLnTx/>
                <a:uFillTx/>
                <a:latin typeface="Calibri"/>
                <a:cs typeface="Calibri"/>
              </a:rPr>
              <a:t> </a:t>
            </a:r>
            <a:r>
              <a:rPr kumimoji="0" sz="2000" b="0" i="0" u="none" strike="noStrike" kern="0" cap="none" spc="80" normalizeH="0" baseline="0" noProof="0" dirty="0">
                <a:ln>
                  <a:noFill/>
                </a:ln>
                <a:solidFill>
                  <a:srgbClr val="12717A"/>
                </a:solidFill>
                <a:effectLst/>
                <a:uLnTx/>
                <a:uFillTx/>
                <a:latin typeface="Calibri"/>
                <a:cs typeface="Calibri"/>
              </a:rPr>
              <a:t>dans</a:t>
            </a:r>
            <a:r>
              <a:rPr kumimoji="0" sz="2000" b="0" i="0" u="none" strike="noStrike" kern="0" cap="none" spc="180" normalizeH="0" baseline="0" noProof="0" dirty="0">
                <a:ln>
                  <a:noFill/>
                </a:ln>
                <a:solidFill>
                  <a:srgbClr val="12717A"/>
                </a:solidFill>
                <a:effectLst/>
                <a:uLnTx/>
                <a:uFillTx/>
                <a:latin typeface="Calibri"/>
                <a:cs typeface="Calibri"/>
              </a:rPr>
              <a:t> </a:t>
            </a:r>
            <a:r>
              <a:rPr kumimoji="0" sz="2000" b="0" i="0" u="none" strike="noStrike" kern="0" cap="none" spc="0" normalizeH="0" baseline="0" noProof="0" dirty="0">
                <a:ln>
                  <a:noFill/>
                </a:ln>
                <a:solidFill>
                  <a:srgbClr val="12717A"/>
                </a:solidFill>
                <a:effectLst/>
                <a:uLnTx/>
                <a:uFillTx/>
                <a:latin typeface="Calibri"/>
                <a:cs typeface="Calibri"/>
              </a:rPr>
              <a:t>une</a:t>
            </a:r>
            <a:r>
              <a:rPr kumimoji="0" sz="2000" b="0" i="0" u="none" strike="noStrike" kern="0" cap="none" spc="185" normalizeH="0" baseline="0" noProof="0" dirty="0">
                <a:ln>
                  <a:noFill/>
                </a:ln>
                <a:solidFill>
                  <a:srgbClr val="12717A"/>
                </a:solidFill>
                <a:effectLst/>
                <a:uLnTx/>
                <a:uFillTx/>
                <a:latin typeface="Calibri"/>
                <a:cs typeface="Calibri"/>
              </a:rPr>
              <a:t> </a:t>
            </a:r>
            <a:r>
              <a:rPr kumimoji="0" sz="2000" b="0" i="0" u="none" strike="noStrike" kern="0" cap="none" spc="100" normalizeH="0" baseline="0" noProof="0" dirty="0">
                <a:ln>
                  <a:noFill/>
                </a:ln>
                <a:solidFill>
                  <a:srgbClr val="12717A"/>
                </a:solidFill>
                <a:effectLst/>
                <a:uLnTx/>
                <a:uFillTx/>
                <a:latin typeface="Calibri"/>
                <a:cs typeface="Calibri"/>
              </a:rPr>
              <a:t>DevOps</a:t>
            </a:r>
            <a:r>
              <a:rPr kumimoji="0" sz="2000" b="0" i="0" u="none" strike="noStrike" kern="0" cap="none" spc="175" normalizeH="0" baseline="0" noProof="0" dirty="0">
                <a:ln>
                  <a:noFill/>
                </a:ln>
                <a:solidFill>
                  <a:srgbClr val="12717A"/>
                </a:solidFill>
                <a:effectLst/>
                <a:uLnTx/>
                <a:uFillTx/>
                <a:latin typeface="Calibri"/>
                <a:cs typeface="Calibri"/>
              </a:rPr>
              <a:t> </a:t>
            </a:r>
            <a:r>
              <a:rPr kumimoji="0" sz="2000" b="0" i="0" u="none" strike="noStrike" kern="0" cap="none" spc="-10" normalizeH="0" baseline="0" noProof="0" dirty="0">
                <a:ln>
                  <a:noFill/>
                </a:ln>
                <a:solidFill>
                  <a:srgbClr val="12717A"/>
                </a:solidFill>
                <a:effectLst/>
                <a:uLnTx/>
                <a:uFillTx/>
                <a:latin typeface="Calibri"/>
                <a:cs typeface="Calibri"/>
              </a:rPr>
              <a:t>Toolchain</a:t>
            </a:r>
            <a:endParaRPr kumimoji="0" sz="2000" b="0" i="0" u="none" strike="noStrike" kern="0" cap="none" spc="0" normalizeH="0" baseline="0" noProof="0" dirty="0">
              <a:ln>
                <a:noFill/>
              </a:ln>
              <a:solidFill>
                <a:sysClr val="windowText" lastClr="000000"/>
              </a:solidFill>
              <a:effectLst/>
              <a:uLnTx/>
              <a:uFillTx/>
              <a:latin typeface="Calibri"/>
              <a:cs typeface="Calibri"/>
            </a:endParaRPr>
          </a:p>
          <a:p>
            <a:pPr marL="0" marR="0" lvl="0" indent="0" defTabSz="914400" eaLnBrk="1" fontAlgn="auto" latinLnBrk="0" hangingPunct="1">
              <a:lnSpc>
                <a:spcPct val="100000"/>
              </a:lnSpc>
              <a:spcBef>
                <a:spcPts val="75"/>
              </a:spcBef>
              <a:spcAft>
                <a:spcPts val="0"/>
              </a:spcAft>
              <a:buClrTx/>
              <a:buSzTx/>
              <a:buFontTx/>
              <a:buNone/>
              <a:tabLst/>
              <a:defRPr/>
            </a:pPr>
            <a:endParaRPr kumimoji="0" sz="2000" b="0" i="0" u="none" strike="noStrike" kern="0" cap="none" spc="0" normalizeH="0" baseline="0" noProof="0" dirty="0">
              <a:ln>
                <a:noFill/>
              </a:ln>
              <a:solidFill>
                <a:sysClr val="windowText" lastClr="000000"/>
              </a:solidFill>
              <a:effectLst/>
              <a:uLnTx/>
              <a:uFillTx/>
              <a:latin typeface="Calibri"/>
              <a:cs typeface="Calibri"/>
            </a:endParaRPr>
          </a:p>
          <a:p>
            <a:pPr marL="386715" marR="48895" lvl="0" indent="-374650" defTabSz="914400" eaLnBrk="1" fontAlgn="auto" latinLnBrk="0" hangingPunct="1">
              <a:lnSpc>
                <a:spcPct val="100200"/>
              </a:lnSpc>
              <a:spcBef>
                <a:spcPts val="5"/>
              </a:spcBef>
              <a:spcAft>
                <a:spcPts val="0"/>
              </a:spcAft>
              <a:buClr>
                <a:srgbClr val="12717A"/>
              </a:buClr>
              <a:buSzPct val="104347"/>
              <a:buFont typeface="Arial"/>
              <a:buChar char="●"/>
              <a:tabLst>
                <a:tab pos="386715" algn="l"/>
              </a:tabLst>
              <a:defRPr/>
            </a:pPr>
            <a:r>
              <a:rPr kumimoji="0" sz="2300" b="0" i="0" u="none" strike="noStrike" kern="0" cap="none" spc="170" normalizeH="0" baseline="0" noProof="0" dirty="0">
                <a:ln>
                  <a:noFill/>
                </a:ln>
                <a:solidFill>
                  <a:sysClr val="windowText" lastClr="000000"/>
                </a:solidFill>
                <a:effectLst/>
                <a:uLnTx/>
                <a:uFillTx/>
                <a:latin typeface="Calibri"/>
                <a:cs typeface="Calibri"/>
              </a:rPr>
              <a:t>Le</a:t>
            </a:r>
            <a:r>
              <a:rPr kumimoji="0" sz="2300" b="0" i="0" u="none" strike="noStrike" kern="0" cap="none" spc="120" normalizeH="0" baseline="0" noProof="0" dirty="0">
                <a:ln>
                  <a:noFill/>
                </a:ln>
                <a:solidFill>
                  <a:sysClr val="windowText" lastClr="000000"/>
                </a:solidFill>
                <a:effectLst/>
                <a:uLnTx/>
                <a:uFillTx/>
                <a:latin typeface="Calibri"/>
                <a:cs typeface="Calibri"/>
              </a:rPr>
              <a:t> </a:t>
            </a:r>
            <a:r>
              <a:rPr kumimoji="0" sz="2300" b="0" i="0" u="none" strike="noStrike" kern="0" cap="none" spc="50" normalizeH="0" baseline="0" noProof="0" dirty="0">
                <a:ln>
                  <a:noFill/>
                </a:ln>
                <a:solidFill>
                  <a:sysClr val="windowText" lastClr="000000"/>
                </a:solidFill>
                <a:effectLst/>
                <a:uLnTx/>
                <a:uFillTx/>
                <a:latin typeface="Calibri"/>
                <a:cs typeface="Calibri"/>
              </a:rPr>
              <a:t>pipeline</a:t>
            </a:r>
            <a:r>
              <a:rPr kumimoji="0" sz="2300" b="0" i="0" u="none" strike="noStrike" kern="0" cap="none" spc="125" normalizeH="0" baseline="0" noProof="0" dirty="0">
                <a:ln>
                  <a:noFill/>
                </a:ln>
                <a:solidFill>
                  <a:sysClr val="windowText" lastClr="000000"/>
                </a:solidFill>
                <a:effectLst/>
                <a:uLnTx/>
                <a:uFillTx/>
                <a:latin typeface="Calibri"/>
                <a:cs typeface="Calibri"/>
              </a:rPr>
              <a:t> </a:t>
            </a:r>
            <a:r>
              <a:rPr kumimoji="0" sz="2300" b="0" i="0" u="none" strike="noStrike" kern="0" cap="none" spc="100" normalizeH="0" baseline="0" noProof="0" dirty="0">
                <a:ln>
                  <a:noFill/>
                </a:ln>
                <a:solidFill>
                  <a:sysClr val="windowText" lastClr="000000"/>
                </a:solidFill>
                <a:effectLst/>
                <a:uLnTx/>
                <a:uFillTx/>
                <a:latin typeface="Calibri"/>
                <a:cs typeface="Calibri"/>
              </a:rPr>
              <a:t>de</a:t>
            </a:r>
            <a:r>
              <a:rPr kumimoji="0" sz="2300" b="0" i="0" u="none" strike="noStrike" kern="0" cap="none" spc="125" normalizeH="0" baseline="0" noProof="0" dirty="0">
                <a:ln>
                  <a:noFill/>
                </a:ln>
                <a:solidFill>
                  <a:sysClr val="windowText" lastClr="000000"/>
                </a:solidFill>
                <a:effectLst/>
                <a:uLnTx/>
                <a:uFillTx/>
                <a:latin typeface="Calibri"/>
                <a:cs typeface="Calibri"/>
              </a:rPr>
              <a:t> </a:t>
            </a:r>
            <a:r>
              <a:rPr kumimoji="0" sz="2300" b="0" i="0" u="none" strike="noStrike" kern="0" cap="none" spc="60" normalizeH="0" baseline="0" noProof="0" dirty="0">
                <a:ln>
                  <a:noFill/>
                </a:ln>
                <a:solidFill>
                  <a:sysClr val="windowText" lastClr="000000"/>
                </a:solidFill>
                <a:effectLst/>
                <a:uLnTx/>
                <a:uFillTx/>
                <a:latin typeface="Calibri"/>
                <a:cs typeface="Calibri"/>
              </a:rPr>
              <a:t>déploiement</a:t>
            </a:r>
            <a:r>
              <a:rPr kumimoji="0" sz="2300" b="0" i="0" u="none" strike="noStrike" kern="0" cap="none" spc="120" normalizeH="0" baseline="0" noProof="0" dirty="0">
                <a:ln>
                  <a:noFill/>
                </a:ln>
                <a:solidFill>
                  <a:sysClr val="windowText" lastClr="000000"/>
                </a:solidFill>
                <a:effectLst/>
                <a:uLnTx/>
                <a:uFillTx/>
                <a:latin typeface="Calibri"/>
                <a:cs typeface="Calibri"/>
              </a:rPr>
              <a:t> </a:t>
            </a:r>
            <a:r>
              <a:rPr kumimoji="0" sz="2300" b="0" i="0" u="none" strike="noStrike" kern="0" cap="none" spc="70" normalizeH="0" baseline="0" noProof="0" dirty="0">
                <a:ln>
                  <a:noFill/>
                </a:ln>
                <a:solidFill>
                  <a:sysClr val="windowText" lastClr="000000"/>
                </a:solidFill>
                <a:effectLst/>
                <a:uLnTx/>
                <a:uFillTx/>
                <a:latin typeface="Calibri"/>
                <a:cs typeface="Calibri"/>
              </a:rPr>
              <a:t>divise </a:t>
            </a:r>
            <a:r>
              <a:rPr kumimoji="0" sz="2300" b="0" i="0" u="none" strike="noStrike" kern="0" cap="none" spc="0" normalizeH="0" baseline="0" noProof="0" dirty="0">
                <a:ln>
                  <a:noFill/>
                </a:ln>
                <a:solidFill>
                  <a:sysClr val="windowText" lastClr="000000"/>
                </a:solidFill>
                <a:effectLst/>
                <a:uLnTx/>
                <a:uFillTx/>
                <a:latin typeface="Calibri"/>
                <a:cs typeface="Calibri"/>
              </a:rPr>
              <a:t>le</a:t>
            </a:r>
            <a:r>
              <a:rPr kumimoji="0" sz="2300" b="0" i="0" u="none" strike="noStrike" kern="0" cap="none" spc="125" normalizeH="0" baseline="0" noProof="0" dirty="0">
                <a:ln>
                  <a:noFill/>
                </a:ln>
                <a:solidFill>
                  <a:sysClr val="windowText" lastClr="000000"/>
                </a:solidFill>
                <a:effectLst/>
                <a:uLnTx/>
                <a:uFillTx/>
                <a:latin typeface="Calibri"/>
                <a:cs typeface="Calibri"/>
              </a:rPr>
              <a:t> </a:t>
            </a:r>
            <a:r>
              <a:rPr kumimoji="0" sz="2300" b="0" i="0" u="none" strike="noStrike" kern="0" cap="none" spc="135" normalizeH="0" baseline="0" noProof="0" dirty="0">
                <a:ln>
                  <a:noFill/>
                </a:ln>
                <a:solidFill>
                  <a:sysClr val="windowText" lastClr="000000"/>
                </a:solidFill>
                <a:effectLst/>
                <a:uLnTx/>
                <a:uFillTx/>
                <a:latin typeface="Calibri"/>
                <a:cs typeface="Calibri"/>
              </a:rPr>
              <a:t>cycle</a:t>
            </a:r>
            <a:r>
              <a:rPr kumimoji="0" sz="2300" b="0" i="0" u="none" strike="noStrike" kern="0" cap="none" spc="130" normalizeH="0" baseline="0" noProof="0" dirty="0">
                <a:ln>
                  <a:noFill/>
                </a:ln>
                <a:solidFill>
                  <a:sysClr val="windowText" lastClr="000000"/>
                </a:solidFill>
                <a:effectLst/>
                <a:uLnTx/>
                <a:uFillTx/>
                <a:latin typeface="Calibri"/>
                <a:cs typeface="Calibri"/>
              </a:rPr>
              <a:t> </a:t>
            </a:r>
            <a:r>
              <a:rPr kumimoji="0" sz="2300" b="0" i="0" u="none" strike="noStrike" kern="0" cap="none" spc="100" normalizeH="0" baseline="0" noProof="0" dirty="0">
                <a:ln>
                  <a:noFill/>
                </a:ln>
                <a:solidFill>
                  <a:sysClr val="windowText" lastClr="000000"/>
                </a:solidFill>
                <a:effectLst/>
                <a:uLnTx/>
                <a:uFillTx/>
                <a:latin typeface="Calibri"/>
                <a:cs typeface="Calibri"/>
              </a:rPr>
              <a:t>de</a:t>
            </a:r>
            <a:r>
              <a:rPr kumimoji="0" sz="2300" b="0" i="0" u="none" strike="noStrike" kern="0" cap="none" spc="130" normalizeH="0" baseline="0" noProof="0" dirty="0">
                <a:ln>
                  <a:noFill/>
                </a:ln>
                <a:solidFill>
                  <a:sysClr val="windowText" lastClr="000000"/>
                </a:solidFill>
                <a:effectLst/>
                <a:uLnTx/>
                <a:uFillTx/>
                <a:latin typeface="Calibri"/>
                <a:cs typeface="Calibri"/>
              </a:rPr>
              <a:t> </a:t>
            </a:r>
            <a:r>
              <a:rPr kumimoji="0" sz="2300" b="0" i="0" u="none" strike="noStrike" kern="0" cap="none" spc="50" normalizeH="0" baseline="0" noProof="0" dirty="0">
                <a:ln>
                  <a:noFill/>
                </a:ln>
                <a:solidFill>
                  <a:sysClr val="windowText" lastClr="000000"/>
                </a:solidFill>
                <a:effectLst/>
                <a:uLnTx/>
                <a:uFillTx/>
                <a:latin typeface="Calibri"/>
                <a:cs typeface="Calibri"/>
              </a:rPr>
              <a:t>vie</a:t>
            </a:r>
            <a:r>
              <a:rPr kumimoji="0" sz="2300" b="0" i="0" u="none" strike="noStrike" kern="0" cap="none" spc="130" normalizeH="0" baseline="0" noProof="0" dirty="0">
                <a:ln>
                  <a:noFill/>
                </a:ln>
                <a:solidFill>
                  <a:sysClr val="windowText" lastClr="000000"/>
                </a:solidFill>
                <a:effectLst/>
                <a:uLnTx/>
                <a:uFillTx/>
                <a:latin typeface="Calibri"/>
                <a:cs typeface="Calibri"/>
              </a:rPr>
              <a:t> </a:t>
            </a:r>
            <a:r>
              <a:rPr kumimoji="0" sz="2300" b="0" i="0" u="none" strike="noStrike" kern="0" cap="none" spc="100" normalizeH="0" baseline="0" noProof="0" dirty="0">
                <a:ln>
                  <a:noFill/>
                </a:ln>
                <a:solidFill>
                  <a:sysClr val="windowText" lastClr="000000"/>
                </a:solidFill>
                <a:effectLst/>
                <a:uLnTx/>
                <a:uFillTx/>
                <a:latin typeface="Calibri"/>
                <a:cs typeface="Calibri"/>
              </a:rPr>
              <a:t>de</a:t>
            </a:r>
            <a:r>
              <a:rPr kumimoji="0" sz="2300" b="0" i="0" u="none" strike="noStrike" kern="0" cap="none" spc="130" normalizeH="0" baseline="0" noProof="0" dirty="0">
                <a:ln>
                  <a:noFill/>
                </a:ln>
                <a:solidFill>
                  <a:sysClr val="windowText" lastClr="000000"/>
                </a:solidFill>
                <a:effectLst/>
                <a:uLnTx/>
                <a:uFillTx/>
                <a:latin typeface="Calibri"/>
                <a:cs typeface="Calibri"/>
              </a:rPr>
              <a:t> </a:t>
            </a:r>
            <a:r>
              <a:rPr kumimoji="0" sz="2300" b="0" i="0" u="none" strike="noStrike" kern="0" cap="none" spc="55" normalizeH="0" baseline="0" noProof="0" dirty="0">
                <a:ln>
                  <a:noFill/>
                </a:ln>
                <a:solidFill>
                  <a:sysClr val="windowText" lastClr="000000"/>
                </a:solidFill>
                <a:effectLst/>
                <a:uLnTx/>
                <a:uFillTx/>
                <a:latin typeface="Calibri"/>
                <a:cs typeface="Calibri"/>
              </a:rPr>
              <a:t>livraison</a:t>
            </a:r>
            <a:r>
              <a:rPr kumimoji="0" sz="2300" b="0" i="0" u="none" strike="noStrike" kern="0" cap="none" spc="130" normalizeH="0" baseline="0" noProof="0" dirty="0">
                <a:ln>
                  <a:noFill/>
                </a:ln>
                <a:solidFill>
                  <a:sysClr val="windowText" lastClr="000000"/>
                </a:solidFill>
                <a:effectLst/>
                <a:uLnTx/>
                <a:uFillTx/>
                <a:latin typeface="Calibri"/>
                <a:cs typeface="Calibri"/>
              </a:rPr>
              <a:t> </a:t>
            </a:r>
            <a:r>
              <a:rPr kumimoji="0" sz="2300" b="0" i="0" u="none" strike="noStrike" kern="0" cap="none" spc="65" normalizeH="0" baseline="0" noProof="0" dirty="0">
                <a:ln>
                  <a:noFill/>
                </a:ln>
                <a:solidFill>
                  <a:sysClr val="windowText" lastClr="000000"/>
                </a:solidFill>
                <a:effectLst/>
                <a:uLnTx/>
                <a:uFillTx/>
                <a:latin typeface="Calibri"/>
                <a:cs typeface="Calibri"/>
              </a:rPr>
              <a:t>du logiciel</a:t>
            </a:r>
            <a:r>
              <a:rPr kumimoji="0" sz="2300" b="0" i="0" u="none" strike="noStrike" kern="0" cap="none" spc="135" normalizeH="0" baseline="0" noProof="0" dirty="0">
                <a:ln>
                  <a:noFill/>
                </a:ln>
                <a:solidFill>
                  <a:sysClr val="windowText" lastClr="000000"/>
                </a:solidFill>
                <a:effectLst/>
                <a:uLnTx/>
                <a:uFillTx/>
                <a:latin typeface="Calibri"/>
                <a:cs typeface="Calibri"/>
              </a:rPr>
              <a:t> </a:t>
            </a:r>
            <a:r>
              <a:rPr kumimoji="0" sz="2300" b="0" i="0" u="none" strike="noStrike" kern="0" cap="none" spc="65" normalizeH="0" baseline="0" noProof="0" dirty="0">
                <a:ln>
                  <a:noFill/>
                </a:ln>
                <a:solidFill>
                  <a:sysClr val="windowText" lastClr="000000"/>
                </a:solidFill>
                <a:effectLst/>
                <a:uLnTx/>
                <a:uFillTx/>
                <a:latin typeface="Calibri"/>
                <a:cs typeface="Calibri"/>
              </a:rPr>
              <a:t>en</a:t>
            </a:r>
            <a:r>
              <a:rPr kumimoji="0" sz="2300" b="0" i="0" u="none" strike="noStrike" kern="0" cap="none" spc="140" normalizeH="0" baseline="0" noProof="0" dirty="0">
                <a:ln>
                  <a:noFill/>
                </a:ln>
                <a:solidFill>
                  <a:sysClr val="windowText" lastClr="000000"/>
                </a:solidFill>
                <a:effectLst/>
                <a:uLnTx/>
                <a:uFillTx/>
                <a:latin typeface="Calibri"/>
                <a:cs typeface="Calibri"/>
              </a:rPr>
              <a:t> </a:t>
            </a:r>
            <a:r>
              <a:rPr kumimoji="0" sz="2300" b="0" i="0" u="none" strike="noStrike" kern="0" cap="none" spc="100" normalizeH="0" baseline="0" noProof="0" dirty="0">
                <a:ln>
                  <a:noFill/>
                </a:ln>
                <a:solidFill>
                  <a:sysClr val="windowText" lastClr="000000"/>
                </a:solidFill>
                <a:effectLst/>
                <a:uLnTx/>
                <a:uFillTx/>
                <a:latin typeface="Calibri"/>
                <a:cs typeface="Calibri"/>
              </a:rPr>
              <a:t>étapes</a:t>
            </a:r>
            <a:r>
              <a:rPr kumimoji="0" sz="2300" b="0" i="0" u="none" strike="noStrike" kern="0" cap="none" spc="135" normalizeH="0" baseline="0" noProof="0" dirty="0">
                <a:ln>
                  <a:noFill/>
                </a:ln>
                <a:solidFill>
                  <a:sysClr val="windowText" lastClr="000000"/>
                </a:solidFill>
                <a:effectLst/>
                <a:uLnTx/>
                <a:uFillTx/>
                <a:latin typeface="Calibri"/>
                <a:cs typeface="Calibri"/>
              </a:rPr>
              <a:t> </a:t>
            </a:r>
            <a:r>
              <a:rPr kumimoji="0" sz="2300" b="0" i="0" u="none" strike="noStrike" kern="0" cap="none" spc="95" normalizeH="0" baseline="0" noProof="0" dirty="0">
                <a:ln>
                  <a:noFill/>
                </a:ln>
                <a:solidFill>
                  <a:sysClr val="windowText" lastClr="000000"/>
                </a:solidFill>
                <a:effectLst/>
                <a:uLnTx/>
                <a:uFillTx/>
                <a:latin typeface="Calibri"/>
                <a:cs typeface="Calibri"/>
              </a:rPr>
              <a:t>logiques</a:t>
            </a:r>
            <a:endParaRPr kumimoji="0" sz="2300" b="0" i="0" u="none" strike="noStrike" kern="0" cap="none" spc="0" normalizeH="0" baseline="0" noProof="0" dirty="0">
              <a:ln>
                <a:noFill/>
              </a:ln>
              <a:solidFill>
                <a:sysClr val="windowText" lastClr="000000"/>
              </a:solidFill>
              <a:effectLst/>
              <a:uLnTx/>
              <a:uFillTx/>
              <a:latin typeface="Calibri"/>
              <a:cs typeface="Calibri"/>
            </a:endParaRPr>
          </a:p>
          <a:p>
            <a:pPr marL="386715" marR="0" lvl="0" indent="-374015" defTabSz="914400" eaLnBrk="1" fontAlgn="auto" latinLnBrk="0" hangingPunct="1">
              <a:lnSpc>
                <a:spcPct val="100000"/>
              </a:lnSpc>
              <a:spcBef>
                <a:spcPts val="1310"/>
              </a:spcBef>
              <a:spcAft>
                <a:spcPts val="0"/>
              </a:spcAft>
              <a:buClr>
                <a:srgbClr val="12717A"/>
              </a:buClr>
              <a:buSzPct val="104347"/>
              <a:buFont typeface="Arial"/>
              <a:buChar char="●"/>
              <a:tabLst>
                <a:tab pos="386715" algn="l"/>
              </a:tabLst>
              <a:defRPr/>
            </a:pPr>
            <a:r>
              <a:rPr kumimoji="0" sz="2300" b="0" i="0" u="none" strike="noStrike" kern="0" cap="none" spc="145" normalizeH="0" baseline="0" noProof="0" dirty="0">
                <a:ln>
                  <a:noFill/>
                </a:ln>
                <a:solidFill>
                  <a:sysClr val="windowText" lastClr="000000"/>
                </a:solidFill>
                <a:effectLst/>
                <a:uLnTx/>
                <a:uFillTx/>
                <a:latin typeface="Calibri"/>
                <a:cs typeface="Calibri"/>
              </a:rPr>
              <a:t>Chaque</a:t>
            </a:r>
            <a:r>
              <a:rPr kumimoji="0" sz="2300" b="0" i="0" u="none" strike="noStrike" kern="0" cap="none" spc="135" normalizeH="0" baseline="0" noProof="0" dirty="0">
                <a:ln>
                  <a:noFill/>
                </a:ln>
                <a:solidFill>
                  <a:sysClr val="windowText" lastClr="000000"/>
                </a:solidFill>
                <a:effectLst/>
                <a:uLnTx/>
                <a:uFillTx/>
                <a:latin typeface="Calibri"/>
                <a:cs typeface="Calibri"/>
              </a:rPr>
              <a:t> </a:t>
            </a:r>
            <a:r>
              <a:rPr kumimoji="0" sz="2300" b="0" i="0" u="none" strike="noStrike" kern="0" cap="none" spc="70" normalizeH="0" baseline="0" noProof="0" dirty="0">
                <a:ln>
                  <a:noFill/>
                </a:ln>
                <a:solidFill>
                  <a:sysClr val="windowText" lastClr="000000"/>
                </a:solidFill>
                <a:effectLst/>
                <a:uLnTx/>
                <a:uFillTx/>
                <a:latin typeface="Calibri"/>
                <a:cs typeface="Calibri"/>
              </a:rPr>
              <a:t>étape</a:t>
            </a:r>
            <a:r>
              <a:rPr kumimoji="0" sz="2300" b="0" i="0" u="none" strike="noStrike" kern="0" cap="none" spc="140" normalizeH="0" baseline="0" noProof="0" dirty="0">
                <a:ln>
                  <a:noFill/>
                </a:ln>
                <a:solidFill>
                  <a:sysClr val="windowText" lastClr="000000"/>
                </a:solidFill>
                <a:effectLst/>
                <a:uLnTx/>
                <a:uFillTx/>
                <a:latin typeface="Calibri"/>
                <a:cs typeface="Calibri"/>
              </a:rPr>
              <a:t> </a:t>
            </a:r>
            <a:r>
              <a:rPr kumimoji="0" sz="2300" b="0" i="0" u="none" strike="noStrike" kern="0" cap="none" spc="0" normalizeH="0" baseline="0" noProof="0" dirty="0">
                <a:ln>
                  <a:noFill/>
                </a:ln>
                <a:solidFill>
                  <a:sysClr val="windowText" lastClr="000000"/>
                </a:solidFill>
                <a:effectLst/>
                <a:uLnTx/>
                <a:uFillTx/>
                <a:latin typeface="Calibri"/>
                <a:cs typeface="Calibri"/>
              </a:rPr>
              <a:t>fournit</a:t>
            </a:r>
            <a:r>
              <a:rPr kumimoji="0" sz="2300" b="0" i="0" u="none" strike="noStrike" kern="0" cap="none" spc="140" normalizeH="0" baseline="0" noProof="0" dirty="0">
                <a:ln>
                  <a:noFill/>
                </a:ln>
                <a:solidFill>
                  <a:sysClr val="windowText" lastClr="000000"/>
                </a:solidFill>
                <a:effectLst/>
                <a:uLnTx/>
                <a:uFillTx/>
                <a:latin typeface="Calibri"/>
                <a:cs typeface="Calibri"/>
              </a:rPr>
              <a:t> </a:t>
            </a:r>
            <a:r>
              <a:rPr kumimoji="0" sz="2300" b="0" i="0" u="none" strike="noStrike" kern="0" cap="none" spc="-50" normalizeH="0" baseline="0" noProof="0" dirty="0">
                <a:ln>
                  <a:noFill/>
                </a:ln>
                <a:solidFill>
                  <a:sysClr val="windowText" lastClr="000000"/>
                </a:solidFill>
                <a:effectLst/>
                <a:uLnTx/>
                <a:uFillTx/>
                <a:latin typeface="Calibri"/>
                <a:cs typeface="Calibri"/>
              </a:rPr>
              <a:t>:</a:t>
            </a:r>
            <a:endParaRPr kumimoji="0" sz="2300" b="0" i="0" u="none" strike="noStrike" kern="0" cap="none" spc="0" normalizeH="0" baseline="0" noProof="0" dirty="0">
              <a:ln>
                <a:noFill/>
              </a:ln>
              <a:solidFill>
                <a:sysClr val="windowText" lastClr="000000"/>
              </a:solidFill>
              <a:effectLst/>
              <a:uLnTx/>
              <a:uFillTx/>
              <a:latin typeface="Calibri"/>
              <a:cs typeface="Calibri"/>
            </a:endParaRPr>
          </a:p>
          <a:p>
            <a:pPr marL="878840" marR="5080" lvl="1" indent="-315595" defTabSz="914400" eaLnBrk="1" fontAlgn="auto" latinLnBrk="0" hangingPunct="1">
              <a:lnSpc>
                <a:spcPct val="100699"/>
              </a:lnSpc>
              <a:spcBef>
                <a:spcPts val="459"/>
              </a:spcBef>
              <a:spcAft>
                <a:spcPts val="0"/>
              </a:spcAft>
              <a:buClrTx/>
              <a:buSzPct val="95238"/>
              <a:buFont typeface="Arial"/>
              <a:buChar char="–"/>
              <a:tabLst>
                <a:tab pos="878840" algn="l"/>
              </a:tabLst>
              <a:defRPr/>
            </a:pPr>
            <a:r>
              <a:rPr kumimoji="0" sz="2100" b="0" i="0" u="none" strike="noStrike" kern="0" cap="none" spc="60" normalizeH="0" baseline="0" noProof="0" dirty="0">
                <a:ln>
                  <a:noFill/>
                </a:ln>
                <a:solidFill>
                  <a:srgbClr val="262E37"/>
                </a:solidFill>
                <a:effectLst/>
                <a:uLnTx/>
                <a:uFillTx/>
                <a:latin typeface="Calibri"/>
                <a:cs typeface="Calibri"/>
              </a:rPr>
              <a:t>l'occasion</a:t>
            </a:r>
            <a:r>
              <a:rPr kumimoji="0" sz="2100" b="0" i="0" u="none" strike="noStrike" kern="0" cap="none" spc="50" normalizeH="0" baseline="0" noProof="0" dirty="0">
                <a:ln>
                  <a:noFill/>
                </a:ln>
                <a:solidFill>
                  <a:srgbClr val="262E37"/>
                </a:solidFill>
                <a:effectLst/>
                <a:uLnTx/>
                <a:uFillTx/>
                <a:latin typeface="Calibri"/>
                <a:cs typeface="Calibri"/>
              </a:rPr>
              <a:t> </a:t>
            </a:r>
            <a:r>
              <a:rPr kumimoji="0" sz="2100" b="0" i="0" u="none" strike="noStrike" kern="0" cap="none" spc="60" normalizeH="0" baseline="0" noProof="0" dirty="0">
                <a:ln>
                  <a:noFill/>
                </a:ln>
                <a:solidFill>
                  <a:srgbClr val="262E37"/>
                </a:solidFill>
                <a:effectLst/>
                <a:uLnTx/>
                <a:uFillTx/>
                <a:latin typeface="Calibri"/>
                <a:cs typeface="Calibri"/>
              </a:rPr>
              <a:t>de</a:t>
            </a:r>
            <a:r>
              <a:rPr kumimoji="0" sz="2100" b="0" i="0" u="none" strike="noStrike" kern="0" cap="none" spc="50" normalizeH="0" baseline="0" noProof="0" dirty="0">
                <a:ln>
                  <a:noFill/>
                </a:ln>
                <a:solidFill>
                  <a:srgbClr val="262E37"/>
                </a:solidFill>
                <a:effectLst/>
                <a:uLnTx/>
                <a:uFillTx/>
                <a:latin typeface="Calibri"/>
                <a:cs typeface="Calibri"/>
              </a:rPr>
              <a:t> </a:t>
            </a:r>
            <a:r>
              <a:rPr kumimoji="0" sz="2100" b="0" i="0" u="none" strike="noStrike" kern="0" cap="none" spc="-35" normalizeH="0" baseline="0" noProof="0" dirty="0">
                <a:ln>
                  <a:noFill/>
                </a:ln>
                <a:solidFill>
                  <a:srgbClr val="262E37"/>
                </a:solidFill>
                <a:effectLst/>
                <a:uLnTx/>
                <a:uFillTx/>
                <a:latin typeface="Calibri"/>
                <a:cs typeface="Calibri"/>
              </a:rPr>
              <a:t>vériﬁer</a:t>
            </a:r>
            <a:r>
              <a:rPr kumimoji="0" sz="2100" b="0" i="0" u="none" strike="noStrike" kern="0" cap="none" spc="50" normalizeH="0" baseline="0" noProof="0" dirty="0">
                <a:ln>
                  <a:noFill/>
                </a:ln>
                <a:solidFill>
                  <a:srgbClr val="262E37"/>
                </a:solidFill>
                <a:effectLst/>
                <a:uLnTx/>
                <a:uFillTx/>
                <a:latin typeface="Calibri"/>
                <a:cs typeface="Calibri"/>
              </a:rPr>
              <a:t> </a:t>
            </a:r>
            <a:r>
              <a:rPr kumimoji="0" sz="2100" b="0" i="0" u="none" strike="noStrike" kern="0" cap="none" spc="0" normalizeH="0" baseline="0" noProof="0" dirty="0">
                <a:ln>
                  <a:noFill/>
                </a:ln>
                <a:solidFill>
                  <a:srgbClr val="262E37"/>
                </a:solidFill>
                <a:effectLst/>
                <a:uLnTx/>
                <a:uFillTx/>
                <a:latin typeface="Calibri"/>
                <a:cs typeface="Calibri"/>
              </a:rPr>
              <a:t>la</a:t>
            </a:r>
            <a:r>
              <a:rPr kumimoji="0" sz="2100" b="0" i="0" u="none" strike="noStrike" kern="0" cap="none" spc="50" normalizeH="0" baseline="0" noProof="0" dirty="0">
                <a:ln>
                  <a:noFill/>
                </a:ln>
                <a:solidFill>
                  <a:srgbClr val="262E37"/>
                </a:solidFill>
                <a:effectLst/>
                <a:uLnTx/>
                <a:uFillTx/>
                <a:latin typeface="Calibri"/>
                <a:cs typeface="Calibri"/>
              </a:rPr>
              <a:t> </a:t>
            </a:r>
            <a:r>
              <a:rPr kumimoji="0" sz="2100" b="0" i="0" u="none" strike="noStrike" kern="0" cap="none" spc="0" normalizeH="0" baseline="0" noProof="0" dirty="0">
                <a:ln>
                  <a:noFill/>
                </a:ln>
                <a:solidFill>
                  <a:srgbClr val="262E37"/>
                </a:solidFill>
                <a:effectLst/>
                <a:uLnTx/>
                <a:uFillTx/>
                <a:latin typeface="Calibri"/>
                <a:cs typeface="Calibri"/>
              </a:rPr>
              <a:t>qualité</a:t>
            </a:r>
            <a:r>
              <a:rPr kumimoji="0" sz="2100" b="0" i="0" u="none" strike="noStrike" kern="0" cap="none" spc="50" normalizeH="0" baseline="0" noProof="0" dirty="0">
                <a:ln>
                  <a:noFill/>
                </a:ln>
                <a:solidFill>
                  <a:srgbClr val="262E37"/>
                </a:solidFill>
                <a:effectLst/>
                <a:uLnTx/>
                <a:uFillTx/>
                <a:latin typeface="Calibri"/>
                <a:cs typeface="Calibri"/>
              </a:rPr>
              <a:t> </a:t>
            </a:r>
            <a:r>
              <a:rPr kumimoji="0" sz="2100" b="0" i="0" u="none" strike="noStrike" kern="0" cap="none" spc="75" normalizeH="0" baseline="0" noProof="0" dirty="0">
                <a:ln>
                  <a:noFill/>
                </a:ln>
                <a:solidFill>
                  <a:srgbClr val="262E37"/>
                </a:solidFill>
                <a:effectLst/>
                <a:uLnTx/>
                <a:uFillTx/>
                <a:latin typeface="Calibri"/>
                <a:cs typeface="Calibri"/>
              </a:rPr>
              <a:t>des </a:t>
            </a:r>
            <a:r>
              <a:rPr kumimoji="0" sz="2100" b="0" i="0" u="none" strike="noStrike" kern="0" cap="none" spc="0" normalizeH="0" baseline="0" noProof="0" dirty="0">
                <a:ln>
                  <a:noFill/>
                </a:ln>
                <a:solidFill>
                  <a:srgbClr val="262E37"/>
                </a:solidFill>
                <a:effectLst/>
                <a:uLnTx/>
                <a:uFillTx/>
                <a:latin typeface="Calibri"/>
                <a:cs typeface="Calibri"/>
              </a:rPr>
              <a:t>nouvelles</a:t>
            </a:r>
            <a:r>
              <a:rPr kumimoji="0" sz="2100" b="0" i="0" u="none" strike="noStrike" kern="0" cap="none" spc="145" normalizeH="0" baseline="0" noProof="0" dirty="0">
                <a:ln>
                  <a:noFill/>
                </a:ln>
                <a:solidFill>
                  <a:srgbClr val="262E37"/>
                </a:solidFill>
                <a:effectLst/>
                <a:uLnTx/>
                <a:uFillTx/>
                <a:latin typeface="Calibri"/>
                <a:cs typeface="Calibri"/>
              </a:rPr>
              <a:t> </a:t>
            </a:r>
            <a:r>
              <a:rPr kumimoji="0" sz="2100" b="0" i="0" u="none" strike="noStrike" kern="0" cap="none" spc="0" normalizeH="0" baseline="0" noProof="0" dirty="0">
                <a:ln>
                  <a:noFill/>
                </a:ln>
                <a:solidFill>
                  <a:srgbClr val="262E37"/>
                </a:solidFill>
                <a:effectLst/>
                <a:uLnTx/>
                <a:uFillTx/>
                <a:latin typeface="Calibri"/>
                <a:cs typeface="Calibri"/>
              </a:rPr>
              <a:t>fonctionnalités</a:t>
            </a:r>
            <a:r>
              <a:rPr kumimoji="0" sz="2100" b="0" i="0" u="none" strike="noStrike" kern="0" cap="none" spc="150" normalizeH="0" baseline="0" noProof="0" dirty="0">
                <a:ln>
                  <a:noFill/>
                </a:ln>
                <a:solidFill>
                  <a:srgbClr val="262E37"/>
                </a:solidFill>
                <a:effectLst/>
                <a:uLnTx/>
                <a:uFillTx/>
                <a:latin typeface="Calibri"/>
                <a:cs typeface="Calibri"/>
              </a:rPr>
              <a:t> </a:t>
            </a:r>
            <a:r>
              <a:rPr kumimoji="0" sz="2100" b="0" i="0" u="none" strike="noStrike" kern="0" cap="none" spc="100" normalizeH="0" baseline="0" noProof="0" dirty="0">
                <a:ln>
                  <a:noFill/>
                </a:ln>
                <a:solidFill>
                  <a:srgbClr val="262E37"/>
                </a:solidFill>
                <a:effectLst/>
                <a:uLnTx/>
                <a:uFillTx/>
                <a:latin typeface="Calibri"/>
                <a:cs typeface="Calibri"/>
              </a:rPr>
              <a:t>sous</a:t>
            </a:r>
            <a:r>
              <a:rPr kumimoji="0" sz="2100" b="0" i="0" u="none" strike="noStrike" kern="0" cap="none" spc="150" normalizeH="0" baseline="0" noProof="0" dirty="0">
                <a:ln>
                  <a:noFill/>
                </a:ln>
                <a:solidFill>
                  <a:srgbClr val="262E37"/>
                </a:solidFill>
                <a:effectLst/>
                <a:uLnTx/>
                <a:uFillTx/>
                <a:latin typeface="Calibri"/>
                <a:cs typeface="Calibri"/>
              </a:rPr>
              <a:t> </a:t>
            </a:r>
            <a:r>
              <a:rPr kumimoji="0" sz="2100" b="0" i="0" u="none" strike="noStrike" kern="0" cap="none" spc="-25" normalizeH="0" baseline="0" noProof="0" dirty="0">
                <a:ln>
                  <a:noFill/>
                </a:ln>
                <a:solidFill>
                  <a:srgbClr val="262E37"/>
                </a:solidFill>
                <a:effectLst/>
                <a:uLnTx/>
                <a:uFillTx/>
                <a:latin typeface="Calibri"/>
                <a:cs typeface="Calibri"/>
              </a:rPr>
              <a:t>un </a:t>
            </a:r>
            <a:r>
              <a:rPr kumimoji="0" sz="2100" b="0" i="0" u="none" strike="noStrike" kern="0" cap="none" spc="0" normalizeH="0" baseline="0" noProof="0" dirty="0">
                <a:ln>
                  <a:noFill/>
                </a:ln>
                <a:solidFill>
                  <a:srgbClr val="262E37"/>
                </a:solidFill>
                <a:effectLst/>
                <a:uLnTx/>
                <a:uFillTx/>
                <a:latin typeface="Calibri"/>
                <a:cs typeface="Calibri"/>
              </a:rPr>
              <a:t>angle</a:t>
            </a:r>
            <a:r>
              <a:rPr kumimoji="0" sz="2100" b="0" i="0" u="none" strike="noStrike" kern="0" cap="none" spc="130" normalizeH="0" baseline="0" noProof="0" dirty="0">
                <a:ln>
                  <a:noFill/>
                </a:ln>
                <a:solidFill>
                  <a:srgbClr val="262E37"/>
                </a:solidFill>
                <a:effectLst/>
                <a:uLnTx/>
                <a:uFillTx/>
                <a:latin typeface="Calibri"/>
                <a:cs typeface="Calibri"/>
              </a:rPr>
              <a:t> </a:t>
            </a:r>
            <a:r>
              <a:rPr kumimoji="0" sz="2100" b="0" i="0" u="none" strike="noStrike" kern="0" cap="none" spc="-20" normalizeH="0" baseline="0" noProof="0" dirty="0">
                <a:ln>
                  <a:noFill/>
                </a:ln>
                <a:solidFill>
                  <a:srgbClr val="262E37"/>
                </a:solidFill>
                <a:effectLst/>
                <a:uLnTx/>
                <a:uFillTx/>
                <a:latin typeface="Calibri"/>
                <a:cs typeface="Calibri"/>
              </a:rPr>
              <a:t>diﬀérent</a:t>
            </a:r>
            <a:r>
              <a:rPr kumimoji="0" sz="2100" b="0" i="0" u="none" strike="noStrike" kern="0" cap="none" spc="130" normalizeH="0" baseline="0" noProof="0" dirty="0">
                <a:ln>
                  <a:noFill/>
                </a:ln>
                <a:solidFill>
                  <a:srgbClr val="262E37"/>
                </a:solidFill>
                <a:effectLst/>
                <a:uLnTx/>
                <a:uFillTx/>
                <a:latin typeface="Calibri"/>
                <a:cs typeface="Calibri"/>
              </a:rPr>
              <a:t> </a:t>
            </a:r>
            <a:r>
              <a:rPr kumimoji="0" sz="2100" b="0" i="0" u="none" strike="noStrike" kern="0" cap="none" spc="-50" normalizeH="0" baseline="0" noProof="0" dirty="0">
                <a:ln>
                  <a:noFill/>
                </a:ln>
                <a:solidFill>
                  <a:srgbClr val="262E37"/>
                </a:solidFill>
                <a:effectLst/>
                <a:uLnTx/>
                <a:uFillTx/>
                <a:latin typeface="Calibri"/>
                <a:cs typeface="Calibri"/>
              </a:rPr>
              <a:t>;</a:t>
            </a:r>
            <a:endParaRPr kumimoji="0" sz="2100" b="0" i="0" u="none" strike="noStrike" kern="0" cap="none" spc="0" normalizeH="0" baseline="0" noProof="0" dirty="0">
              <a:ln>
                <a:noFill/>
              </a:ln>
              <a:solidFill>
                <a:sysClr val="windowText" lastClr="000000"/>
              </a:solidFill>
              <a:effectLst/>
              <a:uLnTx/>
              <a:uFillTx/>
              <a:latin typeface="Calibri"/>
              <a:cs typeface="Calibri"/>
            </a:endParaRPr>
          </a:p>
          <a:p>
            <a:pPr marL="878840" marR="0" lvl="1" indent="-314960" defTabSz="914400" eaLnBrk="1" fontAlgn="auto" latinLnBrk="0" hangingPunct="1">
              <a:lnSpc>
                <a:spcPct val="100000"/>
              </a:lnSpc>
              <a:spcBef>
                <a:spcPts val="505"/>
              </a:spcBef>
              <a:spcAft>
                <a:spcPts val="0"/>
              </a:spcAft>
              <a:buClrTx/>
              <a:buSzPct val="95238"/>
              <a:buFont typeface="Arial"/>
              <a:buChar char="–"/>
              <a:tabLst>
                <a:tab pos="878840" algn="l"/>
              </a:tabLst>
              <a:defRPr/>
            </a:pPr>
            <a:r>
              <a:rPr kumimoji="0" sz="2100" b="0" i="0" u="none" strike="noStrike" kern="0" cap="none" spc="60" normalizeH="0" baseline="0" noProof="0" dirty="0">
                <a:ln>
                  <a:noFill/>
                </a:ln>
                <a:solidFill>
                  <a:srgbClr val="262E37"/>
                </a:solidFill>
                <a:effectLst/>
                <a:uLnTx/>
                <a:uFillTx/>
                <a:latin typeface="Calibri"/>
                <a:cs typeface="Calibri"/>
              </a:rPr>
              <a:t>du</a:t>
            </a:r>
            <a:r>
              <a:rPr kumimoji="0" sz="2100" b="0" i="0" u="none" strike="noStrike" kern="0" cap="none" spc="145" normalizeH="0" baseline="0" noProof="0" dirty="0">
                <a:ln>
                  <a:noFill/>
                </a:ln>
                <a:solidFill>
                  <a:srgbClr val="262E37"/>
                </a:solidFill>
                <a:effectLst/>
                <a:uLnTx/>
                <a:uFillTx/>
                <a:latin typeface="Calibri"/>
                <a:cs typeface="Calibri"/>
              </a:rPr>
              <a:t> </a:t>
            </a:r>
            <a:r>
              <a:rPr kumimoji="0" sz="2100" b="0" i="0" u="none" strike="noStrike" kern="0" cap="none" spc="65" normalizeH="0" baseline="0" noProof="0" dirty="0">
                <a:ln>
                  <a:noFill/>
                </a:ln>
                <a:solidFill>
                  <a:srgbClr val="262E37"/>
                </a:solidFill>
                <a:effectLst/>
                <a:uLnTx/>
                <a:uFillTx/>
                <a:latin typeface="Calibri"/>
                <a:cs typeface="Calibri"/>
              </a:rPr>
              <a:t>feedback</a:t>
            </a:r>
            <a:r>
              <a:rPr kumimoji="0" sz="2100" b="0" i="0" u="none" strike="noStrike" kern="0" cap="none" spc="150" normalizeH="0" baseline="0" noProof="0" dirty="0">
                <a:ln>
                  <a:noFill/>
                </a:ln>
                <a:solidFill>
                  <a:srgbClr val="262E37"/>
                </a:solidFill>
                <a:effectLst/>
                <a:uLnTx/>
                <a:uFillTx/>
                <a:latin typeface="Calibri"/>
                <a:cs typeface="Calibri"/>
              </a:rPr>
              <a:t> </a:t>
            </a:r>
            <a:r>
              <a:rPr kumimoji="0" sz="2100" b="0" i="0" u="none" strike="noStrike" kern="0" cap="none" spc="0" normalizeH="0" baseline="0" noProof="0" dirty="0">
                <a:ln>
                  <a:noFill/>
                </a:ln>
                <a:solidFill>
                  <a:srgbClr val="262E37"/>
                </a:solidFill>
                <a:effectLst/>
                <a:uLnTx/>
                <a:uFillTx/>
                <a:latin typeface="Calibri"/>
                <a:cs typeface="Calibri"/>
              </a:rPr>
              <a:t>rapide</a:t>
            </a:r>
            <a:r>
              <a:rPr kumimoji="0" sz="2100" b="0" i="0" u="none" strike="noStrike" kern="0" cap="none" spc="145" normalizeH="0" baseline="0" noProof="0" dirty="0">
                <a:ln>
                  <a:noFill/>
                </a:ln>
                <a:solidFill>
                  <a:srgbClr val="262E37"/>
                </a:solidFill>
                <a:effectLst/>
                <a:uLnTx/>
                <a:uFillTx/>
                <a:latin typeface="Calibri"/>
                <a:cs typeface="Calibri"/>
              </a:rPr>
              <a:t> </a:t>
            </a:r>
            <a:r>
              <a:rPr kumimoji="0" sz="2100" b="0" i="0" u="none" strike="noStrike" kern="0" cap="none" spc="80" normalizeH="0" baseline="0" noProof="0" dirty="0">
                <a:ln>
                  <a:noFill/>
                </a:ln>
                <a:solidFill>
                  <a:srgbClr val="262E37"/>
                </a:solidFill>
                <a:effectLst/>
                <a:uLnTx/>
                <a:uFillTx/>
                <a:latin typeface="Calibri"/>
                <a:cs typeface="Calibri"/>
              </a:rPr>
              <a:t>à</a:t>
            </a:r>
            <a:r>
              <a:rPr kumimoji="0" sz="2100" b="0" i="0" u="none" strike="noStrike" kern="0" cap="none" spc="150" normalizeH="0" baseline="0" noProof="0" dirty="0">
                <a:ln>
                  <a:noFill/>
                </a:ln>
                <a:solidFill>
                  <a:srgbClr val="262E37"/>
                </a:solidFill>
                <a:effectLst/>
                <a:uLnTx/>
                <a:uFillTx/>
                <a:latin typeface="Calibri"/>
                <a:cs typeface="Calibri"/>
              </a:rPr>
              <a:t> </a:t>
            </a:r>
            <a:r>
              <a:rPr kumimoji="0" sz="2100" b="0" i="0" u="none" strike="noStrike" kern="0" cap="none" spc="0" normalizeH="0" baseline="0" noProof="0" dirty="0">
                <a:ln>
                  <a:noFill/>
                </a:ln>
                <a:solidFill>
                  <a:srgbClr val="262E37"/>
                </a:solidFill>
                <a:effectLst/>
                <a:uLnTx/>
                <a:uFillTx/>
                <a:latin typeface="Calibri"/>
                <a:cs typeface="Calibri"/>
              </a:rPr>
              <a:t>l’équipe</a:t>
            </a:r>
            <a:r>
              <a:rPr kumimoji="0" sz="2100" b="0" i="0" u="none" strike="noStrike" kern="0" cap="none" spc="150" normalizeH="0" baseline="0" noProof="0" dirty="0">
                <a:ln>
                  <a:noFill/>
                </a:ln>
                <a:solidFill>
                  <a:srgbClr val="262E37"/>
                </a:solidFill>
                <a:effectLst/>
                <a:uLnTx/>
                <a:uFillTx/>
                <a:latin typeface="Calibri"/>
                <a:cs typeface="Calibri"/>
              </a:rPr>
              <a:t> </a:t>
            </a:r>
            <a:r>
              <a:rPr kumimoji="0" sz="2100" b="0" i="0" u="none" strike="noStrike" kern="0" cap="none" spc="-50" normalizeH="0" baseline="0" noProof="0" dirty="0">
                <a:ln>
                  <a:noFill/>
                </a:ln>
                <a:solidFill>
                  <a:srgbClr val="262E37"/>
                </a:solidFill>
                <a:effectLst/>
                <a:uLnTx/>
                <a:uFillTx/>
                <a:latin typeface="Calibri"/>
                <a:cs typeface="Calibri"/>
              </a:rPr>
              <a:t>;</a:t>
            </a:r>
            <a:endParaRPr kumimoji="0" sz="2100" b="0" i="0" u="none" strike="noStrike" kern="0" cap="none" spc="0" normalizeH="0" baseline="0" noProof="0" dirty="0">
              <a:ln>
                <a:noFill/>
              </a:ln>
              <a:solidFill>
                <a:sysClr val="windowText" lastClr="000000"/>
              </a:solidFill>
              <a:effectLst/>
              <a:uLnTx/>
              <a:uFillTx/>
              <a:latin typeface="Calibri"/>
              <a:cs typeface="Calibri"/>
            </a:endParaRPr>
          </a:p>
          <a:p>
            <a:pPr marL="878840" marR="505459" lvl="1" indent="-315595" defTabSz="914400" eaLnBrk="1" fontAlgn="auto" latinLnBrk="0" hangingPunct="1">
              <a:lnSpc>
                <a:spcPct val="100000"/>
              </a:lnSpc>
              <a:spcBef>
                <a:spcPts val="480"/>
              </a:spcBef>
              <a:spcAft>
                <a:spcPts val="0"/>
              </a:spcAft>
              <a:buClrTx/>
              <a:buSzPct val="95238"/>
              <a:buFont typeface="Arial"/>
              <a:buChar char="–"/>
              <a:tabLst>
                <a:tab pos="878840" algn="l"/>
              </a:tabLst>
              <a:defRPr/>
            </a:pPr>
            <a:r>
              <a:rPr kumimoji="0" sz="2100" b="0" i="0" u="none" strike="noStrike" kern="0" cap="none" spc="0" normalizeH="0" baseline="0" noProof="0" dirty="0">
                <a:ln>
                  <a:noFill/>
                </a:ln>
                <a:solidFill>
                  <a:srgbClr val="262E37"/>
                </a:solidFill>
                <a:effectLst/>
                <a:uLnTx/>
                <a:uFillTx/>
                <a:latin typeface="Calibri"/>
                <a:cs typeface="Calibri"/>
              </a:rPr>
              <a:t>une</a:t>
            </a:r>
            <a:r>
              <a:rPr kumimoji="0" sz="2100" b="0" i="0" u="none" strike="noStrike" kern="0" cap="none" spc="95" normalizeH="0" baseline="0" noProof="0" dirty="0">
                <a:ln>
                  <a:noFill/>
                </a:ln>
                <a:solidFill>
                  <a:srgbClr val="262E37"/>
                </a:solidFill>
                <a:effectLst/>
                <a:uLnTx/>
                <a:uFillTx/>
                <a:latin typeface="Calibri"/>
                <a:cs typeface="Calibri"/>
              </a:rPr>
              <a:t> </a:t>
            </a:r>
            <a:r>
              <a:rPr kumimoji="0" sz="2100" b="0" i="0" u="none" strike="noStrike" kern="0" cap="none" spc="-20" normalizeH="0" baseline="0" noProof="0" dirty="0">
                <a:ln>
                  <a:noFill/>
                </a:ln>
                <a:solidFill>
                  <a:srgbClr val="262E37"/>
                </a:solidFill>
                <a:effectLst/>
                <a:uLnTx/>
                <a:uFillTx/>
                <a:latin typeface="Calibri"/>
                <a:cs typeface="Calibri"/>
              </a:rPr>
              <a:t>visibilité</a:t>
            </a:r>
            <a:r>
              <a:rPr kumimoji="0" sz="2100" b="0" i="0" u="none" strike="noStrike" kern="0" cap="none" spc="100" normalizeH="0" baseline="0" noProof="0" dirty="0">
                <a:ln>
                  <a:noFill/>
                </a:ln>
                <a:solidFill>
                  <a:srgbClr val="262E37"/>
                </a:solidFill>
                <a:effectLst/>
                <a:uLnTx/>
                <a:uFillTx/>
                <a:latin typeface="Calibri"/>
                <a:cs typeface="Calibri"/>
              </a:rPr>
              <a:t> </a:t>
            </a:r>
            <a:r>
              <a:rPr kumimoji="0" sz="2100" b="0" i="0" u="none" strike="noStrike" kern="0" cap="none" spc="0" normalizeH="0" baseline="0" noProof="0" dirty="0">
                <a:ln>
                  <a:noFill/>
                </a:ln>
                <a:solidFill>
                  <a:srgbClr val="262E37"/>
                </a:solidFill>
                <a:effectLst/>
                <a:uLnTx/>
                <a:uFillTx/>
                <a:latin typeface="Calibri"/>
                <a:cs typeface="Calibri"/>
              </a:rPr>
              <a:t>quant</a:t>
            </a:r>
            <a:r>
              <a:rPr kumimoji="0" sz="2100" b="0" i="0" u="none" strike="noStrike" kern="0" cap="none" spc="100" normalizeH="0" baseline="0" noProof="0" dirty="0">
                <a:ln>
                  <a:noFill/>
                </a:ln>
                <a:solidFill>
                  <a:srgbClr val="262E37"/>
                </a:solidFill>
                <a:effectLst/>
                <a:uLnTx/>
                <a:uFillTx/>
                <a:latin typeface="Calibri"/>
                <a:cs typeface="Calibri"/>
              </a:rPr>
              <a:t> </a:t>
            </a:r>
            <a:r>
              <a:rPr kumimoji="0" sz="2100" b="0" i="0" u="none" strike="noStrike" kern="0" cap="none" spc="50" normalizeH="0" baseline="0" noProof="0" dirty="0">
                <a:ln>
                  <a:noFill/>
                </a:ln>
                <a:solidFill>
                  <a:srgbClr val="262E37"/>
                </a:solidFill>
                <a:effectLst/>
                <a:uLnTx/>
                <a:uFillTx/>
                <a:latin typeface="Calibri"/>
                <a:cs typeface="Calibri"/>
              </a:rPr>
              <a:t>au</a:t>
            </a:r>
            <a:r>
              <a:rPr kumimoji="0" sz="2100" b="0" i="0" u="none" strike="noStrike" kern="0" cap="none" spc="95" normalizeH="0" baseline="0" noProof="0" dirty="0">
                <a:ln>
                  <a:noFill/>
                </a:ln>
                <a:solidFill>
                  <a:srgbClr val="262E37"/>
                </a:solidFill>
                <a:effectLst/>
                <a:uLnTx/>
                <a:uFillTx/>
                <a:latin typeface="Calibri"/>
                <a:cs typeface="Calibri"/>
              </a:rPr>
              <a:t> </a:t>
            </a:r>
            <a:r>
              <a:rPr kumimoji="0" sz="2100" b="0" i="0" u="none" strike="noStrike" kern="0" cap="none" spc="0" normalizeH="0" baseline="0" noProof="0" dirty="0">
                <a:ln>
                  <a:noFill/>
                </a:ln>
                <a:solidFill>
                  <a:srgbClr val="262E37"/>
                </a:solidFill>
                <a:effectLst/>
                <a:uLnTx/>
                <a:uFillTx/>
                <a:latin typeface="Calibri"/>
                <a:cs typeface="Calibri"/>
              </a:rPr>
              <a:t>ﬂux</a:t>
            </a:r>
            <a:r>
              <a:rPr kumimoji="0" sz="2100" b="0" i="0" u="none" strike="noStrike" kern="0" cap="none" spc="95" normalizeH="0" baseline="0" noProof="0" dirty="0">
                <a:ln>
                  <a:noFill/>
                </a:ln>
                <a:solidFill>
                  <a:srgbClr val="262E37"/>
                </a:solidFill>
                <a:effectLst/>
                <a:uLnTx/>
                <a:uFillTx/>
                <a:latin typeface="Calibri"/>
                <a:cs typeface="Calibri"/>
              </a:rPr>
              <a:t> </a:t>
            </a:r>
            <a:r>
              <a:rPr kumimoji="0" sz="2100" b="0" i="0" u="none" strike="noStrike" kern="0" cap="none" spc="75" normalizeH="0" baseline="0" noProof="0" dirty="0">
                <a:ln>
                  <a:noFill/>
                </a:ln>
                <a:solidFill>
                  <a:srgbClr val="262E37"/>
                </a:solidFill>
                <a:effectLst/>
                <a:uLnTx/>
                <a:uFillTx/>
                <a:latin typeface="Calibri"/>
                <a:cs typeface="Calibri"/>
              </a:rPr>
              <a:t>des </a:t>
            </a:r>
            <a:r>
              <a:rPr kumimoji="0" sz="2100" b="0" i="0" u="none" strike="noStrike" kern="0" cap="none" spc="55" normalizeH="0" baseline="0" noProof="0" dirty="0">
                <a:ln>
                  <a:noFill/>
                </a:ln>
                <a:solidFill>
                  <a:srgbClr val="262E37"/>
                </a:solidFill>
                <a:effectLst/>
                <a:uLnTx/>
                <a:uFillTx/>
                <a:latin typeface="Calibri"/>
                <a:cs typeface="Calibri"/>
              </a:rPr>
              <a:t>changements.</a:t>
            </a:r>
            <a:endParaRPr kumimoji="0" sz="2100" b="0" i="0" u="none" strike="noStrike" kern="0" cap="none" spc="0" normalizeH="0" baseline="0" noProof="0" dirty="0">
              <a:ln>
                <a:noFill/>
              </a:ln>
              <a:solidFill>
                <a:sysClr val="windowText" lastClr="000000"/>
              </a:solidFill>
              <a:effectLst/>
              <a:uLnTx/>
              <a:uFillTx/>
              <a:latin typeface="Calibri"/>
              <a:cs typeface="Calibri"/>
            </a:endParaRPr>
          </a:p>
          <a:p>
            <a:pPr marL="386715" marR="229235" lvl="0" indent="-374650" defTabSz="914400" eaLnBrk="1" fontAlgn="auto" latinLnBrk="0" hangingPunct="1">
              <a:lnSpc>
                <a:spcPct val="100299"/>
              </a:lnSpc>
              <a:spcBef>
                <a:spcPts val="1315"/>
              </a:spcBef>
              <a:spcAft>
                <a:spcPts val="0"/>
              </a:spcAft>
              <a:buClr>
                <a:srgbClr val="12717A"/>
              </a:buClr>
              <a:buSzPct val="104347"/>
              <a:buFont typeface="Arial"/>
              <a:buChar char="●"/>
              <a:tabLst>
                <a:tab pos="386715" algn="l"/>
              </a:tabLst>
              <a:defRPr/>
            </a:pPr>
            <a:r>
              <a:rPr kumimoji="0" sz="2300" b="0" i="0" u="none" strike="noStrike" kern="0" cap="none" spc="195" normalizeH="0" baseline="0" noProof="0" dirty="0">
                <a:ln>
                  <a:noFill/>
                </a:ln>
                <a:solidFill>
                  <a:sysClr val="windowText" lastClr="000000"/>
                </a:solidFill>
                <a:effectLst/>
                <a:uLnTx/>
                <a:uFillTx/>
                <a:latin typeface="Calibri"/>
                <a:cs typeface="Calibri"/>
              </a:rPr>
              <a:t>Les</a:t>
            </a:r>
            <a:r>
              <a:rPr kumimoji="0" sz="2300" b="0" i="0" u="none" strike="noStrike" kern="0" cap="none" spc="125" normalizeH="0" baseline="0" noProof="0" dirty="0">
                <a:ln>
                  <a:noFill/>
                </a:ln>
                <a:solidFill>
                  <a:sysClr val="windowText" lastClr="000000"/>
                </a:solidFill>
                <a:effectLst/>
                <a:uLnTx/>
                <a:uFillTx/>
                <a:latin typeface="Calibri"/>
                <a:cs typeface="Calibri"/>
              </a:rPr>
              <a:t> </a:t>
            </a:r>
            <a:r>
              <a:rPr kumimoji="0" sz="2300" b="0" i="0" u="none" strike="noStrike" kern="0" cap="none" spc="165" normalizeH="0" baseline="0" noProof="0" dirty="0">
                <a:ln>
                  <a:noFill/>
                </a:ln>
                <a:solidFill>
                  <a:sysClr val="windowText" lastClr="000000"/>
                </a:solidFill>
                <a:effectLst/>
                <a:uLnTx/>
                <a:uFillTx/>
                <a:latin typeface="Calibri"/>
                <a:cs typeface="Calibri"/>
              </a:rPr>
              <a:t>DevOps</a:t>
            </a:r>
            <a:r>
              <a:rPr kumimoji="0" sz="2300" b="0" i="0" u="none" strike="noStrike" kern="0" cap="none" spc="130" normalizeH="0" baseline="0" noProof="0" dirty="0">
                <a:ln>
                  <a:noFill/>
                </a:ln>
                <a:solidFill>
                  <a:sysClr val="windowText" lastClr="000000"/>
                </a:solidFill>
                <a:effectLst/>
                <a:uLnTx/>
                <a:uFillTx/>
                <a:latin typeface="Calibri"/>
                <a:cs typeface="Calibri"/>
              </a:rPr>
              <a:t> </a:t>
            </a:r>
            <a:r>
              <a:rPr kumimoji="0" sz="2300" b="0" i="0" u="none" strike="noStrike" kern="0" cap="none" spc="70" normalizeH="0" baseline="0" noProof="0" dirty="0">
                <a:ln>
                  <a:noFill/>
                </a:ln>
                <a:solidFill>
                  <a:sysClr val="windowText" lastClr="000000"/>
                </a:solidFill>
                <a:effectLst/>
                <a:uLnTx/>
                <a:uFillTx/>
                <a:latin typeface="Calibri"/>
                <a:cs typeface="Calibri"/>
              </a:rPr>
              <a:t>toolchains </a:t>
            </a:r>
            <a:r>
              <a:rPr kumimoji="0" sz="2300" b="0" i="0" u="none" strike="noStrike" kern="0" cap="none" spc="60" normalizeH="0" baseline="0" noProof="0" dirty="0">
                <a:ln>
                  <a:noFill/>
                </a:ln>
                <a:solidFill>
                  <a:sysClr val="windowText" lastClr="000000"/>
                </a:solidFill>
                <a:effectLst/>
                <a:uLnTx/>
                <a:uFillTx/>
                <a:latin typeface="Calibri"/>
                <a:cs typeface="Calibri"/>
              </a:rPr>
              <a:t>fournissent</a:t>
            </a:r>
            <a:r>
              <a:rPr kumimoji="0" sz="2300" b="0" i="0" u="none" strike="noStrike" kern="0" cap="none" spc="135" normalizeH="0" baseline="0" noProof="0" dirty="0">
                <a:ln>
                  <a:noFill/>
                </a:ln>
                <a:solidFill>
                  <a:sysClr val="windowText" lastClr="000000"/>
                </a:solidFill>
                <a:effectLst/>
                <a:uLnTx/>
                <a:uFillTx/>
                <a:latin typeface="Calibri"/>
                <a:cs typeface="Calibri"/>
              </a:rPr>
              <a:t> </a:t>
            </a:r>
            <a:r>
              <a:rPr kumimoji="0" sz="2300" b="0" i="0" u="none" strike="noStrike" kern="0" cap="none" spc="100" normalizeH="0" baseline="0" noProof="0" dirty="0">
                <a:ln>
                  <a:noFill/>
                </a:ln>
                <a:solidFill>
                  <a:sysClr val="windowText" lastClr="000000"/>
                </a:solidFill>
                <a:effectLst/>
                <a:uLnTx/>
                <a:uFillTx/>
                <a:latin typeface="Calibri"/>
                <a:cs typeface="Calibri"/>
              </a:rPr>
              <a:t>les</a:t>
            </a:r>
            <a:r>
              <a:rPr kumimoji="0" sz="2300" b="0" i="0" u="none" strike="noStrike" kern="0" cap="none" spc="135" normalizeH="0" baseline="0" noProof="0" dirty="0">
                <a:ln>
                  <a:noFill/>
                </a:ln>
                <a:solidFill>
                  <a:sysClr val="windowText" lastClr="000000"/>
                </a:solidFill>
                <a:effectLst/>
                <a:uLnTx/>
                <a:uFillTx/>
                <a:latin typeface="Calibri"/>
                <a:cs typeface="Calibri"/>
              </a:rPr>
              <a:t> </a:t>
            </a:r>
            <a:r>
              <a:rPr kumimoji="0" sz="2300" b="0" i="0" u="none" strike="noStrike" kern="0" cap="none" spc="45" normalizeH="0" baseline="0" noProof="0" dirty="0">
                <a:ln>
                  <a:noFill/>
                </a:ln>
                <a:solidFill>
                  <a:sysClr val="windowText" lastClr="000000"/>
                </a:solidFill>
                <a:effectLst/>
                <a:uLnTx/>
                <a:uFillTx/>
                <a:latin typeface="Calibri"/>
                <a:cs typeface="Calibri"/>
              </a:rPr>
              <a:t>fonctionnalités </a:t>
            </a:r>
            <a:r>
              <a:rPr kumimoji="0" sz="2300" b="0" i="0" u="none" strike="noStrike" kern="0" cap="none" spc="120" normalizeH="0" baseline="0" noProof="0" dirty="0">
                <a:ln>
                  <a:noFill/>
                </a:ln>
                <a:solidFill>
                  <a:sysClr val="windowText" lastClr="000000"/>
                </a:solidFill>
                <a:effectLst/>
                <a:uLnTx/>
                <a:uFillTx/>
                <a:latin typeface="Calibri"/>
                <a:cs typeface="Calibri"/>
              </a:rPr>
              <a:t>nécessaires </a:t>
            </a:r>
            <a:r>
              <a:rPr kumimoji="0" sz="2300" b="0" i="0" u="none" strike="noStrike" kern="0" cap="none" spc="65" normalizeH="0" baseline="0" noProof="0" dirty="0">
                <a:ln>
                  <a:noFill/>
                </a:ln>
                <a:solidFill>
                  <a:sysClr val="windowText" lastClr="000000"/>
                </a:solidFill>
                <a:effectLst/>
                <a:uLnTx/>
                <a:uFillTx/>
                <a:latin typeface="Calibri"/>
                <a:cs typeface="Calibri"/>
              </a:rPr>
              <a:t>pour</a:t>
            </a:r>
            <a:r>
              <a:rPr kumimoji="0" sz="2300" b="0" i="0" u="none" strike="noStrike" kern="0" cap="none" spc="120" normalizeH="0" baseline="0" noProof="0" dirty="0">
                <a:ln>
                  <a:noFill/>
                </a:ln>
                <a:solidFill>
                  <a:sysClr val="windowText" lastClr="000000"/>
                </a:solidFill>
                <a:effectLst/>
                <a:uLnTx/>
                <a:uFillTx/>
                <a:latin typeface="Calibri"/>
                <a:cs typeface="Calibri"/>
              </a:rPr>
              <a:t> </a:t>
            </a:r>
            <a:r>
              <a:rPr kumimoji="0" sz="2300" b="0" i="0" u="none" strike="noStrike" kern="0" cap="none" spc="60" normalizeH="0" baseline="0" noProof="0" dirty="0">
                <a:ln>
                  <a:noFill/>
                </a:ln>
                <a:solidFill>
                  <a:sysClr val="windowText" lastClr="000000"/>
                </a:solidFill>
                <a:effectLst/>
                <a:uLnTx/>
                <a:uFillTx/>
                <a:latin typeface="Calibri"/>
                <a:cs typeface="Calibri"/>
              </a:rPr>
              <a:t>automatiser</a:t>
            </a:r>
            <a:r>
              <a:rPr kumimoji="0" sz="2300" b="0" i="0" u="none" strike="noStrike" kern="0" cap="none" spc="120" normalizeH="0" baseline="0" noProof="0" dirty="0">
                <a:ln>
                  <a:noFill/>
                </a:ln>
                <a:solidFill>
                  <a:sysClr val="windowText" lastClr="000000"/>
                </a:solidFill>
                <a:effectLst/>
                <a:uLnTx/>
                <a:uFillTx/>
                <a:latin typeface="Calibri"/>
                <a:cs typeface="Calibri"/>
              </a:rPr>
              <a:t> </a:t>
            </a:r>
            <a:r>
              <a:rPr kumimoji="0" sz="2300" b="0" i="0" u="none" strike="noStrike" kern="0" cap="none" spc="-25" normalizeH="0" baseline="0" noProof="0" dirty="0">
                <a:ln>
                  <a:noFill/>
                </a:ln>
                <a:solidFill>
                  <a:sysClr val="windowText" lastClr="000000"/>
                </a:solidFill>
                <a:effectLst/>
                <a:uLnTx/>
                <a:uFillTx/>
                <a:latin typeface="Calibri"/>
                <a:cs typeface="Calibri"/>
              </a:rPr>
              <a:t>et </a:t>
            </a:r>
            <a:r>
              <a:rPr kumimoji="0" sz="2300" b="0" i="0" u="none" strike="noStrike" kern="0" cap="none" spc="80" normalizeH="0" baseline="0" noProof="0" dirty="0">
                <a:ln>
                  <a:noFill/>
                </a:ln>
                <a:solidFill>
                  <a:sysClr val="windowText" lastClr="000000"/>
                </a:solidFill>
                <a:effectLst/>
                <a:uLnTx/>
                <a:uFillTx/>
                <a:latin typeface="Calibri"/>
                <a:cs typeface="Calibri"/>
              </a:rPr>
              <a:t>accélérer</a:t>
            </a:r>
            <a:r>
              <a:rPr kumimoji="0" sz="2300" b="0" i="0" u="none" strike="noStrike" kern="0" cap="none" spc="120" normalizeH="0" baseline="0" noProof="0" dirty="0">
                <a:ln>
                  <a:noFill/>
                </a:ln>
                <a:solidFill>
                  <a:sysClr val="windowText" lastClr="000000"/>
                </a:solidFill>
                <a:effectLst/>
                <a:uLnTx/>
                <a:uFillTx/>
                <a:latin typeface="Calibri"/>
                <a:cs typeface="Calibri"/>
              </a:rPr>
              <a:t> chaque</a:t>
            </a:r>
            <a:r>
              <a:rPr kumimoji="0" sz="2300" b="0" i="0" u="none" strike="noStrike" kern="0" cap="none" spc="125" normalizeH="0" baseline="0" noProof="0" dirty="0">
                <a:ln>
                  <a:noFill/>
                </a:ln>
                <a:solidFill>
                  <a:sysClr val="windowText" lastClr="000000"/>
                </a:solidFill>
                <a:effectLst/>
                <a:uLnTx/>
                <a:uFillTx/>
                <a:latin typeface="Calibri"/>
                <a:cs typeface="Calibri"/>
              </a:rPr>
              <a:t> </a:t>
            </a:r>
            <a:r>
              <a:rPr kumimoji="0" sz="2300" b="0" i="0" u="none" strike="noStrike" kern="0" cap="none" spc="60" normalizeH="0" baseline="0" noProof="0" dirty="0">
                <a:ln>
                  <a:noFill/>
                </a:ln>
                <a:solidFill>
                  <a:sysClr val="windowText" lastClr="000000"/>
                </a:solidFill>
                <a:effectLst/>
                <a:uLnTx/>
                <a:uFillTx/>
                <a:latin typeface="Calibri"/>
                <a:cs typeface="Calibri"/>
              </a:rPr>
              <a:t>étape</a:t>
            </a:r>
            <a:endParaRPr kumimoji="0" sz="2300" b="0" i="0" u="none" strike="noStrike" kern="0" cap="none" spc="0" normalizeH="0" baseline="0" noProof="0" dirty="0">
              <a:ln>
                <a:noFill/>
              </a:ln>
              <a:solidFill>
                <a:sysClr val="windowText" lastClr="000000"/>
              </a:solidFill>
              <a:effectLst/>
              <a:uLnTx/>
              <a:uFillTx/>
              <a:latin typeface="Calibri"/>
              <a:cs typeface="Calibri"/>
            </a:endParaRPr>
          </a:p>
        </p:txBody>
      </p:sp>
      <p:sp>
        <p:nvSpPr>
          <p:cNvPr id="8" name="object 8"/>
          <p:cNvSpPr txBox="1"/>
          <p:nvPr/>
        </p:nvSpPr>
        <p:spPr>
          <a:xfrm>
            <a:off x="466373"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b="1" spc="70" dirty="0">
                <a:solidFill>
                  <a:srgbClr val="164052"/>
                </a:solidFill>
                <a:latin typeface="Calibri"/>
                <a:cs typeface="Calibri"/>
              </a:rPr>
              <a:t>1</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grpSp>
        <p:nvGrpSpPr>
          <p:cNvPr id="9" name="object 9"/>
          <p:cNvGrpSpPr/>
          <p:nvPr/>
        </p:nvGrpSpPr>
        <p:grpSpPr>
          <a:xfrm>
            <a:off x="5671191" y="1821815"/>
            <a:ext cx="4801235" cy="5385435"/>
            <a:chOff x="5671191" y="1533432"/>
            <a:chExt cx="4801235" cy="5385435"/>
          </a:xfrm>
        </p:grpSpPr>
        <p:pic>
          <p:nvPicPr>
            <p:cNvPr id="10" name="object 10"/>
            <p:cNvPicPr/>
            <p:nvPr/>
          </p:nvPicPr>
          <p:blipFill>
            <a:blip r:embed="rId2" cstate="print"/>
            <a:stretch>
              <a:fillRect/>
            </a:stretch>
          </p:blipFill>
          <p:spPr>
            <a:xfrm>
              <a:off x="5671191" y="1533432"/>
              <a:ext cx="4800815" cy="5385425"/>
            </a:xfrm>
            <a:prstGeom prst="rect">
              <a:avLst/>
            </a:prstGeom>
          </p:spPr>
        </p:pic>
        <p:sp>
          <p:nvSpPr>
            <p:cNvPr id="11" name="object 11"/>
            <p:cNvSpPr/>
            <p:nvPr/>
          </p:nvSpPr>
          <p:spPr>
            <a:xfrm>
              <a:off x="5711190" y="1553432"/>
              <a:ext cx="4721225" cy="5209540"/>
            </a:xfrm>
            <a:custGeom>
              <a:avLst/>
              <a:gdLst/>
              <a:ahLst/>
              <a:cxnLst/>
              <a:rect l="l" t="t" r="r" b="b"/>
              <a:pathLst>
                <a:path w="4721225" h="5209540">
                  <a:moveTo>
                    <a:pt x="4720814" y="5209000"/>
                  </a:moveTo>
                  <a:lnTo>
                    <a:pt x="0" y="5209000"/>
                  </a:lnTo>
                  <a:lnTo>
                    <a:pt x="0" y="0"/>
                  </a:lnTo>
                  <a:lnTo>
                    <a:pt x="4720814" y="0"/>
                  </a:lnTo>
                  <a:lnTo>
                    <a:pt x="4720814" y="5209000"/>
                  </a:lnTo>
                  <a:close/>
                </a:path>
              </a:pathLst>
            </a:custGeom>
            <a:solidFill>
              <a:srgbClr val="F1F1F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2" name="object 12"/>
          <p:cNvSpPr txBox="1">
            <a:spLocks noGrp="1"/>
          </p:cNvSpPr>
          <p:nvPr>
            <p:ph sz="half" idx="3"/>
          </p:nvPr>
        </p:nvSpPr>
        <p:spPr>
          <a:xfrm>
            <a:off x="5776392" y="1821598"/>
            <a:ext cx="4331334" cy="5198745"/>
          </a:xfrm>
          <a:prstGeom prst="rect">
            <a:avLst/>
          </a:prstGeom>
        </p:spPr>
        <p:txBody>
          <a:bodyPr vert="horz" wrap="square" lIns="0" tIns="41275" rIns="0" bIns="0" rtlCol="0">
            <a:spAutoFit/>
          </a:bodyPr>
          <a:lstStyle/>
          <a:p>
            <a:pPr marL="339725" indent="-327025">
              <a:lnSpc>
                <a:spcPct val="100000"/>
              </a:lnSpc>
              <a:spcBef>
                <a:spcPts val="325"/>
              </a:spcBef>
              <a:buClr>
                <a:srgbClr val="12717A"/>
              </a:buClr>
              <a:buSzPct val="86956"/>
              <a:buFont typeface="Arial"/>
              <a:buChar char="●"/>
              <a:tabLst>
                <a:tab pos="339725" algn="l"/>
              </a:tabLst>
            </a:pPr>
            <a:r>
              <a:rPr spc="95" dirty="0"/>
              <a:t>Eléments</a:t>
            </a:r>
            <a:r>
              <a:rPr spc="130" dirty="0"/>
              <a:t> </a:t>
            </a:r>
            <a:r>
              <a:rPr spc="60" dirty="0"/>
              <a:t>Toolchain</a:t>
            </a:r>
            <a:r>
              <a:rPr spc="130" dirty="0"/>
              <a:t> </a:t>
            </a:r>
            <a:r>
              <a:rPr spc="90" dirty="0"/>
              <a:t>typiques</a:t>
            </a:r>
            <a:r>
              <a:rPr spc="135" dirty="0"/>
              <a:t> </a:t>
            </a:r>
            <a:r>
              <a:rPr spc="-50" dirty="0">
                <a:solidFill>
                  <a:srgbClr val="262E37"/>
                </a:solidFill>
              </a:rPr>
              <a:t>:</a:t>
            </a:r>
          </a:p>
          <a:p>
            <a:pPr marL="532130">
              <a:lnSpc>
                <a:spcPct val="100000"/>
              </a:lnSpc>
              <a:spcBef>
                <a:spcPts val="240"/>
              </a:spcBef>
              <a:tabLst>
                <a:tab pos="874394" algn="l"/>
              </a:tabLst>
            </a:pPr>
            <a:r>
              <a:rPr sz="2000" spc="290" dirty="0">
                <a:solidFill>
                  <a:srgbClr val="262E37"/>
                </a:solidFill>
              </a:rPr>
              <a:t>−</a:t>
            </a:r>
            <a:r>
              <a:rPr sz="2000" dirty="0">
                <a:solidFill>
                  <a:srgbClr val="262E37"/>
                </a:solidFill>
              </a:rPr>
              <a:t>	</a:t>
            </a:r>
            <a:r>
              <a:rPr sz="1900" dirty="0">
                <a:solidFill>
                  <a:srgbClr val="262E37"/>
                </a:solidFill>
              </a:rPr>
              <a:t>Gestion</a:t>
            </a:r>
            <a:r>
              <a:rPr sz="1900" spc="190" dirty="0">
                <a:solidFill>
                  <a:srgbClr val="262E37"/>
                </a:solidFill>
              </a:rPr>
              <a:t> </a:t>
            </a:r>
            <a:r>
              <a:rPr sz="1900" spc="95" dirty="0">
                <a:solidFill>
                  <a:srgbClr val="262E37"/>
                </a:solidFill>
              </a:rPr>
              <a:t>des</a:t>
            </a:r>
            <a:r>
              <a:rPr sz="1900" spc="185" dirty="0">
                <a:solidFill>
                  <a:srgbClr val="262E37"/>
                </a:solidFill>
              </a:rPr>
              <a:t> </a:t>
            </a:r>
            <a:r>
              <a:rPr sz="1900" spc="60" dirty="0">
                <a:solidFill>
                  <a:srgbClr val="262E37"/>
                </a:solidFill>
              </a:rPr>
              <a:t>exigences</a:t>
            </a:r>
            <a:r>
              <a:rPr sz="1900" spc="190" dirty="0">
                <a:solidFill>
                  <a:srgbClr val="262E37"/>
                </a:solidFill>
              </a:rPr>
              <a:t> </a:t>
            </a:r>
            <a:r>
              <a:rPr sz="1900" spc="-50" dirty="0">
                <a:solidFill>
                  <a:srgbClr val="262E37"/>
                </a:solidFill>
              </a:rPr>
              <a:t>;</a:t>
            </a:r>
            <a:endParaRPr sz="1900"/>
          </a:p>
          <a:p>
            <a:pPr marL="532130">
              <a:lnSpc>
                <a:spcPct val="100000"/>
              </a:lnSpc>
              <a:spcBef>
                <a:spcPts val="300"/>
              </a:spcBef>
              <a:tabLst>
                <a:tab pos="874394" algn="l"/>
              </a:tabLst>
            </a:pPr>
            <a:r>
              <a:rPr sz="2000" spc="290" dirty="0">
                <a:solidFill>
                  <a:srgbClr val="262E37"/>
                </a:solidFill>
              </a:rPr>
              <a:t>−</a:t>
            </a:r>
            <a:r>
              <a:rPr sz="2000" dirty="0">
                <a:solidFill>
                  <a:srgbClr val="262E37"/>
                </a:solidFill>
              </a:rPr>
              <a:t>	</a:t>
            </a:r>
            <a:r>
              <a:rPr sz="1900" dirty="0">
                <a:solidFill>
                  <a:srgbClr val="262E37"/>
                </a:solidFill>
              </a:rPr>
              <a:t>Orchestration</a:t>
            </a:r>
            <a:r>
              <a:rPr sz="1900" spc="170" dirty="0">
                <a:solidFill>
                  <a:srgbClr val="262E37"/>
                </a:solidFill>
              </a:rPr>
              <a:t> </a:t>
            </a:r>
            <a:r>
              <a:rPr sz="1900" dirty="0">
                <a:solidFill>
                  <a:srgbClr val="262E37"/>
                </a:solidFill>
              </a:rPr>
              <a:t>et</a:t>
            </a:r>
            <a:r>
              <a:rPr sz="1900" spc="170" dirty="0">
                <a:solidFill>
                  <a:srgbClr val="262E37"/>
                </a:solidFill>
              </a:rPr>
              <a:t> </a:t>
            </a:r>
            <a:r>
              <a:rPr sz="1900" dirty="0">
                <a:solidFill>
                  <a:srgbClr val="262E37"/>
                </a:solidFill>
              </a:rPr>
              <a:t>visualisation</a:t>
            </a:r>
            <a:r>
              <a:rPr sz="1900" spc="170" dirty="0">
                <a:solidFill>
                  <a:srgbClr val="262E37"/>
                </a:solidFill>
              </a:rPr>
              <a:t> </a:t>
            </a:r>
            <a:r>
              <a:rPr sz="1900" spc="-50" dirty="0">
                <a:solidFill>
                  <a:srgbClr val="262E37"/>
                </a:solidFill>
              </a:rPr>
              <a:t>;</a:t>
            </a:r>
            <a:endParaRPr sz="1900"/>
          </a:p>
          <a:p>
            <a:pPr marL="532130">
              <a:lnSpc>
                <a:spcPct val="100000"/>
              </a:lnSpc>
              <a:spcBef>
                <a:spcPts val="300"/>
              </a:spcBef>
              <a:tabLst>
                <a:tab pos="874394" algn="l"/>
              </a:tabLst>
            </a:pPr>
            <a:r>
              <a:rPr sz="2000" spc="290" dirty="0">
                <a:solidFill>
                  <a:srgbClr val="262E37"/>
                </a:solidFill>
              </a:rPr>
              <a:t>−</a:t>
            </a:r>
            <a:r>
              <a:rPr sz="2000" dirty="0">
                <a:solidFill>
                  <a:srgbClr val="262E37"/>
                </a:solidFill>
              </a:rPr>
              <a:t>	</a:t>
            </a:r>
            <a:r>
              <a:rPr sz="1900" dirty="0">
                <a:solidFill>
                  <a:srgbClr val="262E37"/>
                </a:solidFill>
              </a:rPr>
              <a:t>Gestion</a:t>
            </a:r>
            <a:r>
              <a:rPr sz="1900" spc="280" dirty="0">
                <a:solidFill>
                  <a:srgbClr val="262E37"/>
                </a:solidFill>
              </a:rPr>
              <a:t> </a:t>
            </a:r>
            <a:r>
              <a:rPr sz="1900" spc="95" dirty="0">
                <a:solidFill>
                  <a:srgbClr val="262E37"/>
                </a:solidFill>
              </a:rPr>
              <a:t>des</a:t>
            </a:r>
            <a:r>
              <a:rPr sz="1900" spc="270" dirty="0">
                <a:solidFill>
                  <a:srgbClr val="262E37"/>
                </a:solidFill>
              </a:rPr>
              <a:t> </a:t>
            </a:r>
            <a:r>
              <a:rPr sz="1900" dirty="0">
                <a:solidFill>
                  <a:srgbClr val="262E37"/>
                </a:solidFill>
              </a:rPr>
              <a:t>versions</a:t>
            </a:r>
            <a:r>
              <a:rPr sz="1900" spc="275" dirty="0">
                <a:solidFill>
                  <a:srgbClr val="262E37"/>
                </a:solidFill>
              </a:rPr>
              <a:t> </a:t>
            </a:r>
            <a:r>
              <a:rPr sz="1900" spc="-50" dirty="0">
                <a:solidFill>
                  <a:srgbClr val="262E37"/>
                </a:solidFill>
              </a:rPr>
              <a:t>;</a:t>
            </a:r>
            <a:endParaRPr sz="1900"/>
          </a:p>
          <a:p>
            <a:pPr marL="532130">
              <a:lnSpc>
                <a:spcPct val="100000"/>
              </a:lnSpc>
              <a:spcBef>
                <a:spcPts val="300"/>
              </a:spcBef>
              <a:tabLst>
                <a:tab pos="874394" algn="l"/>
              </a:tabLst>
            </a:pPr>
            <a:r>
              <a:rPr sz="2000" spc="290" dirty="0">
                <a:solidFill>
                  <a:srgbClr val="262E37"/>
                </a:solidFill>
              </a:rPr>
              <a:t>−</a:t>
            </a:r>
            <a:r>
              <a:rPr sz="2000" dirty="0">
                <a:solidFill>
                  <a:srgbClr val="262E37"/>
                </a:solidFill>
              </a:rPr>
              <a:t>	</a:t>
            </a:r>
            <a:r>
              <a:rPr sz="1900" dirty="0">
                <a:solidFill>
                  <a:srgbClr val="262E37"/>
                </a:solidFill>
              </a:rPr>
              <a:t>Intégration</a:t>
            </a:r>
            <a:r>
              <a:rPr sz="1900" spc="135" dirty="0">
                <a:solidFill>
                  <a:srgbClr val="262E37"/>
                </a:solidFill>
              </a:rPr>
              <a:t> </a:t>
            </a:r>
            <a:r>
              <a:rPr sz="1900" dirty="0">
                <a:solidFill>
                  <a:srgbClr val="262E37"/>
                </a:solidFill>
              </a:rPr>
              <a:t>continue</a:t>
            </a:r>
            <a:r>
              <a:rPr sz="1900" spc="140" dirty="0">
                <a:solidFill>
                  <a:srgbClr val="262E37"/>
                </a:solidFill>
              </a:rPr>
              <a:t> </a:t>
            </a:r>
            <a:r>
              <a:rPr sz="1900" dirty="0">
                <a:solidFill>
                  <a:srgbClr val="262E37"/>
                </a:solidFill>
              </a:rPr>
              <a:t>et</a:t>
            </a:r>
            <a:r>
              <a:rPr sz="1900" spc="135" dirty="0">
                <a:solidFill>
                  <a:srgbClr val="262E37"/>
                </a:solidFill>
              </a:rPr>
              <a:t> </a:t>
            </a:r>
            <a:r>
              <a:rPr sz="1900" dirty="0">
                <a:solidFill>
                  <a:srgbClr val="262E37"/>
                </a:solidFill>
              </a:rPr>
              <a:t>versions</a:t>
            </a:r>
            <a:r>
              <a:rPr sz="1900" spc="135" dirty="0">
                <a:solidFill>
                  <a:srgbClr val="262E37"/>
                </a:solidFill>
              </a:rPr>
              <a:t> </a:t>
            </a:r>
            <a:r>
              <a:rPr sz="1900" spc="-50" dirty="0">
                <a:solidFill>
                  <a:srgbClr val="262E37"/>
                </a:solidFill>
              </a:rPr>
              <a:t>;</a:t>
            </a:r>
            <a:endParaRPr sz="1900"/>
          </a:p>
          <a:p>
            <a:pPr marL="532130">
              <a:lnSpc>
                <a:spcPct val="100000"/>
              </a:lnSpc>
              <a:spcBef>
                <a:spcPts val="300"/>
              </a:spcBef>
              <a:tabLst>
                <a:tab pos="874394" algn="l"/>
              </a:tabLst>
            </a:pPr>
            <a:r>
              <a:rPr sz="2000" spc="290" dirty="0">
                <a:solidFill>
                  <a:srgbClr val="262E37"/>
                </a:solidFill>
              </a:rPr>
              <a:t>−</a:t>
            </a:r>
            <a:r>
              <a:rPr sz="2000" dirty="0">
                <a:solidFill>
                  <a:srgbClr val="262E37"/>
                </a:solidFill>
              </a:rPr>
              <a:t>	</a:t>
            </a:r>
            <a:r>
              <a:rPr sz="1900" dirty="0">
                <a:solidFill>
                  <a:srgbClr val="262E37"/>
                </a:solidFill>
              </a:rPr>
              <a:t>Gestion</a:t>
            </a:r>
            <a:r>
              <a:rPr sz="1900" spc="229" dirty="0">
                <a:solidFill>
                  <a:srgbClr val="262E37"/>
                </a:solidFill>
              </a:rPr>
              <a:t> </a:t>
            </a:r>
            <a:r>
              <a:rPr sz="1900" spc="95" dirty="0">
                <a:solidFill>
                  <a:srgbClr val="262E37"/>
                </a:solidFill>
              </a:rPr>
              <a:t>des</a:t>
            </a:r>
            <a:r>
              <a:rPr sz="1900" spc="225" dirty="0">
                <a:solidFill>
                  <a:srgbClr val="262E37"/>
                </a:solidFill>
              </a:rPr>
              <a:t> </a:t>
            </a:r>
            <a:r>
              <a:rPr sz="1900" dirty="0">
                <a:solidFill>
                  <a:srgbClr val="262E37"/>
                </a:solidFill>
              </a:rPr>
              <a:t>artéfacts</a:t>
            </a:r>
            <a:r>
              <a:rPr sz="1900" spc="225" dirty="0">
                <a:solidFill>
                  <a:srgbClr val="262E37"/>
                </a:solidFill>
              </a:rPr>
              <a:t> </a:t>
            </a:r>
            <a:r>
              <a:rPr sz="1900" spc="-50" dirty="0">
                <a:solidFill>
                  <a:srgbClr val="262E37"/>
                </a:solidFill>
              </a:rPr>
              <a:t>;</a:t>
            </a:r>
            <a:endParaRPr sz="1900"/>
          </a:p>
          <a:p>
            <a:pPr marL="874394" marR="5080" indent="-342265">
              <a:lnSpc>
                <a:spcPts val="2100"/>
              </a:lnSpc>
              <a:spcBef>
                <a:spcPts val="620"/>
              </a:spcBef>
              <a:tabLst>
                <a:tab pos="874394" algn="l"/>
              </a:tabLst>
            </a:pPr>
            <a:r>
              <a:rPr sz="2000" spc="290" dirty="0">
                <a:solidFill>
                  <a:srgbClr val="262E37"/>
                </a:solidFill>
              </a:rPr>
              <a:t>−</a:t>
            </a:r>
            <a:r>
              <a:rPr sz="2000" dirty="0">
                <a:solidFill>
                  <a:srgbClr val="262E37"/>
                </a:solidFill>
              </a:rPr>
              <a:t>	</a:t>
            </a:r>
            <a:r>
              <a:rPr sz="1900" spc="-10" dirty="0">
                <a:solidFill>
                  <a:srgbClr val="262E37"/>
                </a:solidFill>
              </a:rPr>
              <a:t>Virtualisation</a:t>
            </a:r>
            <a:r>
              <a:rPr sz="1900" spc="140" dirty="0">
                <a:solidFill>
                  <a:srgbClr val="262E37"/>
                </a:solidFill>
              </a:rPr>
              <a:t> </a:t>
            </a:r>
            <a:r>
              <a:rPr sz="1900" spc="55" dirty="0">
                <a:solidFill>
                  <a:srgbClr val="262E37"/>
                </a:solidFill>
              </a:rPr>
              <a:t>de</a:t>
            </a:r>
            <a:r>
              <a:rPr sz="1900" spc="145" dirty="0">
                <a:solidFill>
                  <a:srgbClr val="262E37"/>
                </a:solidFill>
              </a:rPr>
              <a:t> </a:t>
            </a:r>
            <a:r>
              <a:rPr sz="1900" dirty="0">
                <a:solidFill>
                  <a:srgbClr val="262E37"/>
                </a:solidFill>
              </a:rPr>
              <a:t>conteneurs</a:t>
            </a:r>
            <a:r>
              <a:rPr sz="1900" spc="140" dirty="0">
                <a:solidFill>
                  <a:srgbClr val="262E37"/>
                </a:solidFill>
              </a:rPr>
              <a:t> </a:t>
            </a:r>
            <a:r>
              <a:rPr sz="1900" dirty="0">
                <a:solidFill>
                  <a:srgbClr val="262E37"/>
                </a:solidFill>
              </a:rPr>
              <a:t>et</a:t>
            </a:r>
            <a:r>
              <a:rPr sz="1900" spc="145" dirty="0">
                <a:solidFill>
                  <a:srgbClr val="262E37"/>
                </a:solidFill>
              </a:rPr>
              <a:t> </a:t>
            </a:r>
            <a:r>
              <a:rPr sz="1900" spc="25" dirty="0">
                <a:solidFill>
                  <a:srgbClr val="262E37"/>
                </a:solidFill>
              </a:rPr>
              <a:t>de </a:t>
            </a:r>
            <a:r>
              <a:rPr sz="1900" spc="60" dirty="0">
                <a:solidFill>
                  <a:srgbClr val="262E37"/>
                </a:solidFill>
              </a:rPr>
              <a:t>systèmes</a:t>
            </a:r>
            <a:r>
              <a:rPr sz="1900" spc="120" dirty="0">
                <a:solidFill>
                  <a:srgbClr val="262E37"/>
                </a:solidFill>
              </a:rPr>
              <a:t> </a:t>
            </a:r>
            <a:r>
              <a:rPr sz="1900" dirty="0">
                <a:solidFill>
                  <a:srgbClr val="262E37"/>
                </a:solidFill>
              </a:rPr>
              <a:t>d'exploitation</a:t>
            </a:r>
            <a:r>
              <a:rPr sz="1900" spc="125" dirty="0">
                <a:solidFill>
                  <a:srgbClr val="262E37"/>
                </a:solidFill>
              </a:rPr>
              <a:t> </a:t>
            </a:r>
            <a:r>
              <a:rPr sz="1900" spc="-50" dirty="0">
                <a:solidFill>
                  <a:srgbClr val="262E37"/>
                </a:solidFill>
              </a:rPr>
              <a:t>;</a:t>
            </a:r>
            <a:endParaRPr sz="1900"/>
          </a:p>
          <a:p>
            <a:pPr marL="874394" marR="299720" indent="-342265">
              <a:lnSpc>
                <a:spcPts val="2100"/>
              </a:lnSpc>
              <a:spcBef>
                <a:spcPts val="525"/>
              </a:spcBef>
              <a:tabLst>
                <a:tab pos="874394" algn="l"/>
              </a:tabLst>
            </a:pPr>
            <a:r>
              <a:rPr sz="2000" spc="290" dirty="0">
                <a:solidFill>
                  <a:srgbClr val="262E37"/>
                </a:solidFill>
              </a:rPr>
              <a:t>−</a:t>
            </a:r>
            <a:r>
              <a:rPr sz="2000" dirty="0">
                <a:solidFill>
                  <a:srgbClr val="262E37"/>
                </a:solidFill>
              </a:rPr>
              <a:t>	</a:t>
            </a:r>
            <a:r>
              <a:rPr sz="1900" dirty="0">
                <a:solidFill>
                  <a:srgbClr val="262E37"/>
                </a:solidFill>
              </a:rPr>
              <a:t>Automatisation</a:t>
            </a:r>
            <a:r>
              <a:rPr sz="1900" spc="155" dirty="0">
                <a:solidFill>
                  <a:srgbClr val="262E37"/>
                </a:solidFill>
              </a:rPr>
              <a:t> </a:t>
            </a:r>
            <a:r>
              <a:rPr sz="1900" spc="95" dirty="0">
                <a:solidFill>
                  <a:srgbClr val="262E37"/>
                </a:solidFill>
              </a:rPr>
              <a:t>des</a:t>
            </a:r>
            <a:r>
              <a:rPr sz="1900" spc="155" dirty="0">
                <a:solidFill>
                  <a:srgbClr val="262E37"/>
                </a:solidFill>
              </a:rPr>
              <a:t> </a:t>
            </a:r>
            <a:r>
              <a:rPr sz="1900" dirty="0">
                <a:solidFill>
                  <a:srgbClr val="262E37"/>
                </a:solidFill>
              </a:rPr>
              <a:t>tests</a:t>
            </a:r>
            <a:r>
              <a:rPr sz="1900" spc="155" dirty="0">
                <a:solidFill>
                  <a:srgbClr val="262E37"/>
                </a:solidFill>
              </a:rPr>
              <a:t> </a:t>
            </a:r>
            <a:r>
              <a:rPr sz="1900" dirty="0">
                <a:solidFill>
                  <a:srgbClr val="262E37"/>
                </a:solidFill>
              </a:rPr>
              <a:t>et</a:t>
            </a:r>
            <a:r>
              <a:rPr sz="1900" spc="155" dirty="0">
                <a:solidFill>
                  <a:srgbClr val="262E37"/>
                </a:solidFill>
              </a:rPr>
              <a:t> </a:t>
            </a:r>
            <a:r>
              <a:rPr sz="1900" spc="25" dirty="0">
                <a:solidFill>
                  <a:srgbClr val="262E37"/>
                </a:solidFill>
              </a:rPr>
              <a:t>de </a:t>
            </a:r>
            <a:r>
              <a:rPr sz="1900" dirty="0">
                <a:solidFill>
                  <a:srgbClr val="262E37"/>
                </a:solidFill>
              </a:rPr>
              <a:t>l'environnement</a:t>
            </a:r>
            <a:r>
              <a:rPr sz="1900" spc="70" dirty="0">
                <a:solidFill>
                  <a:srgbClr val="262E37"/>
                </a:solidFill>
              </a:rPr>
              <a:t> </a:t>
            </a:r>
            <a:r>
              <a:rPr sz="1900" spc="-50" dirty="0">
                <a:solidFill>
                  <a:srgbClr val="262E37"/>
                </a:solidFill>
              </a:rPr>
              <a:t>;</a:t>
            </a:r>
            <a:endParaRPr sz="1900"/>
          </a:p>
          <a:p>
            <a:pPr marL="874394" marR="128905" indent="-342265">
              <a:lnSpc>
                <a:spcPts val="2100"/>
              </a:lnSpc>
              <a:spcBef>
                <a:spcPts val="525"/>
              </a:spcBef>
              <a:tabLst>
                <a:tab pos="874394" algn="l"/>
              </a:tabLst>
            </a:pPr>
            <a:r>
              <a:rPr sz="2000" spc="290" dirty="0">
                <a:solidFill>
                  <a:srgbClr val="262E37"/>
                </a:solidFill>
              </a:rPr>
              <a:t>−</a:t>
            </a:r>
            <a:r>
              <a:rPr sz="2000" dirty="0">
                <a:solidFill>
                  <a:srgbClr val="262E37"/>
                </a:solidFill>
              </a:rPr>
              <a:t>	</a:t>
            </a:r>
            <a:r>
              <a:rPr sz="1900" dirty="0">
                <a:solidFill>
                  <a:srgbClr val="262E37"/>
                </a:solidFill>
              </a:rPr>
              <a:t>Conﬁguration</a:t>
            </a:r>
            <a:r>
              <a:rPr sz="1900" spc="155" dirty="0">
                <a:solidFill>
                  <a:srgbClr val="262E37"/>
                </a:solidFill>
              </a:rPr>
              <a:t> </a:t>
            </a:r>
            <a:r>
              <a:rPr sz="1900" dirty="0">
                <a:solidFill>
                  <a:srgbClr val="262E37"/>
                </a:solidFill>
              </a:rPr>
              <a:t>et</a:t>
            </a:r>
            <a:r>
              <a:rPr sz="1900" spc="155" dirty="0">
                <a:solidFill>
                  <a:srgbClr val="262E37"/>
                </a:solidFill>
              </a:rPr>
              <a:t> </a:t>
            </a:r>
            <a:r>
              <a:rPr sz="1900" dirty="0">
                <a:solidFill>
                  <a:srgbClr val="262E37"/>
                </a:solidFill>
              </a:rPr>
              <a:t>déploiement</a:t>
            </a:r>
            <a:r>
              <a:rPr sz="1900" spc="160" dirty="0">
                <a:solidFill>
                  <a:srgbClr val="262E37"/>
                </a:solidFill>
              </a:rPr>
              <a:t> </a:t>
            </a:r>
            <a:r>
              <a:rPr sz="1900" spc="-25" dirty="0">
                <a:solidFill>
                  <a:srgbClr val="262E37"/>
                </a:solidFill>
              </a:rPr>
              <a:t>du </a:t>
            </a:r>
            <a:r>
              <a:rPr sz="1900" dirty="0">
                <a:solidFill>
                  <a:srgbClr val="262E37"/>
                </a:solidFill>
              </a:rPr>
              <a:t>serveur</a:t>
            </a:r>
            <a:r>
              <a:rPr sz="1900" spc="225" dirty="0">
                <a:solidFill>
                  <a:srgbClr val="262E37"/>
                </a:solidFill>
              </a:rPr>
              <a:t> </a:t>
            </a:r>
            <a:r>
              <a:rPr sz="1900" spc="-50" dirty="0">
                <a:solidFill>
                  <a:srgbClr val="262E37"/>
                </a:solidFill>
              </a:rPr>
              <a:t>;</a:t>
            </a:r>
            <a:endParaRPr sz="1900"/>
          </a:p>
          <a:p>
            <a:pPr marL="874394" marR="345440" indent="-342265">
              <a:lnSpc>
                <a:spcPts val="2100"/>
              </a:lnSpc>
              <a:spcBef>
                <a:spcPts val="525"/>
              </a:spcBef>
              <a:tabLst>
                <a:tab pos="874394" algn="l"/>
              </a:tabLst>
            </a:pPr>
            <a:r>
              <a:rPr sz="2000" spc="290" dirty="0">
                <a:solidFill>
                  <a:srgbClr val="262E37"/>
                </a:solidFill>
              </a:rPr>
              <a:t>−</a:t>
            </a:r>
            <a:r>
              <a:rPr sz="2000" dirty="0">
                <a:solidFill>
                  <a:srgbClr val="262E37"/>
                </a:solidFill>
              </a:rPr>
              <a:t>	</a:t>
            </a:r>
            <a:r>
              <a:rPr sz="1900" dirty="0">
                <a:solidFill>
                  <a:srgbClr val="262E37"/>
                </a:solidFill>
              </a:rPr>
              <a:t>Gestion</a:t>
            </a:r>
            <a:r>
              <a:rPr sz="1900" spc="170" dirty="0">
                <a:solidFill>
                  <a:srgbClr val="262E37"/>
                </a:solidFill>
              </a:rPr>
              <a:t> </a:t>
            </a:r>
            <a:r>
              <a:rPr sz="1900" spc="55" dirty="0">
                <a:solidFill>
                  <a:srgbClr val="262E37"/>
                </a:solidFill>
              </a:rPr>
              <a:t>de</a:t>
            </a:r>
            <a:r>
              <a:rPr sz="1900" spc="170" dirty="0">
                <a:solidFill>
                  <a:srgbClr val="262E37"/>
                </a:solidFill>
              </a:rPr>
              <a:t> </a:t>
            </a:r>
            <a:r>
              <a:rPr sz="1900" dirty="0">
                <a:solidFill>
                  <a:srgbClr val="262E37"/>
                </a:solidFill>
              </a:rPr>
              <a:t>la</a:t>
            </a:r>
            <a:r>
              <a:rPr sz="1900" spc="170" dirty="0">
                <a:solidFill>
                  <a:srgbClr val="262E37"/>
                </a:solidFill>
              </a:rPr>
              <a:t> </a:t>
            </a:r>
            <a:r>
              <a:rPr sz="1900" dirty="0">
                <a:solidFill>
                  <a:srgbClr val="262E37"/>
                </a:solidFill>
              </a:rPr>
              <a:t>conﬁguration</a:t>
            </a:r>
            <a:r>
              <a:rPr sz="1900" spc="170" dirty="0">
                <a:solidFill>
                  <a:srgbClr val="262E37"/>
                </a:solidFill>
              </a:rPr>
              <a:t> </a:t>
            </a:r>
            <a:r>
              <a:rPr sz="1900" spc="-25" dirty="0">
                <a:solidFill>
                  <a:srgbClr val="262E37"/>
                </a:solidFill>
              </a:rPr>
              <a:t>du </a:t>
            </a:r>
            <a:r>
              <a:rPr sz="1900" spc="45" dirty="0">
                <a:solidFill>
                  <a:srgbClr val="262E37"/>
                </a:solidFill>
              </a:rPr>
              <a:t>système</a:t>
            </a:r>
            <a:r>
              <a:rPr sz="1900" spc="125" dirty="0">
                <a:solidFill>
                  <a:srgbClr val="262E37"/>
                </a:solidFill>
              </a:rPr>
              <a:t> </a:t>
            </a:r>
            <a:r>
              <a:rPr sz="1900" spc="-50" dirty="0">
                <a:solidFill>
                  <a:srgbClr val="262E37"/>
                </a:solidFill>
              </a:rPr>
              <a:t>;</a:t>
            </a:r>
            <a:endParaRPr sz="1900"/>
          </a:p>
          <a:p>
            <a:pPr marL="532130">
              <a:lnSpc>
                <a:spcPct val="100000"/>
              </a:lnSpc>
              <a:spcBef>
                <a:spcPts val="204"/>
              </a:spcBef>
              <a:tabLst>
                <a:tab pos="874394" algn="l"/>
              </a:tabLst>
            </a:pPr>
            <a:r>
              <a:rPr sz="2000" spc="290" dirty="0">
                <a:solidFill>
                  <a:srgbClr val="262E37"/>
                </a:solidFill>
              </a:rPr>
              <a:t>−</a:t>
            </a:r>
            <a:r>
              <a:rPr sz="2000" dirty="0">
                <a:solidFill>
                  <a:srgbClr val="262E37"/>
                </a:solidFill>
              </a:rPr>
              <a:t>	</a:t>
            </a:r>
            <a:r>
              <a:rPr sz="1900" dirty="0">
                <a:solidFill>
                  <a:srgbClr val="262E37"/>
                </a:solidFill>
              </a:rPr>
              <a:t>Alertes</a:t>
            </a:r>
            <a:r>
              <a:rPr sz="1900" spc="155" dirty="0">
                <a:solidFill>
                  <a:srgbClr val="262E37"/>
                </a:solidFill>
              </a:rPr>
              <a:t> </a:t>
            </a:r>
            <a:r>
              <a:rPr sz="1900" dirty="0">
                <a:solidFill>
                  <a:srgbClr val="262E37"/>
                </a:solidFill>
              </a:rPr>
              <a:t>et</a:t>
            </a:r>
            <a:r>
              <a:rPr sz="1900" spc="165" dirty="0">
                <a:solidFill>
                  <a:srgbClr val="262E37"/>
                </a:solidFill>
              </a:rPr>
              <a:t> </a:t>
            </a:r>
            <a:r>
              <a:rPr sz="1900" dirty="0">
                <a:solidFill>
                  <a:srgbClr val="262E37"/>
                </a:solidFill>
              </a:rPr>
              <a:t>alarmes</a:t>
            </a:r>
            <a:r>
              <a:rPr sz="1900" spc="160" dirty="0">
                <a:solidFill>
                  <a:srgbClr val="262E37"/>
                </a:solidFill>
              </a:rPr>
              <a:t> </a:t>
            </a:r>
            <a:r>
              <a:rPr sz="1900" spc="-50" dirty="0">
                <a:solidFill>
                  <a:srgbClr val="262E37"/>
                </a:solidFill>
              </a:rPr>
              <a:t>;</a:t>
            </a:r>
            <a:endParaRPr sz="1900"/>
          </a:p>
          <a:p>
            <a:pPr marL="532130">
              <a:lnSpc>
                <a:spcPct val="100000"/>
              </a:lnSpc>
              <a:spcBef>
                <a:spcPts val="300"/>
              </a:spcBef>
              <a:tabLst>
                <a:tab pos="874394" algn="l"/>
              </a:tabLst>
            </a:pPr>
            <a:r>
              <a:rPr sz="2000" spc="290" dirty="0">
                <a:solidFill>
                  <a:srgbClr val="262E37"/>
                </a:solidFill>
              </a:rPr>
              <a:t>−</a:t>
            </a:r>
            <a:r>
              <a:rPr sz="2000" dirty="0">
                <a:solidFill>
                  <a:srgbClr val="262E37"/>
                </a:solidFill>
              </a:rPr>
              <a:t>	</a:t>
            </a:r>
            <a:r>
              <a:rPr sz="1900" spc="-10" dirty="0">
                <a:solidFill>
                  <a:srgbClr val="262E37"/>
                </a:solidFill>
              </a:rPr>
              <a:t>Monitoring.</a:t>
            </a:r>
            <a:endParaRPr sz="1900"/>
          </a:p>
        </p:txBody>
      </p:sp>
      <p:sp>
        <p:nvSpPr>
          <p:cNvPr id="13" name="object 13"/>
          <p:cNvSpPr txBox="1">
            <a:spLocks noGrp="1"/>
          </p:cNvSpPr>
          <p:nvPr>
            <p:ph type="sldNum" sz="quarter" idx="7"/>
          </p:nvPr>
        </p:nvSpPr>
        <p:spPr>
          <a:prstGeom prst="rect">
            <a:avLst/>
          </a:prstGeom>
        </p:spPr>
        <p:txBody>
          <a:bodyPr vert="horz" wrap="square" lIns="0" tIns="8255" rIns="0" bIns="0" rtlCol="0">
            <a:spAutoFit/>
          </a:bodyPr>
          <a:lstStyle/>
          <a:p>
            <a:pPr marL="38100" marR="0" lvl="0" indent="0" defTabSz="914400" eaLnBrk="1" fontAlgn="auto" latinLnBrk="0" hangingPunct="1">
              <a:lnSpc>
                <a:spcPct val="100000"/>
              </a:lnSpc>
              <a:spcBef>
                <a:spcPts val="65"/>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prstClr val="white"/>
                </a:solidFill>
                <a:effectLst/>
                <a:uLnTx/>
                <a:uFillTx/>
                <a:latin typeface="Calibri"/>
                <a:cs typeface="Calibri"/>
              </a:rPr>
              <a:pPr marL="38100" marR="0" lvl="0" indent="0" defTabSz="914400" eaLnBrk="1" fontAlgn="auto" latinLnBrk="0" hangingPunct="1">
                <a:lnSpc>
                  <a:spcPct val="100000"/>
                </a:lnSpc>
                <a:spcBef>
                  <a:spcPts val="65"/>
                </a:spcBef>
                <a:spcAft>
                  <a:spcPts val="0"/>
                </a:spcAft>
                <a:buClrTx/>
                <a:buSzTx/>
                <a:buFontTx/>
                <a:buNone/>
                <a:tabLst/>
                <a:defRPr/>
              </a:pPr>
              <a:t>21</a:t>
            </a:fld>
            <a:endParaRPr kumimoji="0" sz="1200" b="0" i="0" u="none" strike="noStrike" kern="0" cap="none" spc="-25" normalizeH="0" baseline="0" noProof="0" dirty="0">
              <a:ln>
                <a:noFill/>
              </a:ln>
              <a:solidFill>
                <a:prstClr val="white"/>
              </a:solidFill>
              <a:effectLst/>
              <a:uLnTx/>
              <a:uFillTx/>
              <a:latin typeface="Calibri"/>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412DB-63B7-A2A4-70E5-BB67BCF69D85}"/>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5B09917E-2E6B-A603-8F54-14C4F1274FF6}"/>
              </a:ext>
            </a:extLst>
          </p:cNvPr>
          <p:cNvSpPr txBox="1">
            <a:spLocks noGrp="1"/>
          </p:cNvSpPr>
          <p:nvPr>
            <p:ph type="sldNum" sz="quarter" idx="7"/>
          </p:nvPr>
        </p:nvSpPr>
        <p:spPr>
          <a:prstGeom prst="rect">
            <a:avLst/>
          </a:prstGeom>
        </p:spPr>
        <p:txBody>
          <a:bodyPr vert="horz" wrap="square" lIns="0" tIns="8255" rIns="0" bIns="0" rtlCol="0">
            <a:spAutoFit/>
          </a:bodyPr>
          <a:lstStyle/>
          <a:p>
            <a:pPr marL="80010" marR="0" lvl="0" indent="0" defTabSz="914400" eaLnBrk="1" fontAlgn="auto" latinLnBrk="0" hangingPunct="1">
              <a:lnSpc>
                <a:spcPct val="100000"/>
              </a:lnSpc>
              <a:spcBef>
                <a:spcPts val="65"/>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prstClr val="white"/>
                </a:solidFill>
                <a:effectLst/>
                <a:uLnTx/>
                <a:uFillTx/>
                <a:latin typeface="Calibri"/>
                <a:cs typeface="Calibri"/>
              </a:rPr>
              <a:pPr marL="80010" marR="0" lvl="0" indent="0" defTabSz="914400" eaLnBrk="1" fontAlgn="auto" latinLnBrk="0" hangingPunct="1">
                <a:lnSpc>
                  <a:spcPct val="100000"/>
                </a:lnSpc>
                <a:spcBef>
                  <a:spcPts val="65"/>
                </a:spcBef>
                <a:spcAft>
                  <a:spcPts val="0"/>
                </a:spcAft>
                <a:buClrTx/>
                <a:buSzTx/>
                <a:buFontTx/>
                <a:buNone/>
                <a:tabLst/>
                <a:defRPr/>
              </a:pPr>
              <a:t>22</a:t>
            </a:fld>
            <a:endParaRPr kumimoji="0" sz="1200" b="0" i="0" u="none" strike="noStrike" kern="0" cap="none" spc="-25" normalizeH="0" baseline="0" noProof="0" dirty="0">
              <a:ln>
                <a:noFill/>
              </a:ln>
              <a:solidFill>
                <a:prstClr val="white"/>
              </a:solidFill>
              <a:effectLst/>
              <a:uLnTx/>
              <a:uFillTx/>
              <a:latin typeface="Calibri"/>
              <a:cs typeface="Calibri"/>
            </a:endParaRPr>
          </a:p>
        </p:txBody>
      </p:sp>
      <p:sp>
        <p:nvSpPr>
          <p:cNvPr id="4" name="object 4">
            <a:extLst>
              <a:ext uri="{FF2B5EF4-FFF2-40B4-BE49-F238E27FC236}">
                <a16:creationId xmlns:a16="http://schemas.microsoft.com/office/drawing/2014/main" id="{6A96701F-362B-1241-4106-C10CB1842F3E}"/>
              </a:ext>
            </a:extLst>
          </p:cNvPr>
          <p:cNvSpPr txBox="1"/>
          <p:nvPr/>
        </p:nvSpPr>
        <p:spPr>
          <a:xfrm>
            <a:off x="466373"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b="1" spc="70" dirty="0">
                <a:solidFill>
                  <a:srgbClr val="164052"/>
                </a:solidFill>
                <a:latin typeface="Calibri"/>
                <a:cs typeface="Calibri"/>
              </a:rPr>
              <a:t>2</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5" name="object 5">
            <a:extLst>
              <a:ext uri="{FF2B5EF4-FFF2-40B4-BE49-F238E27FC236}">
                <a16:creationId xmlns:a16="http://schemas.microsoft.com/office/drawing/2014/main" id="{FA8ACDBD-7490-121D-4AEA-6866C42B347A}"/>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fr-FR" spc="-10" dirty="0"/>
              <a:t>Introduction aux tests logiciels</a:t>
            </a:r>
            <a:endParaRPr spc="-10" dirty="0"/>
          </a:p>
        </p:txBody>
      </p:sp>
      <p:sp>
        <p:nvSpPr>
          <p:cNvPr id="8" name="Rectangle 7">
            <a:extLst>
              <a:ext uri="{FF2B5EF4-FFF2-40B4-BE49-F238E27FC236}">
                <a16:creationId xmlns:a16="http://schemas.microsoft.com/office/drawing/2014/main" id="{3C5AA168-0D54-1C2D-3344-483C5C3A88F8}"/>
              </a:ext>
            </a:extLst>
          </p:cNvPr>
          <p:cNvSpPr/>
          <p:nvPr/>
        </p:nvSpPr>
        <p:spPr>
          <a:xfrm>
            <a:off x="896627" y="1339850"/>
            <a:ext cx="8329923" cy="5021055"/>
          </a:xfrm>
          <a:prstGeom prst="rect">
            <a:avLst/>
          </a:prstGeom>
        </p:spPr>
        <p:txBody>
          <a:bodyPr wrap="square">
            <a:spAutoFit/>
          </a:bodyPr>
          <a:lstStyle/>
          <a:p>
            <a:pPr marR="0" lvl="0" defTabSz="914400" eaLnBrk="1" fontAlgn="auto" latinLnBrk="0" hangingPunct="1">
              <a:lnSpc>
                <a:spcPct val="150000"/>
              </a:lnSpc>
              <a:spcBef>
                <a:spcPts val="0"/>
              </a:spcBef>
              <a:spcAft>
                <a:spcPts val="0"/>
              </a:spcAft>
              <a:buClrTx/>
              <a:buSzTx/>
              <a:tabLst/>
              <a:defRPr/>
            </a:pPr>
            <a:r>
              <a:rPr kumimoji="0" lang="fr-FR" sz="2400" b="1" i="0" u="none" strike="noStrike" kern="0" cap="none" spc="0" normalizeH="0" baseline="0" noProof="0" dirty="0">
                <a:ln>
                  <a:noFill/>
                </a:ln>
                <a:solidFill>
                  <a:sysClr val="windowText" lastClr="000000"/>
                </a:solidFill>
                <a:effectLst/>
                <a:uLnTx/>
                <a:uFillTx/>
                <a:latin typeface="Calibri"/>
              </a:rPr>
              <a:t>Pourquoi tester ?</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400" b="0" i="0" u="none" strike="noStrike" kern="0" cap="none" spc="0" normalizeH="0" baseline="0" noProof="0" dirty="0">
                <a:ln>
                  <a:noFill/>
                </a:ln>
                <a:solidFill>
                  <a:sysClr val="windowText" lastClr="000000"/>
                </a:solidFill>
                <a:effectLst/>
                <a:uLnTx/>
                <a:uFillTx/>
                <a:latin typeface="Calibri"/>
              </a:rPr>
              <a:t>Garantir la qualité du code</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400" b="0" i="0" u="none" strike="noStrike" kern="0" cap="none" spc="0" normalizeH="0" baseline="0" noProof="0" dirty="0">
                <a:ln>
                  <a:noFill/>
                </a:ln>
                <a:solidFill>
                  <a:sysClr val="windowText" lastClr="000000"/>
                </a:solidFill>
                <a:effectLst/>
                <a:uLnTx/>
                <a:uFillTx/>
                <a:latin typeface="Calibri"/>
              </a:rPr>
              <a:t>Réduire les bugs et les régressions</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400" b="0" i="0" u="none" strike="noStrike" kern="0" cap="none" spc="0" normalizeH="0" baseline="0" noProof="0" dirty="0">
                <a:ln>
                  <a:noFill/>
                </a:ln>
                <a:solidFill>
                  <a:sysClr val="windowText" lastClr="000000"/>
                </a:solidFill>
                <a:effectLst/>
                <a:uLnTx/>
                <a:uFillTx/>
                <a:latin typeface="Calibri"/>
              </a:rPr>
              <a:t>Faciliter la maintenance et l'évolution</a:t>
            </a:r>
          </a:p>
          <a:p>
            <a:pPr marR="0" lvl="0" defTabSz="914400" eaLnBrk="1" fontAlgn="auto" latinLnBrk="0" hangingPunct="1">
              <a:lnSpc>
                <a:spcPct val="150000"/>
              </a:lnSpc>
              <a:spcBef>
                <a:spcPts val="0"/>
              </a:spcBef>
              <a:spcAft>
                <a:spcPts val="0"/>
              </a:spcAft>
              <a:buClrTx/>
              <a:buSzTx/>
              <a:tabLst/>
              <a:defRPr/>
            </a:pPr>
            <a:r>
              <a:rPr kumimoji="0" lang="fr-FR" sz="2400" b="1" i="0" u="none" strike="noStrike" kern="0" cap="none" spc="0" normalizeH="0" baseline="0" noProof="0" dirty="0">
                <a:ln>
                  <a:noFill/>
                </a:ln>
                <a:solidFill>
                  <a:sysClr val="windowText" lastClr="000000"/>
                </a:solidFill>
                <a:effectLst/>
                <a:uLnTx/>
                <a:uFillTx/>
                <a:latin typeface="Calibri"/>
              </a:rPr>
              <a:t>Types de tests</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400" b="0" i="0" u="none" strike="noStrike" kern="0" cap="none" spc="0" normalizeH="0" baseline="0" noProof="0" dirty="0">
                <a:ln>
                  <a:noFill/>
                </a:ln>
                <a:solidFill>
                  <a:sysClr val="windowText" lastClr="000000"/>
                </a:solidFill>
                <a:effectLst/>
                <a:uLnTx/>
                <a:uFillTx/>
                <a:latin typeface="Calibri"/>
              </a:rPr>
              <a:t>Tests unitaires</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400" b="0" i="0" u="none" strike="noStrike" kern="0" cap="none" spc="0" normalizeH="0" baseline="0" noProof="0" dirty="0">
                <a:ln>
                  <a:noFill/>
                </a:ln>
                <a:solidFill>
                  <a:sysClr val="windowText" lastClr="000000"/>
                </a:solidFill>
                <a:effectLst/>
                <a:uLnTx/>
                <a:uFillTx/>
                <a:latin typeface="Calibri"/>
              </a:rPr>
              <a:t>Tests d'intégration</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400" b="0" i="0" u="none" strike="noStrike" kern="0" cap="none" spc="0" normalizeH="0" baseline="0" noProof="0" dirty="0">
                <a:ln>
                  <a:noFill/>
                </a:ln>
                <a:solidFill>
                  <a:sysClr val="windowText" lastClr="000000"/>
                </a:solidFill>
                <a:effectLst/>
                <a:uLnTx/>
                <a:uFillTx/>
                <a:latin typeface="Calibri"/>
              </a:rPr>
              <a:t>Tests fonctionnels</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400" b="0" i="0" u="none" strike="noStrike" kern="0" cap="none" spc="0" normalizeH="0" baseline="0" noProof="0" dirty="0">
                <a:ln>
                  <a:noFill/>
                </a:ln>
                <a:solidFill>
                  <a:sysClr val="windowText" lastClr="000000"/>
                </a:solidFill>
                <a:effectLst/>
                <a:uLnTx/>
                <a:uFillTx/>
                <a:latin typeface="Calibri"/>
              </a:rPr>
              <a:t>Tests End-to-End (E2E)</a:t>
            </a:r>
          </a:p>
        </p:txBody>
      </p:sp>
    </p:spTree>
    <p:extLst>
      <p:ext uri="{BB962C8B-B14F-4D97-AF65-F5344CB8AC3E}">
        <p14:creationId xmlns:p14="http://schemas.microsoft.com/office/powerpoint/2010/main" val="26520397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AF08E-CA20-8D71-3B99-94A803022659}"/>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3846C1D3-A746-1124-FE24-2D0CEEBC5BD9}"/>
              </a:ext>
            </a:extLst>
          </p:cNvPr>
          <p:cNvSpPr txBox="1">
            <a:spLocks noGrp="1"/>
          </p:cNvSpPr>
          <p:nvPr>
            <p:ph type="sldNum" sz="quarter" idx="7"/>
          </p:nvPr>
        </p:nvSpPr>
        <p:spPr>
          <a:prstGeom prst="rect">
            <a:avLst/>
          </a:prstGeom>
        </p:spPr>
        <p:txBody>
          <a:bodyPr vert="horz" wrap="square" lIns="0" tIns="8255" rIns="0" bIns="0" rtlCol="0">
            <a:spAutoFit/>
          </a:bodyPr>
          <a:lstStyle/>
          <a:p>
            <a:pPr marL="80010" marR="0" lvl="0" indent="0" defTabSz="914400" eaLnBrk="1" fontAlgn="auto" latinLnBrk="0" hangingPunct="1">
              <a:lnSpc>
                <a:spcPct val="100000"/>
              </a:lnSpc>
              <a:spcBef>
                <a:spcPts val="65"/>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prstClr val="white"/>
                </a:solidFill>
                <a:effectLst/>
                <a:uLnTx/>
                <a:uFillTx/>
                <a:latin typeface="Calibri"/>
                <a:cs typeface="Calibri"/>
              </a:rPr>
              <a:pPr marL="80010" marR="0" lvl="0" indent="0" defTabSz="914400" eaLnBrk="1" fontAlgn="auto" latinLnBrk="0" hangingPunct="1">
                <a:lnSpc>
                  <a:spcPct val="100000"/>
                </a:lnSpc>
                <a:spcBef>
                  <a:spcPts val="65"/>
                </a:spcBef>
                <a:spcAft>
                  <a:spcPts val="0"/>
                </a:spcAft>
                <a:buClrTx/>
                <a:buSzTx/>
                <a:buFontTx/>
                <a:buNone/>
                <a:tabLst/>
                <a:defRPr/>
              </a:pPr>
              <a:t>23</a:t>
            </a:fld>
            <a:endParaRPr kumimoji="0" sz="1200" b="0" i="0" u="none" strike="noStrike" kern="0" cap="none" spc="-25" normalizeH="0" baseline="0" noProof="0" dirty="0">
              <a:ln>
                <a:noFill/>
              </a:ln>
              <a:solidFill>
                <a:prstClr val="white"/>
              </a:solidFill>
              <a:effectLst/>
              <a:uLnTx/>
              <a:uFillTx/>
              <a:latin typeface="Calibri"/>
              <a:cs typeface="Calibri"/>
            </a:endParaRPr>
          </a:p>
        </p:txBody>
      </p:sp>
      <p:sp>
        <p:nvSpPr>
          <p:cNvPr id="4" name="object 4">
            <a:extLst>
              <a:ext uri="{FF2B5EF4-FFF2-40B4-BE49-F238E27FC236}">
                <a16:creationId xmlns:a16="http://schemas.microsoft.com/office/drawing/2014/main" id="{A0D6CC11-F26F-5E8F-F744-259449D2FB65}"/>
              </a:ext>
            </a:extLst>
          </p:cNvPr>
          <p:cNvSpPr txBox="1"/>
          <p:nvPr/>
        </p:nvSpPr>
        <p:spPr>
          <a:xfrm>
            <a:off x="466373"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b="1" spc="70" dirty="0">
                <a:solidFill>
                  <a:srgbClr val="164052"/>
                </a:solidFill>
                <a:latin typeface="Calibri"/>
                <a:cs typeface="Calibri"/>
              </a:rPr>
              <a:t>2</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5" name="object 5">
            <a:extLst>
              <a:ext uri="{FF2B5EF4-FFF2-40B4-BE49-F238E27FC236}">
                <a16:creationId xmlns:a16="http://schemas.microsoft.com/office/drawing/2014/main" id="{5D77162A-2702-2F1E-0342-66678177F045}"/>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fr-FR" spc="-10" dirty="0"/>
              <a:t>Test-Driven </a:t>
            </a:r>
            <a:r>
              <a:rPr lang="fr-FR" spc="-10" dirty="0" err="1"/>
              <a:t>Development</a:t>
            </a:r>
            <a:r>
              <a:rPr lang="fr-FR" spc="-10" dirty="0"/>
              <a:t> (TDD)</a:t>
            </a:r>
            <a:endParaRPr spc="-10" dirty="0"/>
          </a:p>
        </p:txBody>
      </p:sp>
      <p:sp>
        <p:nvSpPr>
          <p:cNvPr id="8" name="Rectangle 7">
            <a:extLst>
              <a:ext uri="{FF2B5EF4-FFF2-40B4-BE49-F238E27FC236}">
                <a16:creationId xmlns:a16="http://schemas.microsoft.com/office/drawing/2014/main" id="{B65E513F-C455-F37E-A81E-B706BAEC155C}"/>
              </a:ext>
            </a:extLst>
          </p:cNvPr>
          <p:cNvSpPr/>
          <p:nvPr/>
        </p:nvSpPr>
        <p:spPr>
          <a:xfrm>
            <a:off x="896627" y="1215182"/>
            <a:ext cx="8025123" cy="2805063"/>
          </a:xfrm>
          <a:prstGeom prst="rect">
            <a:avLst/>
          </a:prstGeom>
        </p:spPr>
        <p:txBody>
          <a:bodyPr wrap="square">
            <a:spAutoFit/>
          </a:bodyPr>
          <a:lstStyle/>
          <a:p>
            <a:pPr marR="0" lvl="0" defTabSz="914400" eaLnBrk="1" fontAlgn="auto" latinLnBrk="0" hangingPunct="1">
              <a:lnSpc>
                <a:spcPct val="150000"/>
              </a:lnSpc>
              <a:spcBef>
                <a:spcPts val="0"/>
              </a:spcBef>
              <a:spcAft>
                <a:spcPts val="0"/>
              </a:spcAft>
              <a:buClrTx/>
              <a:buSzTx/>
              <a:tabLst/>
              <a:defRPr/>
            </a:pPr>
            <a:r>
              <a:rPr kumimoji="0" lang="fr-FR" sz="2400" b="1" i="0" u="none" strike="noStrike" kern="0" cap="none" spc="0" normalizeH="0" baseline="0" noProof="0" dirty="0">
                <a:ln>
                  <a:noFill/>
                </a:ln>
                <a:solidFill>
                  <a:sysClr val="windowText" lastClr="000000"/>
                </a:solidFill>
                <a:effectLst/>
                <a:uLnTx/>
                <a:uFillTx/>
                <a:latin typeface="Calibri"/>
              </a:rPr>
              <a:t>Principe du TDD</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400" b="0" i="0" u="none" strike="noStrike" kern="0" cap="none" spc="0" normalizeH="0" baseline="0" noProof="0" dirty="0">
                <a:ln>
                  <a:noFill/>
                </a:ln>
                <a:solidFill>
                  <a:sysClr val="windowText" lastClr="000000"/>
                </a:solidFill>
                <a:effectLst/>
                <a:uLnTx/>
                <a:uFillTx/>
                <a:latin typeface="Calibri"/>
              </a:rPr>
              <a:t>Écrire un test avant le code</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400" b="0" i="0" u="none" strike="noStrike" kern="0" cap="none" spc="0" normalizeH="0" baseline="0" noProof="0" dirty="0">
                <a:ln>
                  <a:noFill/>
                </a:ln>
                <a:solidFill>
                  <a:sysClr val="windowText" lastClr="000000"/>
                </a:solidFill>
                <a:effectLst/>
                <a:uLnTx/>
                <a:uFillTx/>
                <a:latin typeface="Calibri"/>
              </a:rPr>
              <a:t>Vérifier qu'il échoue (Red)</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400" b="0" i="0" u="none" strike="noStrike" kern="0" cap="none" spc="0" normalizeH="0" baseline="0" noProof="0" dirty="0">
                <a:ln>
                  <a:noFill/>
                </a:ln>
                <a:solidFill>
                  <a:sysClr val="windowText" lastClr="000000"/>
                </a:solidFill>
                <a:effectLst/>
                <a:uLnTx/>
                <a:uFillTx/>
                <a:latin typeface="Calibri"/>
              </a:rPr>
              <a:t>Écrire le code pour passer le test (Green)</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400" b="0" i="0" u="none" strike="noStrike" kern="0" cap="none" spc="0" normalizeH="0" baseline="0" noProof="0" dirty="0">
                <a:ln>
                  <a:noFill/>
                </a:ln>
                <a:solidFill>
                  <a:sysClr val="windowText" lastClr="000000"/>
                </a:solidFill>
                <a:effectLst/>
                <a:uLnTx/>
                <a:uFillTx/>
                <a:latin typeface="Calibri"/>
              </a:rPr>
              <a:t>Améliorer le code sans modifier le comportement (</a:t>
            </a:r>
            <a:r>
              <a:rPr kumimoji="0" lang="fr-FR" sz="2400" b="0" i="0" u="none" strike="noStrike" kern="0" cap="none" spc="0" normalizeH="0" baseline="0" noProof="0" dirty="0" err="1">
                <a:ln>
                  <a:noFill/>
                </a:ln>
                <a:solidFill>
                  <a:sysClr val="windowText" lastClr="000000"/>
                </a:solidFill>
                <a:effectLst/>
                <a:uLnTx/>
                <a:uFillTx/>
                <a:latin typeface="Calibri"/>
              </a:rPr>
              <a:t>Refactor</a:t>
            </a:r>
            <a:r>
              <a:rPr kumimoji="0" lang="fr-FR" sz="2400" b="0" i="0" u="none" strike="noStrike" kern="0" cap="none" spc="0" normalizeH="0" baseline="0" noProof="0" dirty="0">
                <a:ln>
                  <a:noFill/>
                </a:ln>
                <a:solidFill>
                  <a:sysClr val="windowText" lastClr="000000"/>
                </a:solidFill>
                <a:effectLst/>
                <a:uLnTx/>
                <a:uFillTx/>
                <a:latin typeface="Calibri"/>
              </a:rPr>
              <a:t>)</a:t>
            </a:r>
          </a:p>
        </p:txBody>
      </p:sp>
      <p:sp>
        <p:nvSpPr>
          <p:cNvPr id="9" name="TextBox 8">
            <a:extLst>
              <a:ext uri="{FF2B5EF4-FFF2-40B4-BE49-F238E27FC236}">
                <a16:creationId xmlns:a16="http://schemas.microsoft.com/office/drawing/2014/main" id="{FA98F05A-13BD-7CB1-9C46-05C17171D0B2}"/>
              </a:ext>
            </a:extLst>
          </p:cNvPr>
          <p:cNvSpPr txBox="1"/>
          <p:nvPr/>
        </p:nvSpPr>
        <p:spPr>
          <a:xfrm>
            <a:off x="768350" y="4434453"/>
            <a:ext cx="4419600" cy="2620397"/>
          </a:xfrm>
          <a:prstGeom prst="rect">
            <a:avLst/>
          </a:prstGeom>
          <a:noFill/>
        </p:spPr>
        <p:txBody>
          <a:bodyPr wrap="square">
            <a:spAutoFit/>
          </a:bodyPr>
          <a:lstStyle/>
          <a:p>
            <a:r>
              <a:rPr lang="fr-FR" sz="2400" b="1" dirty="0">
                <a:latin typeface="Calibri"/>
              </a:rPr>
              <a:t>Avantages</a:t>
            </a:r>
          </a:p>
          <a:p>
            <a:pPr marL="342900" indent="-342900">
              <a:lnSpc>
                <a:spcPct val="150000"/>
              </a:lnSpc>
              <a:buFont typeface="Arial" panose="020B0604020202020204" pitchFamily="34" charset="0"/>
              <a:buChar char="•"/>
              <a:defRPr/>
            </a:pPr>
            <a:r>
              <a:rPr lang="fr-FR" sz="2400" dirty="0">
                <a:latin typeface="Calibri"/>
              </a:rPr>
              <a:t>Code plus fiable et maintenable</a:t>
            </a:r>
          </a:p>
          <a:p>
            <a:pPr marL="342900" indent="-342900">
              <a:lnSpc>
                <a:spcPct val="150000"/>
              </a:lnSpc>
              <a:buFont typeface="Arial" panose="020B0604020202020204" pitchFamily="34" charset="0"/>
              <a:buChar char="•"/>
              <a:defRPr/>
            </a:pPr>
            <a:r>
              <a:rPr lang="fr-FR" sz="2400" dirty="0">
                <a:latin typeface="Calibri"/>
              </a:rPr>
              <a:t>Détection précoce des erreurs</a:t>
            </a:r>
          </a:p>
          <a:p>
            <a:pPr marL="342900" indent="-342900">
              <a:lnSpc>
                <a:spcPct val="150000"/>
              </a:lnSpc>
              <a:buFont typeface="Arial" panose="020B0604020202020204" pitchFamily="34" charset="0"/>
              <a:buChar char="•"/>
              <a:defRPr/>
            </a:pPr>
            <a:r>
              <a:rPr lang="fr-FR" sz="2400" dirty="0">
                <a:latin typeface="Calibri"/>
              </a:rPr>
              <a:t>Conception guidée par les tests</a:t>
            </a:r>
          </a:p>
        </p:txBody>
      </p:sp>
      <p:sp>
        <p:nvSpPr>
          <p:cNvPr id="13" name="TextBox 12">
            <a:extLst>
              <a:ext uri="{FF2B5EF4-FFF2-40B4-BE49-F238E27FC236}">
                <a16:creationId xmlns:a16="http://schemas.microsoft.com/office/drawing/2014/main" id="{8203A8FE-3DE1-60EA-6B33-CA1FA010A584}"/>
              </a:ext>
            </a:extLst>
          </p:cNvPr>
          <p:cNvSpPr txBox="1"/>
          <p:nvPr/>
        </p:nvSpPr>
        <p:spPr>
          <a:xfrm>
            <a:off x="6102350" y="4415582"/>
            <a:ext cx="4572000" cy="2066400"/>
          </a:xfrm>
          <a:prstGeom prst="rect">
            <a:avLst/>
          </a:prstGeom>
          <a:noFill/>
        </p:spPr>
        <p:txBody>
          <a:bodyPr wrap="square">
            <a:spAutoFit/>
          </a:bodyPr>
          <a:lstStyle/>
          <a:p>
            <a:r>
              <a:rPr lang="fr-FR" sz="2400" b="1" dirty="0">
                <a:latin typeface="Calibri"/>
              </a:rPr>
              <a:t>Outils courants</a:t>
            </a:r>
          </a:p>
          <a:p>
            <a:pPr marL="342900" indent="-342900">
              <a:lnSpc>
                <a:spcPct val="150000"/>
              </a:lnSpc>
              <a:buFont typeface="Arial" panose="020B0604020202020204" pitchFamily="34" charset="0"/>
              <a:buChar char="•"/>
              <a:defRPr/>
            </a:pPr>
            <a:r>
              <a:rPr lang="fr-FR" sz="2400" dirty="0">
                <a:latin typeface="Calibri"/>
              </a:rPr>
              <a:t>JUnit (Java)</a:t>
            </a:r>
          </a:p>
          <a:p>
            <a:pPr marL="342900" indent="-342900">
              <a:lnSpc>
                <a:spcPct val="150000"/>
              </a:lnSpc>
              <a:buFont typeface="Arial" panose="020B0604020202020204" pitchFamily="34" charset="0"/>
              <a:buChar char="•"/>
              <a:defRPr/>
            </a:pPr>
            <a:r>
              <a:rPr lang="fr-FR" sz="2400" dirty="0" err="1">
                <a:latin typeface="Calibri"/>
              </a:rPr>
              <a:t>PyTest</a:t>
            </a:r>
            <a:r>
              <a:rPr lang="fr-FR" sz="2400" dirty="0">
                <a:latin typeface="Calibri"/>
              </a:rPr>
              <a:t> (Python)</a:t>
            </a:r>
          </a:p>
          <a:p>
            <a:pPr marL="342900" indent="-342900">
              <a:lnSpc>
                <a:spcPct val="150000"/>
              </a:lnSpc>
              <a:buFont typeface="Arial" panose="020B0604020202020204" pitchFamily="34" charset="0"/>
              <a:buChar char="•"/>
              <a:defRPr/>
            </a:pPr>
            <a:r>
              <a:rPr lang="fr-FR" sz="2400" dirty="0" err="1">
                <a:latin typeface="Calibri"/>
              </a:rPr>
              <a:t>NUnit</a:t>
            </a:r>
            <a:r>
              <a:rPr lang="fr-FR" sz="2400" dirty="0">
                <a:latin typeface="Calibri"/>
              </a:rPr>
              <a:t> (C#)</a:t>
            </a:r>
          </a:p>
        </p:txBody>
      </p:sp>
    </p:spTree>
    <p:extLst>
      <p:ext uri="{BB962C8B-B14F-4D97-AF65-F5344CB8AC3E}">
        <p14:creationId xmlns:p14="http://schemas.microsoft.com/office/powerpoint/2010/main" val="1616609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7D3ED-1961-AA2B-0591-2BC5BF2493CC}"/>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FEE1178C-C9EC-F745-5A53-D62F24E14719}"/>
              </a:ext>
            </a:extLst>
          </p:cNvPr>
          <p:cNvSpPr txBox="1">
            <a:spLocks noGrp="1"/>
          </p:cNvSpPr>
          <p:nvPr>
            <p:ph type="sldNum" sz="quarter" idx="7"/>
          </p:nvPr>
        </p:nvSpPr>
        <p:spPr>
          <a:prstGeom prst="rect">
            <a:avLst/>
          </a:prstGeom>
        </p:spPr>
        <p:txBody>
          <a:bodyPr vert="horz" wrap="square" lIns="0" tIns="8255" rIns="0" bIns="0" rtlCol="0">
            <a:spAutoFit/>
          </a:bodyPr>
          <a:lstStyle/>
          <a:p>
            <a:pPr marL="80010" marR="0" lvl="0" indent="0" defTabSz="914400" eaLnBrk="1" fontAlgn="auto" latinLnBrk="0" hangingPunct="1">
              <a:lnSpc>
                <a:spcPct val="100000"/>
              </a:lnSpc>
              <a:spcBef>
                <a:spcPts val="65"/>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prstClr val="white"/>
                </a:solidFill>
                <a:effectLst/>
                <a:uLnTx/>
                <a:uFillTx/>
                <a:latin typeface="Calibri"/>
                <a:cs typeface="Calibri"/>
              </a:rPr>
              <a:pPr marL="80010" marR="0" lvl="0" indent="0" defTabSz="914400" eaLnBrk="1" fontAlgn="auto" latinLnBrk="0" hangingPunct="1">
                <a:lnSpc>
                  <a:spcPct val="100000"/>
                </a:lnSpc>
                <a:spcBef>
                  <a:spcPts val="65"/>
                </a:spcBef>
                <a:spcAft>
                  <a:spcPts val="0"/>
                </a:spcAft>
                <a:buClrTx/>
                <a:buSzTx/>
                <a:buFontTx/>
                <a:buNone/>
                <a:tabLst/>
                <a:defRPr/>
              </a:pPr>
              <a:t>24</a:t>
            </a:fld>
            <a:endParaRPr kumimoji="0" sz="1200" b="0" i="0" u="none" strike="noStrike" kern="0" cap="none" spc="-25" normalizeH="0" baseline="0" noProof="0" dirty="0">
              <a:ln>
                <a:noFill/>
              </a:ln>
              <a:solidFill>
                <a:prstClr val="white"/>
              </a:solidFill>
              <a:effectLst/>
              <a:uLnTx/>
              <a:uFillTx/>
              <a:latin typeface="Calibri"/>
              <a:cs typeface="Calibri"/>
            </a:endParaRPr>
          </a:p>
        </p:txBody>
      </p:sp>
      <p:sp>
        <p:nvSpPr>
          <p:cNvPr id="4" name="object 4">
            <a:extLst>
              <a:ext uri="{FF2B5EF4-FFF2-40B4-BE49-F238E27FC236}">
                <a16:creationId xmlns:a16="http://schemas.microsoft.com/office/drawing/2014/main" id="{084CBF87-F8DA-8412-E6A3-C6431B8A853E}"/>
              </a:ext>
            </a:extLst>
          </p:cNvPr>
          <p:cNvSpPr txBox="1"/>
          <p:nvPr/>
        </p:nvSpPr>
        <p:spPr>
          <a:xfrm>
            <a:off x="466373"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b="1" spc="70" dirty="0">
                <a:solidFill>
                  <a:srgbClr val="164052"/>
                </a:solidFill>
                <a:latin typeface="Calibri"/>
                <a:cs typeface="Calibri"/>
              </a:rPr>
              <a:t>2</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5" name="object 5">
            <a:extLst>
              <a:ext uri="{FF2B5EF4-FFF2-40B4-BE49-F238E27FC236}">
                <a16:creationId xmlns:a16="http://schemas.microsoft.com/office/drawing/2014/main" id="{1A1C2FE0-9AFE-642D-D2C3-33CE71CCE14B}"/>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fr-FR" spc="-10" dirty="0" err="1"/>
              <a:t>Behavior</a:t>
            </a:r>
            <a:r>
              <a:rPr lang="fr-FR" spc="-10" dirty="0"/>
              <a:t>-Driven </a:t>
            </a:r>
            <a:r>
              <a:rPr lang="fr-FR" spc="-10" dirty="0" err="1"/>
              <a:t>Development</a:t>
            </a:r>
            <a:r>
              <a:rPr lang="fr-FR" spc="-10" dirty="0"/>
              <a:t> (BDD)</a:t>
            </a:r>
            <a:endParaRPr spc="-10" dirty="0"/>
          </a:p>
        </p:txBody>
      </p:sp>
      <p:sp>
        <p:nvSpPr>
          <p:cNvPr id="8" name="Rectangle 7">
            <a:extLst>
              <a:ext uri="{FF2B5EF4-FFF2-40B4-BE49-F238E27FC236}">
                <a16:creationId xmlns:a16="http://schemas.microsoft.com/office/drawing/2014/main" id="{82F71023-68A6-BCBC-2EBE-7DEFEFAF08FD}"/>
              </a:ext>
            </a:extLst>
          </p:cNvPr>
          <p:cNvSpPr/>
          <p:nvPr/>
        </p:nvSpPr>
        <p:spPr>
          <a:xfrm>
            <a:off x="896627" y="1035050"/>
            <a:ext cx="8730024" cy="5949193"/>
          </a:xfrm>
          <a:prstGeom prst="rect">
            <a:avLst/>
          </a:prstGeom>
        </p:spPr>
        <p:txBody>
          <a:bodyPr wrap="square">
            <a:spAutoFit/>
          </a:bodyPr>
          <a:lstStyle/>
          <a:p>
            <a:pPr marR="0" lvl="0" defTabSz="914400" eaLnBrk="1" fontAlgn="auto" latinLnBrk="0" hangingPunct="1">
              <a:lnSpc>
                <a:spcPct val="150000"/>
              </a:lnSpc>
              <a:spcBef>
                <a:spcPts val="0"/>
              </a:spcBef>
              <a:spcAft>
                <a:spcPts val="0"/>
              </a:spcAft>
              <a:buClrTx/>
              <a:buSzTx/>
              <a:tabLst/>
              <a:defRPr/>
            </a:pPr>
            <a:r>
              <a:rPr kumimoji="0" lang="fr-FR" sz="2400" b="1" i="0" u="none" strike="noStrike" kern="0" cap="none" spc="0" normalizeH="0" baseline="0" noProof="0" dirty="0">
                <a:ln>
                  <a:noFill/>
                </a:ln>
                <a:solidFill>
                  <a:sysClr val="windowText" lastClr="000000"/>
                </a:solidFill>
                <a:effectLst/>
                <a:uLnTx/>
                <a:uFillTx/>
                <a:latin typeface="Calibri"/>
              </a:rPr>
              <a:t>Principe du BDD</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400" b="0" i="0" u="none" strike="noStrike" kern="0" cap="none" spc="0" normalizeH="0" baseline="0" noProof="0" dirty="0">
                <a:ln>
                  <a:noFill/>
                </a:ln>
                <a:solidFill>
                  <a:sysClr val="windowText" lastClr="000000"/>
                </a:solidFill>
                <a:effectLst/>
                <a:uLnTx/>
                <a:uFillTx/>
                <a:latin typeface="Calibri"/>
              </a:rPr>
              <a:t>Approche orientée comportement métier</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400" b="0" i="0" u="none" strike="noStrike" kern="0" cap="none" spc="0" normalizeH="0" baseline="0" noProof="0" dirty="0">
                <a:ln>
                  <a:noFill/>
                </a:ln>
                <a:solidFill>
                  <a:sysClr val="windowText" lastClr="000000"/>
                </a:solidFill>
                <a:effectLst/>
                <a:uLnTx/>
                <a:uFillTx/>
                <a:latin typeface="Calibri"/>
              </a:rPr>
              <a:t>Utilisation de scénarios lisibles par tous (business &amp; tech)</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400" b="0" i="0" u="none" strike="noStrike" kern="0" cap="none" spc="0" normalizeH="0" baseline="0" noProof="0" dirty="0">
                <a:ln>
                  <a:noFill/>
                </a:ln>
                <a:solidFill>
                  <a:sysClr val="windowText" lastClr="000000"/>
                </a:solidFill>
                <a:effectLst/>
                <a:uLnTx/>
                <a:uFillTx/>
                <a:latin typeface="Calibri"/>
              </a:rPr>
              <a:t>Syntaxe </a:t>
            </a:r>
            <a:r>
              <a:rPr kumimoji="0" lang="fr-FR" sz="2400" b="0" i="0" u="none" strike="noStrike" kern="0" cap="none" spc="0" normalizeH="0" baseline="0" noProof="0" dirty="0" err="1">
                <a:ln>
                  <a:noFill/>
                </a:ln>
                <a:solidFill>
                  <a:sysClr val="windowText" lastClr="000000"/>
                </a:solidFill>
                <a:effectLst/>
                <a:uLnTx/>
                <a:uFillTx/>
                <a:latin typeface="Calibri"/>
              </a:rPr>
              <a:t>Given-When-Then</a:t>
            </a:r>
            <a:endParaRPr kumimoji="0" lang="fr-FR" sz="2400" b="0" i="0" u="none" strike="noStrike" kern="0" cap="none" spc="0" normalizeH="0" baseline="0" noProof="0" dirty="0">
              <a:ln>
                <a:noFill/>
              </a:ln>
              <a:solidFill>
                <a:sysClr val="windowText" lastClr="000000"/>
              </a:solidFill>
              <a:effectLst/>
              <a:uLnTx/>
              <a:uFillTx/>
              <a:latin typeface="Calibri"/>
            </a:endParaRPr>
          </a:p>
          <a:p>
            <a:pPr marR="0" lvl="0" defTabSz="914400" eaLnBrk="1" fontAlgn="auto" latinLnBrk="0" hangingPunct="1">
              <a:lnSpc>
                <a:spcPct val="150000"/>
              </a:lnSpc>
              <a:spcBef>
                <a:spcPts val="0"/>
              </a:spcBef>
              <a:spcAft>
                <a:spcPts val="0"/>
              </a:spcAft>
              <a:buClrTx/>
              <a:buSzTx/>
              <a:tabLst/>
              <a:defRPr/>
            </a:pPr>
            <a:r>
              <a:rPr kumimoji="0" lang="fr-FR" sz="2400" b="1" i="0" u="none" strike="noStrike" kern="0" cap="none" spc="0" normalizeH="0" baseline="0" noProof="0" dirty="0">
                <a:ln>
                  <a:noFill/>
                </a:ln>
                <a:solidFill>
                  <a:sysClr val="windowText" lastClr="000000"/>
                </a:solidFill>
                <a:effectLst/>
                <a:uLnTx/>
                <a:uFillTx/>
                <a:latin typeface="Calibri"/>
              </a:rPr>
              <a:t>Exemple de scénario BDD (</a:t>
            </a:r>
            <a:r>
              <a:rPr kumimoji="0" lang="fr-FR" sz="2400" b="1" i="0" u="none" strike="noStrike" kern="0" cap="none" spc="0" normalizeH="0" baseline="0" noProof="0" dirty="0" err="1">
                <a:ln>
                  <a:noFill/>
                </a:ln>
                <a:solidFill>
                  <a:sysClr val="windowText" lastClr="000000"/>
                </a:solidFill>
                <a:effectLst/>
                <a:uLnTx/>
                <a:uFillTx/>
                <a:latin typeface="Calibri"/>
              </a:rPr>
              <a:t>Gherkin</a:t>
            </a:r>
            <a:r>
              <a:rPr kumimoji="0" lang="fr-FR" sz="2400" b="1" i="0" u="none" strike="noStrike" kern="0" cap="none" spc="0" normalizeH="0" baseline="0" noProof="0" dirty="0">
                <a:ln>
                  <a:noFill/>
                </a:ln>
                <a:solidFill>
                  <a:sysClr val="windowText" lastClr="000000"/>
                </a:solidFill>
                <a:effectLst/>
                <a:uLnTx/>
                <a:uFillTx/>
                <a:latin typeface="Calibri"/>
              </a:rPr>
              <a:t>)</a:t>
            </a:r>
          </a:p>
          <a:p>
            <a:pPr marR="0" lvl="0" defTabSz="914400" eaLnBrk="1" fontAlgn="auto" latinLnBrk="0" hangingPunct="1">
              <a:lnSpc>
                <a:spcPct val="150000"/>
              </a:lnSpc>
              <a:spcBef>
                <a:spcPts val="0"/>
              </a:spcBef>
              <a:spcAft>
                <a:spcPts val="0"/>
              </a:spcAft>
              <a:buClrTx/>
              <a:buSzTx/>
              <a:tabLst/>
              <a:defRPr/>
            </a:pPr>
            <a:r>
              <a:rPr kumimoji="0" lang="fr-FR" i="0" u="none" strike="noStrike" kern="0" cap="none" spc="0" normalizeH="0" baseline="0" noProof="0" dirty="0" err="1">
                <a:ln>
                  <a:noFill/>
                </a:ln>
                <a:solidFill>
                  <a:sysClr val="windowText" lastClr="000000"/>
                </a:solidFill>
                <a:effectLst/>
                <a:highlight>
                  <a:srgbClr val="C0C0C0"/>
                </a:highlight>
                <a:uLnTx/>
                <a:uFillTx/>
                <a:latin typeface="Cascadia Code SemiLight" panose="020B0609020000020004" pitchFamily="49" charset="0"/>
                <a:ea typeface="Cascadia Code SemiLight" panose="020B0609020000020004" pitchFamily="49" charset="0"/>
                <a:cs typeface="Cascadia Code SemiLight" panose="020B0609020000020004" pitchFamily="49" charset="0"/>
              </a:rPr>
              <a:t>Feature</a:t>
            </a:r>
            <a:r>
              <a:rPr kumimoji="0" lang="fr-FR" i="0" u="none" strike="noStrike" kern="0" cap="none" spc="0" normalizeH="0" baseline="0" noProof="0" dirty="0">
                <a:ln>
                  <a:noFill/>
                </a:ln>
                <a:solidFill>
                  <a:sysClr val="windowText" lastClr="000000"/>
                </a:solidFill>
                <a:effectLst/>
                <a:highlight>
                  <a:srgbClr val="C0C0C0"/>
                </a:highlight>
                <a:uLnTx/>
                <a:uFillTx/>
                <a:latin typeface="Cascadia Code SemiLight" panose="020B0609020000020004" pitchFamily="49" charset="0"/>
                <a:ea typeface="Cascadia Code SemiLight" panose="020B0609020000020004" pitchFamily="49" charset="0"/>
                <a:cs typeface="Cascadia Code SemiLight" panose="020B0609020000020004" pitchFamily="49" charset="0"/>
              </a:rPr>
              <a:t>: Connexion utilisateur</a:t>
            </a:r>
          </a:p>
          <a:p>
            <a:pPr marR="0" lvl="0" defTabSz="914400" eaLnBrk="1" fontAlgn="auto" latinLnBrk="0" hangingPunct="1">
              <a:lnSpc>
                <a:spcPct val="150000"/>
              </a:lnSpc>
              <a:spcBef>
                <a:spcPts val="0"/>
              </a:spcBef>
              <a:spcAft>
                <a:spcPts val="0"/>
              </a:spcAft>
              <a:buClrTx/>
              <a:buSzTx/>
              <a:tabLst/>
              <a:defRPr/>
            </a:pPr>
            <a:r>
              <a:rPr kumimoji="0" lang="fr-FR" i="0" u="none" strike="noStrike" kern="0" cap="none" spc="0" normalizeH="0" baseline="0" noProof="0" dirty="0">
                <a:ln>
                  <a:noFill/>
                </a:ln>
                <a:solidFill>
                  <a:sysClr val="windowText" lastClr="000000"/>
                </a:solidFill>
                <a:effectLst/>
                <a:highlight>
                  <a:srgbClr val="C0C0C0"/>
                </a:highlight>
                <a:uLnTx/>
                <a:uFillTx/>
                <a:latin typeface="Cascadia Code SemiLight" panose="020B0609020000020004" pitchFamily="49" charset="0"/>
                <a:ea typeface="Cascadia Code SemiLight" panose="020B0609020000020004" pitchFamily="49" charset="0"/>
                <a:cs typeface="Cascadia Code SemiLight" panose="020B0609020000020004" pitchFamily="49" charset="0"/>
              </a:rPr>
              <a:t>  Scenario: Connexion réussie</a:t>
            </a:r>
          </a:p>
          <a:p>
            <a:pPr marR="0" lvl="0" defTabSz="914400" eaLnBrk="1" fontAlgn="auto" latinLnBrk="0" hangingPunct="1">
              <a:lnSpc>
                <a:spcPct val="150000"/>
              </a:lnSpc>
              <a:spcBef>
                <a:spcPts val="0"/>
              </a:spcBef>
              <a:spcAft>
                <a:spcPts val="0"/>
              </a:spcAft>
              <a:buClrTx/>
              <a:buSzTx/>
              <a:tabLst/>
              <a:defRPr/>
            </a:pPr>
            <a:r>
              <a:rPr kumimoji="0" lang="fr-FR" i="0" u="none" strike="noStrike" kern="0" cap="none" spc="0" normalizeH="0" baseline="0" noProof="0" dirty="0">
                <a:ln>
                  <a:noFill/>
                </a:ln>
                <a:solidFill>
                  <a:sysClr val="windowText" lastClr="000000"/>
                </a:solidFill>
                <a:effectLst/>
                <a:highlight>
                  <a:srgbClr val="C0C0C0"/>
                </a:highlight>
                <a:uLnTx/>
                <a:uFillTx/>
                <a:latin typeface="Cascadia Code SemiLight" panose="020B0609020000020004" pitchFamily="49" charset="0"/>
                <a:ea typeface="Cascadia Code SemiLight" panose="020B0609020000020004" pitchFamily="49" charset="0"/>
                <a:cs typeface="Cascadia Code SemiLight" panose="020B0609020000020004" pitchFamily="49" charset="0"/>
              </a:rPr>
              <a:t>    </a:t>
            </a:r>
            <a:r>
              <a:rPr kumimoji="0" lang="fr-FR" i="0" u="none" strike="noStrike" kern="0" cap="none" spc="0" normalizeH="0" baseline="0" noProof="0" dirty="0" err="1">
                <a:ln>
                  <a:noFill/>
                </a:ln>
                <a:solidFill>
                  <a:sysClr val="windowText" lastClr="000000"/>
                </a:solidFill>
                <a:effectLst/>
                <a:highlight>
                  <a:srgbClr val="C0C0C0"/>
                </a:highlight>
                <a:uLnTx/>
                <a:uFillTx/>
                <a:latin typeface="Cascadia Code SemiLight" panose="020B0609020000020004" pitchFamily="49" charset="0"/>
                <a:ea typeface="Cascadia Code SemiLight" panose="020B0609020000020004" pitchFamily="49" charset="0"/>
                <a:cs typeface="Cascadia Code SemiLight" panose="020B0609020000020004" pitchFamily="49" charset="0"/>
              </a:rPr>
              <a:t>Given</a:t>
            </a:r>
            <a:r>
              <a:rPr kumimoji="0" lang="fr-FR" i="0" u="none" strike="noStrike" kern="0" cap="none" spc="0" normalizeH="0" baseline="0" noProof="0" dirty="0">
                <a:ln>
                  <a:noFill/>
                </a:ln>
                <a:solidFill>
                  <a:sysClr val="windowText" lastClr="000000"/>
                </a:solidFill>
                <a:effectLst/>
                <a:highlight>
                  <a:srgbClr val="C0C0C0"/>
                </a:highlight>
                <a:uLnTx/>
                <a:uFillTx/>
                <a:latin typeface="Cascadia Code SemiLight" panose="020B0609020000020004" pitchFamily="49" charset="0"/>
                <a:ea typeface="Cascadia Code SemiLight" panose="020B0609020000020004" pitchFamily="49" charset="0"/>
                <a:cs typeface="Cascadia Code SemiLight" panose="020B0609020000020004" pitchFamily="49" charset="0"/>
              </a:rPr>
              <a:t> un utilisateur enregistré</a:t>
            </a:r>
          </a:p>
          <a:p>
            <a:pPr marR="0" lvl="0" defTabSz="914400" eaLnBrk="1" fontAlgn="auto" latinLnBrk="0" hangingPunct="1">
              <a:lnSpc>
                <a:spcPct val="150000"/>
              </a:lnSpc>
              <a:spcBef>
                <a:spcPts val="0"/>
              </a:spcBef>
              <a:spcAft>
                <a:spcPts val="0"/>
              </a:spcAft>
              <a:buClrTx/>
              <a:buSzTx/>
              <a:tabLst/>
              <a:defRPr/>
            </a:pPr>
            <a:r>
              <a:rPr kumimoji="0" lang="fr-FR" i="0" u="none" strike="noStrike" kern="0" cap="none" spc="0" normalizeH="0" baseline="0" noProof="0" dirty="0">
                <a:ln>
                  <a:noFill/>
                </a:ln>
                <a:solidFill>
                  <a:sysClr val="windowText" lastClr="000000"/>
                </a:solidFill>
                <a:effectLst/>
                <a:highlight>
                  <a:srgbClr val="C0C0C0"/>
                </a:highlight>
                <a:uLnTx/>
                <a:uFillTx/>
                <a:latin typeface="Cascadia Code SemiLight" panose="020B0609020000020004" pitchFamily="49" charset="0"/>
                <a:ea typeface="Cascadia Code SemiLight" panose="020B0609020000020004" pitchFamily="49" charset="0"/>
                <a:cs typeface="Cascadia Code SemiLight" panose="020B0609020000020004" pitchFamily="49" charset="0"/>
              </a:rPr>
              <a:t>    </a:t>
            </a:r>
            <a:r>
              <a:rPr kumimoji="0" lang="fr-FR" i="0" u="none" strike="noStrike" kern="0" cap="none" spc="0" normalizeH="0" baseline="0" noProof="0" dirty="0" err="1">
                <a:ln>
                  <a:noFill/>
                </a:ln>
                <a:solidFill>
                  <a:sysClr val="windowText" lastClr="000000"/>
                </a:solidFill>
                <a:effectLst/>
                <a:highlight>
                  <a:srgbClr val="C0C0C0"/>
                </a:highlight>
                <a:uLnTx/>
                <a:uFillTx/>
                <a:latin typeface="Cascadia Code SemiLight" panose="020B0609020000020004" pitchFamily="49" charset="0"/>
                <a:ea typeface="Cascadia Code SemiLight" panose="020B0609020000020004" pitchFamily="49" charset="0"/>
                <a:cs typeface="Cascadia Code SemiLight" panose="020B0609020000020004" pitchFamily="49" charset="0"/>
              </a:rPr>
              <a:t>When</a:t>
            </a:r>
            <a:r>
              <a:rPr kumimoji="0" lang="fr-FR" i="0" u="none" strike="noStrike" kern="0" cap="none" spc="0" normalizeH="0" baseline="0" noProof="0" dirty="0">
                <a:ln>
                  <a:noFill/>
                </a:ln>
                <a:solidFill>
                  <a:sysClr val="windowText" lastClr="000000"/>
                </a:solidFill>
                <a:effectLst/>
                <a:highlight>
                  <a:srgbClr val="C0C0C0"/>
                </a:highlight>
                <a:uLnTx/>
                <a:uFillTx/>
                <a:latin typeface="Cascadia Code SemiLight" panose="020B0609020000020004" pitchFamily="49" charset="0"/>
                <a:ea typeface="Cascadia Code SemiLight" panose="020B0609020000020004" pitchFamily="49" charset="0"/>
                <a:cs typeface="Cascadia Code SemiLight" panose="020B0609020000020004" pitchFamily="49" charset="0"/>
              </a:rPr>
              <a:t> il saisit des identifiants valides</a:t>
            </a:r>
          </a:p>
          <a:p>
            <a:pPr marR="0" lvl="0" defTabSz="914400" eaLnBrk="1" fontAlgn="auto" latinLnBrk="0" hangingPunct="1">
              <a:lnSpc>
                <a:spcPct val="150000"/>
              </a:lnSpc>
              <a:spcBef>
                <a:spcPts val="0"/>
              </a:spcBef>
              <a:spcAft>
                <a:spcPts val="0"/>
              </a:spcAft>
              <a:buClrTx/>
              <a:buSzTx/>
              <a:tabLst/>
              <a:defRPr/>
            </a:pPr>
            <a:r>
              <a:rPr kumimoji="0" lang="fr-FR" i="0" u="none" strike="noStrike" kern="0" cap="none" spc="0" normalizeH="0" baseline="0" noProof="0" dirty="0">
                <a:ln>
                  <a:noFill/>
                </a:ln>
                <a:solidFill>
                  <a:sysClr val="windowText" lastClr="000000"/>
                </a:solidFill>
                <a:effectLst/>
                <a:highlight>
                  <a:srgbClr val="C0C0C0"/>
                </a:highlight>
                <a:uLnTx/>
                <a:uFillTx/>
                <a:latin typeface="Cascadia Code SemiLight" panose="020B0609020000020004" pitchFamily="49" charset="0"/>
                <a:ea typeface="Cascadia Code SemiLight" panose="020B0609020000020004" pitchFamily="49" charset="0"/>
                <a:cs typeface="Cascadia Code SemiLight" panose="020B0609020000020004" pitchFamily="49" charset="0"/>
              </a:rPr>
              <a:t>    </a:t>
            </a:r>
            <a:r>
              <a:rPr kumimoji="0" lang="fr-FR" i="0" u="none" strike="noStrike" kern="0" cap="none" spc="0" normalizeH="0" baseline="0" noProof="0" dirty="0" err="1">
                <a:ln>
                  <a:noFill/>
                </a:ln>
                <a:solidFill>
                  <a:sysClr val="windowText" lastClr="000000"/>
                </a:solidFill>
                <a:effectLst/>
                <a:highlight>
                  <a:srgbClr val="C0C0C0"/>
                </a:highlight>
                <a:uLnTx/>
                <a:uFillTx/>
                <a:latin typeface="Cascadia Code SemiLight" panose="020B0609020000020004" pitchFamily="49" charset="0"/>
                <a:ea typeface="Cascadia Code SemiLight" panose="020B0609020000020004" pitchFamily="49" charset="0"/>
                <a:cs typeface="Cascadia Code SemiLight" panose="020B0609020000020004" pitchFamily="49" charset="0"/>
              </a:rPr>
              <a:t>Then</a:t>
            </a:r>
            <a:r>
              <a:rPr kumimoji="0" lang="fr-FR" i="0" u="none" strike="noStrike" kern="0" cap="none" spc="0" normalizeH="0" baseline="0" noProof="0" dirty="0">
                <a:ln>
                  <a:noFill/>
                </a:ln>
                <a:solidFill>
                  <a:sysClr val="windowText" lastClr="000000"/>
                </a:solidFill>
                <a:effectLst/>
                <a:highlight>
                  <a:srgbClr val="C0C0C0"/>
                </a:highlight>
                <a:uLnTx/>
                <a:uFillTx/>
                <a:latin typeface="Cascadia Code SemiLight" panose="020B0609020000020004" pitchFamily="49" charset="0"/>
                <a:ea typeface="Cascadia Code SemiLight" panose="020B0609020000020004" pitchFamily="49" charset="0"/>
                <a:cs typeface="Cascadia Code SemiLight" panose="020B0609020000020004" pitchFamily="49" charset="0"/>
              </a:rPr>
              <a:t> il accède à son espace personnel</a:t>
            </a:r>
          </a:p>
          <a:p>
            <a:pPr>
              <a:lnSpc>
                <a:spcPct val="150000"/>
              </a:lnSpc>
              <a:defRPr/>
            </a:pPr>
            <a:r>
              <a:rPr lang="fr-FR" sz="2400" b="1" dirty="0">
                <a:latin typeface="Calibri"/>
              </a:rPr>
              <a:t>Outils courants: </a:t>
            </a:r>
            <a:r>
              <a:rPr lang="fr-FR" sz="2200" b="1" dirty="0" err="1">
                <a:latin typeface="Calibri"/>
              </a:rPr>
              <a:t>Cucumber</a:t>
            </a:r>
            <a:r>
              <a:rPr lang="fr-FR" sz="2200" dirty="0">
                <a:latin typeface="Calibri"/>
              </a:rPr>
              <a:t> (Java, JavaScript, Python…), </a:t>
            </a:r>
            <a:r>
              <a:rPr lang="fr-FR" sz="2000" b="1" dirty="0" err="1"/>
              <a:t>SpecFlow</a:t>
            </a:r>
            <a:r>
              <a:rPr lang="fr-FR" sz="2000" dirty="0"/>
              <a:t> (C#)</a:t>
            </a:r>
          </a:p>
          <a:p>
            <a:pPr marR="0" lvl="0" defTabSz="914400" eaLnBrk="1" fontAlgn="auto" latinLnBrk="0" hangingPunct="1">
              <a:lnSpc>
                <a:spcPct val="150000"/>
              </a:lnSpc>
              <a:spcBef>
                <a:spcPts val="0"/>
              </a:spcBef>
              <a:spcAft>
                <a:spcPts val="0"/>
              </a:spcAft>
              <a:buClrTx/>
              <a:buSzTx/>
              <a:tabLst/>
              <a:defRPr/>
            </a:pPr>
            <a:endParaRPr lang="fr-FR" sz="2200" dirty="0">
              <a:latin typeface="Calibri"/>
            </a:endParaRPr>
          </a:p>
        </p:txBody>
      </p:sp>
    </p:spTree>
    <p:extLst>
      <p:ext uri="{BB962C8B-B14F-4D97-AF65-F5344CB8AC3E}">
        <p14:creationId xmlns:p14="http://schemas.microsoft.com/office/powerpoint/2010/main" val="26823324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762" y="-4762"/>
            <a:ext cx="3516312" cy="7566025"/>
            <a:chOff x="-4762" y="-4762"/>
            <a:chExt cx="4894580" cy="7566025"/>
          </a:xfrm>
          <a:solidFill>
            <a:schemeClr val="tx2">
              <a:lumMod val="75000"/>
            </a:schemeClr>
          </a:solidFill>
        </p:grpSpPr>
        <p:sp>
          <p:nvSpPr>
            <p:cNvPr id="3" name="object 3"/>
            <p:cNvSpPr/>
            <p:nvPr/>
          </p:nvSpPr>
          <p:spPr>
            <a:xfrm>
              <a:off x="0" y="0"/>
              <a:ext cx="4885055" cy="7556500"/>
            </a:xfrm>
            <a:custGeom>
              <a:avLst/>
              <a:gdLst/>
              <a:ahLst/>
              <a:cxnLst/>
              <a:rect l="l" t="t" r="r" b="b"/>
              <a:pathLst>
                <a:path w="4885055" h="7556500">
                  <a:moveTo>
                    <a:pt x="0" y="0"/>
                  </a:moveTo>
                  <a:lnTo>
                    <a:pt x="4885024" y="0"/>
                  </a:lnTo>
                  <a:lnTo>
                    <a:pt x="4885024" y="7556499"/>
                  </a:lnTo>
                  <a:lnTo>
                    <a:pt x="0" y="7556499"/>
                  </a:lnTo>
                  <a:lnTo>
                    <a:pt x="0" y="0"/>
                  </a:lnTo>
                  <a:close/>
                </a:path>
              </a:pathLst>
            </a:custGeom>
            <a:grpFill/>
            <a:ln>
              <a:solidFill>
                <a:schemeClr val="accent5">
                  <a:lumMod val="50000"/>
                </a:schemeClr>
              </a:solidFill>
            </a:ln>
          </p:spPr>
          <p:txBody>
            <a:bodyPr wrap="square" lIns="0" tIns="0" rIns="0" bIns="0" rtlCol="0"/>
            <a:lstStyle/>
            <a:p>
              <a:endParaRPr/>
            </a:p>
          </p:txBody>
        </p:sp>
        <p:sp>
          <p:nvSpPr>
            <p:cNvPr id="4" name="object 4"/>
            <p:cNvSpPr/>
            <p:nvPr/>
          </p:nvSpPr>
          <p:spPr>
            <a:xfrm>
              <a:off x="0" y="0"/>
              <a:ext cx="4885055" cy="7556500"/>
            </a:xfrm>
            <a:custGeom>
              <a:avLst/>
              <a:gdLst/>
              <a:ahLst/>
              <a:cxnLst/>
              <a:rect l="l" t="t" r="r" b="b"/>
              <a:pathLst>
                <a:path w="4885055" h="7556500">
                  <a:moveTo>
                    <a:pt x="0" y="0"/>
                  </a:moveTo>
                  <a:lnTo>
                    <a:pt x="4885024" y="0"/>
                  </a:lnTo>
                  <a:lnTo>
                    <a:pt x="4885024" y="7556499"/>
                  </a:lnTo>
                </a:path>
                <a:path w="4885055" h="7556500">
                  <a:moveTo>
                    <a:pt x="0" y="7556499"/>
                  </a:moveTo>
                  <a:lnTo>
                    <a:pt x="0" y="0"/>
                  </a:lnTo>
                </a:path>
              </a:pathLst>
            </a:custGeom>
            <a:grpFill/>
            <a:ln w="9524">
              <a:solidFill>
                <a:schemeClr val="accent5">
                  <a:lumMod val="50000"/>
                </a:schemeClr>
              </a:solidFill>
            </a:ln>
          </p:spPr>
          <p:txBody>
            <a:bodyPr wrap="square" lIns="0" tIns="0" rIns="0" bIns="0" rtlCol="0"/>
            <a:lstStyle/>
            <a:p>
              <a:endParaRPr/>
            </a:p>
          </p:txBody>
        </p:sp>
      </p:grpSp>
      <p:sp>
        <p:nvSpPr>
          <p:cNvPr id="5" name="object 5"/>
          <p:cNvSpPr txBox="1"/>
          <p:nvPr/>
        </p:nvSpPr>
        <p:spPr>
          <a:xfrm>
            <a:off x="412910" y="882595"/>
            <a:ext cx="2891559" cy="3824380"/>
          </a:xfrm>
          <a:prstGeom prst="rect">
            <a:avLst/>
          </a:prstGeom>
        </p:spPr>
        <p:txBody>
          <a:bodyPr vert="horz" wrap="square" lIns="0" tIns="250190" rIns="0" bIns="0" rtlCol="0">
            <a:spAutoFit/>
          </a:bodyPr>
          <a:lstStyle/>
          <a:p>
            <a:pPr marL="196215">
              <a:lnSpc>
                <a:spcPct val="100000"/>
              </a:lnSpc>
              <a:spcBef>
                <a:spcPts val="1970"/>
              </a:spcBef>
              <a:tabLst>
                <a:tab pos="708660" algn="l"/>
                <a:tab pos="1186815" algn="l"/>
              </a:tabLst>
            </a:pPr>
            <a:r>
              <a:rPr sz="3600" spc="-25" dirty="0">
                <a:solidFill>
                  <a:srgbClr val="FFFFFF"/>
                </a:solidFill>
                <a:latin typeface="Calibri"/>
                <a:cs typeface="Calibri"/>
              </a:rPr>
              <a:t>//</a:t>
            </a:r>
            <a:r>
              <a:rPr sz="3600" dirty="0">
                <a:solidFill>
                  <a:srgbClr val="FFFFFF"/>
                </a:solidFill>
                <a:latin typeface="Calibri"/>
                <a:cs typeface="Calibri"/>
              </a:rPr>
              <a:t>	</a:t>
            </a:r>
            <a:r>
              <a:rPr lang="fr-FR" sz="3600" dirty="0">
                <a:solidFill>
                  <a:srgbClr val="FFFFFF"/>
                </a:solidFill>
                <a:latin typeface="Calibri"/>
                <a:cs typeface="Calibri"/>
              </a:rPr>
              <a:t>B</a:t>
            </a:r>
            <a:r>
              <a:rPr sz="5400" b="1" baseline="2314" dirty="0">
                <a:solidFill>
                  <a:srgbClr val="FFFFFF"/>
                </a:solidFill>
                <a:latin typeface="Calibri"/>
                <a:cs typeface="Calibri"/>
              </a:rPr>
              <a:t>	</a:t>
            </a:r>
            <a:r>
              <a:rPr sz="3600" spc="-25" dirty="0">
                <a:solidFill>
                  <a:srgbClr val="FFFFFF"/>
                </a:solidFill>
                <a:latin typeface="Calibri"/>
                <a:cs typeface="Calibri"/>
              </a:rPr>
              <a:t>//</a:t>
            </a:r>
            <a:endParaRPr sz="3600" dirty="0">
              <a:latin typeface="Calibri"/>
              <a:cs typeface="Calibri"/>
            </a:endParaRPr>
          </a:p>
          <a:p>
            <a:pPr marL="12700">
              <a:lnSpc>
                <a:spcPct val="100000"/>
              </a:lnSpc>
              <a:spcBef>
                <a:spcPts val="1875"/>
              </a:spcBef>
            </a:pPr>
            <a:r>
              <a:rPr sz="3600" b="1" spc="375" dirty="0">
                <a:solidFill>
                  <a:srgbClr val="FFFFFF"/>
                </a:solidFill>
                <a:latin typeface="Calibri"/>
                <a:cs typeface="Calibri"/>
              </a:rPr>
              <a:t>MODULE</a:t>
            </a:r>
            <a:r>
              <a:rPr lang="fr-FR" sz="3600" b="1" spc="375" dirty="0">
                <a:solidFill>
                  <a:srgbClr val="FFFFFF"/>
                </a:solidFill>
                <a:latin typeface="Calibri"/>
                <a:cs typeface="Calibri"/>
              </a:rPr>
              <a:t> 2</a:t>
            </a:r>
            <a:r>
              <a:rPr sz="3600" b="1" spc="185" dirty="0">
                <a:solidFill>
                  <a:srgbClr val="FFFFFF"/>
                </a:solidFill>
                <a:latin typeface="Calibri"/>
                <a:cs typeface="Calibri"/>
              </a:rPr>
              <a:t> </a:t>
            </a:r>
            <a:r>
              <a:rPr sz="3600" b="1" spc="190" dirty="0">
                <a:solidFill>
                  <a:srgbClr val="FFFFFF"/>
                </a:solidFill>
                <a:latin typeface="Calibri"/>
                <a:cs typeface="Calibri"/>
              </a:rPr>
              <a:t> </a:t>
            </a:r>
            <a:r>
              <a:rPr sz="3600" b="1" spc="310" dirty="0">
                <a:solidFill>
                  <a:srgbClr val="FFFFFF"/>
                </a:solidFill>
                <a:latin typeface="Calibri"/>
                <a:cs typeface="Calibri"/>
              </a:rPr>
              <a:t>-</a:t>
            </a:r>
            <a:endParaRPr sz="3600" dirty="0">
              <a:latin typeface="Calibri"/>
              <a:cs typeface="Calibri"/>
            </a:endParaRPr>
          </a:p>
          <a:p>
            <a:pPr marL="12700" marR="878205">
              <a:lnSpc>
                <a:spcPct val="100699"/>
              </a:lnSpc>
            </a:pPr>
            <a:r>
              <a:rPr lang="fr-FR" sz="3600" b="1" spc="215" dirty="0">
                <a:solidFill>
                  <a:srgbClr val="FFFFFF"/>
                </a:solidFill>
                <a:latin typeface="Calibri"/>
                <a:cs typeface="Calibri"/>
              </a:rPr>
              <a:t>Jenkins : rôle et prise en main</a:t>
            </a:r>
            <a:endParaRPr sz="3600" dirty="0">
              <a:latin typeface="Calibri"/>
              <a:cs typeface="Calibri"/>
            </a:endParaRPr>
          </a:p>
        </p:txBody>
      </p:sp>
      <p:sp>
        <p:nvSpPr>
          <p:cNvPr id="6" name="object 6"/>
          <p:cNvSpPr txBox="1"/>
          <p:nvPr/>
        </p:nvSpPr>
        <p:spPr>
          <a:xfrm>
            <a:off x="4224094" y="2233985"/>
            <a:ext cx="6297856" cy="782265"/>
          </a:xfrm>
          <a:prstGeom prst="rect">
            <a:avLst/>
          </a:prstGeom>
        </p:spPr>
        <p:txBody>
          <a:bodyPr vert="horz" wrap="square" lIns="0" tIns="12700" rIns="0" bIns="0" rtlCol="0">
            <a:spAutoFit/>
          </a:bodyPr>
          <a:lstStyle/>
          <a:p>
            <a:pPr marL="12700">
              <a:lnSpc>
                <a:spcPct val="100000"/>
              </a:lnSpc>
              <a:spcBef>
                <a:spcPts val="100"/>
              </a:spcBef>
            </a:pPr>
            <a:r>
              <a:rPr lang="fr-FR" sz="2500" b="1" spc="200" dirty="0">
                <a:solidFill>
                  <a:srgbClr val="164052"/>
                </a:solidFill>
                <a:latin typeface="Calibri"/>
                <a:cs typeface="Calibri"/>
              </a:rPr>
              <a:t>Terminologie Jenkins (master, </a:t>
            </a:r>
            <a:r>
              <a:rPr lang="fr-FR" sz="2500" b="1" spc="200" dirty="0" err="1">
                <a:solidFill>
                  <a:srgbClr val="164052"/>
                </a:solidFill>
                <a:latin typeface="Calibri"/>
                <a:cs typeface="Calibri"/>
              </a:rPr>
              <a:t>node</a:t>
            </a:r>
            <a:r>
              <a:rPr lang="fr-FR" sz="2500" b="1" spc="200" dirty="0">
                <a:solidFill>
                  <a:srgbClr val="164052"/>
                </a:solidFill>
                <a:latin typeface="Calibri"/>
                <a:cs typeface="Calibri"/>
              </a:rPr>
              <a:t>, job, agent…)</a:t>
            </a:r>
          </a:p>
        </p:txBody>
      </p:sp>
      <p:grpSp>
        <p:nvGrpSpPr>
          <p:cNvPr id="7" name="object 7"/>
          <p:cNvGrpSpPr/>
          <p:nvPr/>
        </p:nvGrpSpPr>
        <p:grpSpPr>
          <a:xfrm>
            <a:off x="3274653" y="2309042"/>
            <a:ext cx="462915" cy="462915"/>
            <a:chOff x="4635613" y="2004242"/>
            <a:chExt cx="462915" cy="462915"/>
          </a:xfrm>
        </p:grpSpPr>
        <p:sp>
          <p:nvSpPr>
            <p:cNvPr id="8" name="object 8"/>
            <p:cNvSpPr/>
            <p:nvPr/>
          </p:nvSpPr>
          <p:spPr>
            <a:xfrm>
              <a:off x="4649901" y="2018530"/>
              <a:ext cx="434340" cy="434340"/>
            </a:xfrm>
            <a:custGeom>
              <a:avLst/>
              <a:gdLst/>
              <a:ahLst/>
              <a:cxnLst/>
              <a:rect l="l" t="t" r="r" b="b"/>
              <a:pathLst>
                <a:path w="434339" h="434339">
                  <a:moveTo>
                    <a:pt x="217067" y="434134"/>
                  </a:moveTo>
                  <a:lnTo>
                    <a:pt x="167295" y="428402"/>
                  </a:lnTo>
                  <a:lnTo>
                    <a:pt x="121606" y="412072"/>
                  </a:lnTo>
                  <a:lnTo>
                    <a:pt x="81302" y="386447"/>
                  </a:lnTo>
                  <a:lnTo>
                    <a:pt x="47687" y="352832"/>
                  </a:lnTo>
                  <a:lnTo>
                    <a:pt x="22062" y="312528"/>
                  </a:lnTo>
                  <a:lnTo>
                    <a:pt x="5732" y="266839"/>
                  </a:lnTo>
                  <a:lnTo>
                    <a:pt x="0" y="217067"/>
                  </a:lnTo>
                  <a:lnTo>
                    <a:pt x="5732" y="167296"/>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4"/>
                  </a:lnTo>
                  <a:close/>
                </a:path>
              </a:pathLst>
            </a:custGeom>
            <a:solidFill>
              <a:srgbClr val="FFFFFF"/>
            </a:solidFill>
          </p:spPr>
          <p:txBody>
            <a:bodyPr wrap="square" lIns="0" tIns="0" rIns="0" bIns="0" rtlCol="0"/>
            <a:lstStyle/>
            <a:p>
              <a:endParaRPr/>
            </a:p>
          </p:txBody>
        </p:sp>
        <p:sp>
          <p:nvSpPr>
            <p:cNvPr id="9" name="object 9"/>
            <p:cNvSpPr/>
            <p:nvPr/>
          </p:nvSpPr>
          <p:spPr>
            <a:xfrm>
              <a:off x="4649901" y="2018530"/>
              <a:ext cx="434340" cy="434340"/>
            </a:xfrm>
            <a:custGeom>
              <a:avLst/>
              <a:gdLst/>
              <a:ahLst/>
              <a:cxnLst/>
              <a:rect l="l" t="t" r="r" b="b"/>
              <a:pathLst>
                <a:path w="434339" h="434339">
                  <a:moveTo>
                    <a:pt x="0" y="217067"/>
                  </a:moveTo>
                  <a:lnTo>
                    <a:pt x="5732" y="167296"/>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4"/>
                  </a:lnTo>
                  <a:lnTo>
                    <a:pt x="167295" y="428402"/>
                  </a:lnTo>
                  <a:lnTo>
                    <a:pt x="121606" y="412072"/>
                  </a:lnTo>
                  <a:lnTo>
                    <a:pt x="81302" y="386447"/>
                  </a:lnTo>
                  <a:lnTo>
                    <a:pt x="47687" y="352832"/>
                  </a:lnTo>
                  <a:lnTo>
                    <a:pt x="22062" y="312528"/>
                  </a:lnTo>
                  <a:lnTo>
                    <a:pt x="5732" y="266839"/>
                  </a:lnTo>
                  <a:lnTo>
                    <a:pt x="0" y="217067"/>
                  </a:lnTo>
                  <a:close/>
                </a:path>
              </a:pathLst>
            </a:custGeom>
            <a:ln w="28574">
              <a:solidFill>
                <a:srgbClr val="8CB939"/>
              </a:solidFill>
            </a:ln>
          </p:spPr>
          <p:txBody>
            <a:bodyPr wrap="square" lIns="0" tIns="0" rIns="0" bIns="0" rtlCol="0"/>
            <a:lstStyle/>
            <a:p>
              <a:endParaRPr/>
            </a:p>
          </p:txBody>
        </p:sp>
      </p:grpSp>
      <p:sp>
        <p:nvSpPr>
          <p:cNvPr id="10" name="object 10"/>
          <p:cNvSpPr txBox="1"/>
          <p:nvPr/>
        </p:nvSpPr>
        <p:spPr>
          <a:xfrm>
            <a:off x="3423160" y="2365203"/>
            <a:ext cx="166370" cy="328295"/>
          </a:xfrm>
          <a:prstGeom prst="rect">
            <a:avLst/>
          </a:prstGeom>
        </p:spPr>
        <p:txBody>
          <a:bodyPr vert="horz" wrap="square" lIns="0" tIns="17145" rIns="0" bIns="0" rtlCol="0">
            <a:spAutoFit/>
          </a:bodyPr>
          <a:lstStyle/>
          <a:p>
            <a:pPr marL="12700">
              <a:lnSpc>
                <a:spcPct val="100000"/>
              </a:lnSpc>
              <a:spcBef>
                <a:spcPts val="135"/>
              </a:spcBef>
            </a:pPr>
            <a:r>
              <a:rPr sz="1950" b="1" spc="55" dirty="0">
                <a:solidFill>
                  <a:srgbClr val="8CB939"/>
                </a:solidFill>
                <a:latin typeface="Calibri"/>
                <a:cs typeface="Calibri"/>
              </a:rPr>
              <a:t>2</a:t>
            </a:r>
            <a:endParaRPr sz="1950" dirty="0">
              <a:latin typeface="Calibri"/>
              <a:cs typeface="Calibri"/>
            </a:endParaRPr>
          </a:p>
        </p:txBody>
      </p:sp>
      <p:grpSp>
        <p:nvGrpSpPr>
          <p:cNvPr id="11" name="object 11"/>
          <p:cNvGrpSpPr/>
          <p:nvPr/>
        </p:nvGrpSpPr>
        <p:grpSpPr>
          <a:xfrm>
            <a:off x="3274653" y="3696335"/>
            <a:ext cx="462915" cy="462915"/>
            <a:chOff x="4635613" y="3123301"/>
            <a:chExt cx="462915" cy="462915"/>
          </a:xfrm>
        </p:grpSpPr>
        <p:sp>
          <p:nvSpPr>
            <p:cNvPr id="12" name="object 12"/>
            <p:cNvSpPr/>
            <p:nvPr/>
          </p:nvSpPr>
          <p:spPr>
            <a:xfrm>
              <a:off x="4649901" y="3137588"/>
              <a:ext cx="434340" cy="434340"/>
            </a:xfrm>
            <a:custGeom>
              <a:avLst/>
              <a:gdLst/>
              <a:ahLst/>
              <a:cxnLst/>
              <a:rect l="l" t="t" r="r" b="b"/>
              <a:pathLst>
                <a:path w="434339" h="434339">
                  <a:moveTo>
                    <a:pt x="217067" y="434135"/>
                  </a:moveTo>
                  <a:lnTo>
                    <a:pt x="167295" y="428402"/>
                  </a:lnTo>
                  <a:lnTo>
                    <a:pt x="121606" y="412072"/>
                  </a:lnTo>
                  <a:lnTo>
                    <a:pt x="81302" y="386447"/>
                  </a:lnTo>
                  <a:lnTo>
                    <a:pt x="47687" y="352832"/>
                  </a:lnTo>
                  <a:lnTo>
                    <a:pt x="22062" y="312528"/>
                  </a:lnTo>
                  <a:lnTo>
                    <a:pt x="5732" y="266839"/>
                  </a:lnTo>
                  <a:lnTo>
                    <a:pt x="0" y="217067"/>
                  </a:lnTo>
                  <a:lnTo>
                    <a:pt x="5732" y="167296"/>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close/>
                </a:path>
              </a:pathLst>
            </a:custGeom>
            <a:solidFill>
              <a:srgbClr val="FFFFFF"/>
            </a:solidFill>
          </p:spPr>
          <p:txBody>
            <a:bodyPr wrap="square" lIns="0" tIns="0" rIns="0" bIns="0" rtlCol="0"/>
            <a:lstStyle/>
            <a:p>
              <a:endParaRPr/>
            </a:p>
          </p:txBody>
        </p:sp>
        <p:sp>
          <p:nvSpPr>
            <p:cNvPr id="13" name="object 13"/>
            <p:cNvSpPr/>
            <p:nvPr/>
          </p:nvSpPr>
          <p:spPr>
            <a:xfrm>
              <a:off x="4649901" y="3137588"/>
              <a:ext cx="434340" cy="434340"/>
            </a:xfrm>
            <a:custGeom>
              <a:avLst/>
              <a:gdLst/>
              <a:ahLst/>
              <a:cxnLst/>
              <a:rect l="l" t="t" r="r" b="b"/>
              <a:pathLst>
                <a:path w="434339" h="434339">
                  <a:moveTo>
                    <a:pt x="0" y="217067"/>
                  </a:moveTo>
                  <a:lnTo>
                    <a:pt x="5732" y="167296"/>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lnTo>
                    <a:pt x="167295" y="428402"/>
                  </a:lnTo>
                  <a:lnTo>
                    <a:pt x="121606" y="412072"/>
                  </a:lnTo>
                  <a:lnTo>
                    <a:pt x="81302" y="386447"/>
                  </a:lnTo>
                  <a:lnTo>
                    <a:pt x="47687" y="352832"/>
                  </a:lnTo>
                  <a:lnTo>
                    <a:pt x="22062" y="312528"/>
                  </a:lnTo>
                  <a:lnTo>
                    <a:pt x="5732" y="266839"/>
                  </a:lnTo>
                  <a:lnTo>
                    <a:pt x="0" y="217067"/>
                  </a:lnTo>
                  <a:close/>
                </a:path>
              </a:pathLst>
            </a:custGeom>
            <a:ln w="28574">
              <a:solidFill>
                <a:srgbClr val="8CB939"/>
              </a:solidFill>
            </a:ln>
          </p:spPr>
          <p:txBody>
            <a:bodyPr wrap="square" lIns="0" tIns="0" rIns="0" bIns="0" rtlCol="0"/>
            <a:lstStyle/>
            <a:p>
              <a:endParaRPr/>
            </a:p>
          </p:txBody>
        </p:sp>
      </p:grpSp>
      <p:sp>
        <p:nvSpPr>
          <p:cNvPr id="14" name="object 14"/>
          <p:cNvSpPr txBox="1"/>
          <p:nvPr/>
        </p:nvSpPr>
        <p:spPr>
          <a:xfrm>
            <a:off x="3423160" y="3752496"/>
            <a:ext cx="166370" cy="328295"/>
          </a:xfrm>
          <a:prstGeom prst="rect">
            <a:avLst/>
          </a:prstGeom>
        </p:spPr>
        <p:txBody>
          <a:bodyPr vert="horz" wrap="square" lIns="0" tIns="17145" rIns="0" bIns="0" rtlCol="0">
            <a:spAutoFit/>
          </a:bodyPr>
          <a:lstStyle/>
          <a:p>
            <a:pPr marL="12700">
              <a:lnSpc>
                <a:spcPct val="100000"/>
              </a:lnSpc>
              <a:spcBef>
                <a:spcPts val="135"/>
              </a:spcBef>
            </a:pPr>
            <a:r>
              <a:rPr sz="1950" b="1" spc="55" dirty="0">
                <a:solidFill>
                  <a:srgbClr val="8CB939"/>
                </a:solidFill>
                <a:latin typeface="Calibri"/>
                <a:cs typeface="Calibri"/>
              </a:rPr>
              <a:t>3</a:t>
            </a:r>
            <a:endParaRPr sz="1950">
              <a:latin typeface="Calibri"/>
              <a:cs typeface="Calibri"/>
            </a:endParaRPr>
          </a:p>
        </p:txBody>
      </p:sp>
      <p:sp>
        <p:nvSpPr>
          <p:cNvPr id="15" name="object 15"/>
          <p:cNvSpPr txBox="1">
            <a:spLocks noGrp="1"/>
          </p:cNvSpPr>
          <p:nvPr>
            <p:ph type="title"/>
          </p:nvPr>
        </p:nvSpPr>
        <p:spPr>
          <a:xfrm>
            <a:off x="4226560" y="896308"/>
            <a:ext cx="6600190" cy="782265"/>
          </a:xfrm>
          <a:prstGeom prst="rect">
            <a:avLst/>
          </a:prstGeom>
        </p:spPr>
        <p:txBody>
          <a:bodyPr vert="horz" wrap="square" lIns="0" tIns="12700" rIns="0" bIns="0" rtlCol="0">
            <a:spAutoFit/>
          </a:bodyPr>
          <a:lstStyle/>
          <a:p>
            <a:pPr marL="12700">
              <a:lnSpc>
                <a:spcPct val="100000"/>
              </a:lnSpc>
              <a:spcBef>
                <a:spcPts val="100"/>
              </a:spcBef>
            </a:pPr>
            <a:r>
              <a:rPr lang="fr-FR" sz="2500" b="1" spc="125" dirty="0">
                <a:latin typeface="Calibri"/>
                <a:cs typeface="Calibri"/>
              </a:rPr>
              <a:t>Présentation de Jenkins et son rôle dans l’intégration continue</a:t>
            </a:r>
          </a:p>
        </p:txBody>
      </p:sp>
      <p:sp>
        <p:nvSpPr>
          <p:cNvPr id="16" name="object 16"/>
          <p:cNvSpPr txBox="1"/>
          <p:nvPr/>
        </p:nvSpPr>
        <p:spPr>
          <a:xfrm>
            <a:off x="4208330" y="3710622"/>
            <a:ext cx="5704020" cy="782265"/>
          </a:xfrm>
          <a:prstGeom prst="rect">
            <a:avLst/>
          </a:prstGeom>
        </p:spPr>
        <p:txBody>
          <a:bodyPr vert="horz" wrap="square" lIns="0" tIns="12700" rIns="0" bIns="0" rtlCol="0">
            <a:spAutoFit/>
          </a:bodyPr>
          <a:lstStyle/>
          <a:p>
            <a:pPr marL="12700">
              <a:lnSpc>
                <a:spcPct val="100000"/>
              </a:lnSpc>
              <a:spcBef>
                <a:spcPts val="100"/>
              </a:spcBef>
            </a:pPr>
            <a:r>
              <a:rPr lang="fr-FR" sz="2500" b="1" spc="200" dirty="0">
                <a:solidFill>
                  <a:srgbClr val="164052"/>
                </a:solidFill>
                <a:latin typeface="Calibri"/>
                <a:cs typeface="Calibri"/>
              </a:rPr>
              <a:t>Structure des répertoires (JENKINS_HOME, jobs)</a:t>
            </a:r>
          </a:p>
        </p:txBody>
      </p:sp>
      <p:grpSp>
        <p:nvGrpSpPr>
          <p:cNvPr id="17" name="object 17"/>
          <p:cNvGrpSpPr/>
          <p:nvPr/>
        </p:nvGrpSpPr>
        <p:grpSpPr>
          <a:xfrm>
            <a:off x="3290182" y="882001"/>
            <a:ext cx="462915" cy="462915"/>
            <a:chOff x="4651142" y="882001"/>
            <a:chExt cx="462915" cy="462915"/>
          </a:xfrm>
        </p:grpSpPr>
        <p:sp>
          <p:nvSpPr>
            <p:cNvPr id="18" name="object 18"/>
            <p:cNvSpPr/>
            <p:nvPr/>
          </p:nvSpPr>
          <p:spPr>
            <a:xfrm>
              <a:off x="4665429" y="896288"/>
              <a:ext cx="434340" cy="434340"/>
            </a:xfrm>
            <a:custGeom>
              <a:avLst/>
              <a:gdLst/>
              <a:ahLst/>
              <a:cxnLst/>
              <a:rect l="l" t="t" r="r" b="b"/>
              <a:pathLst>
                <a:path w="434339" h="434340">
                  <a:moveTo>
                    <a:pt x="217067" y="434134"/>
                  </a:moveTo>
                  <a:lnTo>
                    <a:pt x="167295" y="428402"/>
                  </a:lnTo>
                  <a:lnTo>
                    <a:pt x="121606" y="412072"/>
                  </a:lnTo>
                  <a:lnTo>
                    <a:pt x="81302" y="386447"/>
                  </a:lnTo>
                  <a:lnTo>
                    <a:pt x="47687" y="352832"/>
                  </a:lnTo>
                  <a:lnTo>
                    <a:pt x="22063" y="312528"/>
                  </a:lnTo>
                  <a:lnTo>
                    <a:pt x="5732" y="266839"/>
                  </a:lnTo>
                  <a:lnTo>
                    <a:pt x="0" y="217067"/>
                  </a:lnTo>
                  <a:lnTo>
                    <a:pt x="5732" y="167295"/>
                  </a:lnTo>
                  <a:lnTo>
                    <a:pt x="22063" y="121606"/>
                  </a:lnTo>
                  <a:lnTo>
                    <a:pt x="47687" y="81302"/>
                  </a:lnTo>
                  <a:lnTo>
                    <a:pt x="81302" y="47687"/>
                  </a:lnTo>
                  <a:lnTo>
                    <a:pt x="121606" y="22062"/>
                  </a:lnTo>
                  <a:lnTo>
                    <a:pt x="167295" y="5732"/>
                  </a:lnTo>
                  <a:lnTo>
                    <a:pt x="217067" y="0"/>
                  </a:lnTo>
                  <a:lnTo>
                    <a:pt x="259613" y="4209"/>
                  </a:lnTo>
                  <a:lnTo>
                    <a:pt x="300135" y="16523"/>
                  </a:lnTo>
                  <a:lnTo>
                    <a:pt x="337496" y="36469"/>
                  </a:lnTo>
                  <a:lnTo>
                    <a:pt x="370557" y="63577"/>
                  </a:lnTo>
                  <a:lnTo>
                    <a:pt x="397665" y="96638"/>
                  </a:lnTo>
                  <a:lnTo>
                    <a:pt x="417611" y="133999"/>
                  </a:lnTo>
                  <a:lnTo>
                    <a:pt x="429925" y="174521"/>
                  </a:lnTo>
                  <a:lnTo>
                    <a:pt x="434135" y="217067"/>
                  </a:lnTo>
                  <a:lnTo>
                    <a:pt x="428402" y="266839"/>
                  </a:lnTo>
                  <a:lnTo>
                    <a:pt x="412072" y="312528"/>
                  </a:lnTo>
                  <a:lnTo>
                    <a:pt x="386447" y="352832"/>
                  </a:lnTo>
                  <a:lnTo>
                    <a:pt x="352832" y="386447"/>
                  </a:lnTo>
                  <a:lnTo>
                    <a:pt x="312528" y="412072"/>
                  </a:lnTo>
                  <a:lnTo>
                    <a:pt x="266839" y="428402"/>
                  </a:lnTo>
                  <a:lnTo>
                    <a:pt x="217067" y="434134"/>
                  </a:lnTo>
                  <a:close/>
                </a:path>
              </a:pathLst>
            </a:custGeom>
            <a:solidFill>
              <a:srgbClr val="FFFFFF"/>
            </a:solidFill>
          </p:spPr>
          <p:txBody>
            <a:bodyPr wrap="square" lIns="0" tIns="0" rIns="0" bIns="0" rtlCol="0"/>
            <a:lstStyle/>
            <a:p>
              <a:endParaRPr/>
            </a:p>
          </p:txBody>
        </p:sp>
        <p:sp>
          <p:nvSpPr>
            <p:cNvPr id="19" name="object 19"/>
            <p:cNvSpPr/>
            <p:nvPr/>
          </p:nvSpPr>
          <p:spPr>
            <a:xfrm>
              <a:off x="4665429" y="896288"/>
              <a:ext cx="434340" cy="434340"/>
            </a:xfrm>
            <a:custGeom>
              <a:avLst/>
              <a:gdLst/>
              <a:ahLst/>
              <a:cxnLst/>
              <a:rect l="l" t="t" r="r" b="b"/>
              <a:pathLst>
                <a:path w="434339" h="434340">
                  <a:moveTo>
                    <a:pt x="0" y="217067"/>
                  </a:moveTo>
                  <a:lnTo>
                    <a:pt x="5732" y="167295"/>
                  </a:lnTo>
                  <a:lnTo>
                    <a:pt x="22063" y="121606"/>
                  </a:lnTo>
                  <a:lnTo>
                    <a:pt x="47687" y="81302"/>
                  </a:lnTo>
                  <a:lnTo>
                    <a:pt x="81302" y="47687"/>
                  </a:lnTo>
                  <a:lnTo>
                    <a:pt x="121606" y="22062"/>
                  </a:lnTo>
                  <a:lnTo>
                    <a:pt x="167295" y="5732"/>
                  </a:lnTo>
                  <a:lnTo>
                    <a:pt x="217067" y="0"/>
                  </a:lnTo>
                  <a:lnTo>
                    <a:pt x="259613" y="4209"/>
                  </a:lnTo>
                  <a:lnTo>
                    <a:pt x="300135" y="16523"/>
                  </a:lnTo>
                  <a:lnTo>
                    <a:pt x="337496" y="36469"/>
                  </a:lnTo>
                  <a:lnTo>
                    <a:pt x="370557" y="63577"/>
                  </a:lnTo>
                  <a:lnTo>
                    <a:pt x="397665" y="96638"/>
                  </a:lnTo>
                  <a:lnTo>
                    <a:pt x="417611" y="133999"/>
                  </a:lnTo>
                  <a:lnTo>
                    <a:pt x="429925" y="174521"/>
                  </a:lnTo>
                  <a:lnTo>
                    <a:pt x="434135" y="217067"/>
                  </a:lnTo>
                  <a:lnTo>
                    <a:pt x="428402" y="266839"/>
                  </a:lnTo>
                  <a:lnTo>
                    <a:pt x="412072" y="312528"/>
                  </a:lnTo>
                  <a:lnTo>
                    <a:pt x="386447" y="352832"/>
                  </a:lnTo>
                  <a:lnTo>
                    <a:pt x="352832" y="386447"/>
                  </a:lnTo>
                  <a:lnTo>
                    <a:pt x="312528" y="412072"/>
                  </a:lnTo>
                  <a:lnTo>
                    <a:pt x="266839" y="428402"/>
                  </a:lnTo>
                  <a:lnTo>
                    <a:pt x="217067" y="434134"/>
                  </a:lnTo>
                  <a:lnTo>
                    <a:pt x="167295" y="428402"/>
                  </a:lnTo>
                  <a:lnTo>
                    <a:pt x="121606" y="412072"/>
                  </a:lnTo>
                  <a:lnTo>
                    <a:pt x="81302" y="386447"/>
                  </a:lnTo>
                  <a:lnTo>
                    <a:pt x="47687" y="352832"/>
                  </a:lnTo>
                  <a:lnTo>
                    <a:pt x="22063" y="312528"/>
                  </a:lnTo>
                  <a:lnTo>
                    <a:pt x="5732" y="266839"/>
                  </a:lnTo>
                  <a:lnTo>
                    <a:pt x="0" y="217067"/>
                  </a:lnTo>
                  <a:close/>
                </a:path>
              </a:pathLst>
            </a:custGeom>
            <a:ln w="28574">
              <a:solidFill>
                <a:srgbClr val="8CB939"/>
              </a:solidFill>
            </a:ln>
          </p:spPr>
          <p:txBody>
            <a:bodyPr wrap="square" lIns="0" tIns="0" rIns="0" bIns="0" rtlCol="0"/>
            <a:lstStyle/>
            <a:p>
              <a:endParaRPr/>
            </a:p>
          </p:txBody>
        </p:sp>
      </p:grpSp>
      <p:sp>
        <p:nvSpPr>
          <p:cNvPr id="20" name="object 20"/>
          <p:cNvSpPr txBox="1"/>
          <p:nvPr/>
        </p:nvSpPr>
        <p:spPr>
          <a:xfrm>
            <a:off x="3438688" y="938162"/>
            <a:ext cx="166370" cy="328295"/>
          </a:xfrm>
          <a:prstGeom prst="rect">
            <a:avLst/>
          </a:prstGeom>
        </p:spPr>
        <p:txBody>
          <a:bodyPr vert="horz" wrap="square" lIns="0" tIns="17145" rIns="0" bIns="0" rtlCol="0">
            <a:spAutoFit/>
          </a:bodyPr>
          <a:lstStyle/>
          <a:p>
            <a:pPr marL="12700">
              <a:lnSpc>
                <a:spcPct val="100000"/>
              </a:lnSpc>
              <a:spcBef>
                <a:spcPts val="135"/>
              </a:spcBef>
            </a:pPr>
            <a:r>
              <a:rPr sz="1950" b="1" spc="55" dirty="0">
                <a:solidFill>
                  <a:srgbClr val="8CB939"/>
                </a:solidFill>
                <a:latin typeface="Calibri"/>
                <a:cs typeface="Calibri"/>
              </a:rPr>
              <a:t>1</a:t>
            </a:r>
            <a:endParaRPr sz="1950">
              <a:latin typeface="Calibri"/>
              <a:cs typeface="Calibri"/>
            </a:endParaRPr>
          </a:p>
        </p:txBody>
      </p:sp>
      <p:grpSp>
        <p:nvGrpSpPr>
          <p:cNvPr id="21" name="object 21"/>
          <p:cNvGrpSpPr/>
          <p:nvPr/>
        </p:nvGrpSpPr>
        <p:grpSpPr>
          <a:xfrm>
            <a:off x="3274653" y="5220335"/>
            <a:ext cx="462915" cy="462915"/>
            <a:chOff x="4635613" y="4245542"/>
            <a:chExt cx="462915" cy="462915"/>
          </a:xfrm>
        </p:grpSpPr>
        <p:sp>
          <p:nvSpPr>
            <p:cNvPr id="22" name="object 22"/>
            <p:cNvSpPr/>
            <p:nvPr/>
          </p:nvSpPr>
          <p:spPr>
            <a:xfrm>
              <a:off x="4649901" y="4259829"/>
              <a:ext cx="434340" cy="434340"/>
            </a:xfrm>
            <a:custGeom>
              <a:avLst/>
              <a:gdLst/>
              <a:ahLst/>
              <a:cxnLst/>
              <a:rect l="l" t="t" r="r" b="b"/>
              <a:pathLst>
                <a:path w="434339" h="434339">
                  <a:moveTo>
                    <a:pt x="217067" y="434135"/>
                  </a:moveTo>
                  <a:lnTo>
                    <a:pt x="167295" y="428402"/>
                  </a:lnTo>
                  <a:lnTo>
                    <a:pt x="121606" y="412072"/>
                  </a:lnTo>
                  <a:lnTo>
                    <a:pt x="81302" y="386447"/>
                  </a:lnTo>
                  <a:lnTo>
                    <a:pt x="47687" y="352832"/>
                  </a:lnTo>
                  <a:lnTo>
                    <a:pt x="22062" y="312528"/>
                  </a:lnTo>
                  <a:lnTo>
                    <a:pt x="5732" y="266839"/>
                  </a:lnTo>
                  <a:lnTo>
                    <a:pt x="0" y="217067"/>
                  </a:ln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close/>
                </a:path>
              </a:pathLst>
            </a:custGeom>
            <a:solidFill>
              <a:srgbClr val="FFFFFF"/>
            </a:solidFill>
          </p:spPr>
          <p:txBody>
            <a:bodyPr wrap="square" lIns="0" tIns="0" rIns="0" bIns="0" rtlCol="0"/>
            <a:lstStyle/>
            <a:p>
              <a:endParaRPr/>
            </a:p>
          </p:txBody>
        </p:sp>
        <p:sp>
          <p:nvSpPr>
            <p:cNvPr id="23" name="object 23"/>
            <p:cNvSpPr/>
            <p:nvPr/>
          </p:nvSpPr>
          <p:spPr>
            <a:xfrm>
              <a:off x="4649901" y="4259829"/>
              <a:ext cx="434340" cy="434340"/>
            </a:xfrm>
            <a:custGeom>
              <a:avLst/>
              <a:gdLst/>
              <a:ahLst/>
              <a:cxnLst/>
              <a:rect l="l" t="t" r="r" b="b"/>
              <a:pathLst>
                <a:path w="434339" h="434339">
                  <a:moveTo>
                    <a:pt x="0" y="217067"/>
                  </a:move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lnTo>
                    <a:pt x="167295" y="428402"/>
                  </a:lnTo>
                  <a:lnTo>
                    <a:pt x="121606" y="412072"/>
                  </a:lnTo>
                  <a:lnTo>
                    <a:pt x="81302" y="386447"/>
                  </a:lnTo>
                  <a:lnTo>
                    <a:pt x="47687" y="352832"/>
                  </a:lnTo>
                  <a:lnTo>
                    <a:pt x="22062" y="312528"/>
                  </a:lnTo>
                  <a:lnTo>
                    <a:pt x="5732" y="266839"/>
                  </a:lnTo>
                  <a:lnTo>
                    <a:pt x="0" y="217067"/>
                  </a:lnTo>
                  <a:close/>
                </a:path>
              </a:pathLst>
            </a:custGeom>
            <a:ln w="28574">
              <a:solidFill>
                <a:srgbClr val="8CB939"/>
              </a:solidFill>
            </a:ln>
          </p:spPr>
          <p:txBody>
            <a:bodyPr wrap="square" lIns="0" tIns="0" rIns="0" bIns="0" rtlCol="0"/>
            <a:lstStyle/>
            <a:p>
              <a:endParaRPr/>
            </a:p>
          </p:txBody>
        </p:sp>
      </p:grpSp>
      <p:sp>
        <p:nvSpPr>
          <p:cNvPr id="24" name="object 24"/>
          <p:cNvSpPr txBox="1"/>
          <p:nvPr/>
        </p:nvSpPr>
        <p:spPr>
          <a:xfrm>
            <a:off x="3423160" y="5276496"/>
            <a:ext cx="166370" cy="328295"/>
          </a:xfrm>
          <a:prstGeom prst="rect">
            <a:avLst/>
          </a:prstGeom>
        </p:spPr>
        <p:txBody>
          <a:bodyPr vert="horz" wrap="square" lIns="0" tIns="17145" rIns="0" bIns="0" rtlCol="0">
            <a:spAutoFit/>
          </a:bodyPr>
          <a:lstStyle/>
          <a:p>
            <a:pPr marL="12700">
              <a:lnSpc>
                <a:spcPct val="100000"/>
              </a:lnSpc>
              <a:spcBef>
                <a:spcPts val="135"/>
              </a:spcBef>
            </a:pPr>
            <a:r>
              <a:rPr sz="1950" b="1" spc="55" dirty="0">
                <a:solidFill>
                  <a:srgbClr val="8CB939"/>
                </a:solidFill>
                <a:latin typeface="Calibri"/>
                <a:cs typeface="Calibri"/>
              </a:rPr>
              <a:t>4</a:t>
            </a:r>
            <a:endParaRPr sz="1950" dirty="0">
              <a:latin typeface="Calibri"/>
              <a:cs typeface="Calibri"/>
            </a:endParaRPr>
          </a:p>
        </p:txBody>
      </p:sp>
      <p:sp>
        <p:nvSpPr>
          <p:cNvPr id="25" name="object 25"/>
          <p:cNvSpPr txBox="1"/>
          <p:nvPr/>
        </p:nvSpPr>
        <p:spPr>
          <a:xfrm>
            <a:off x="4208331" y="5237824"/>
            <a:ext cx="5932619" cy="397545"/>
          </a:xfrm>
          <a:prstGeom prst="rect">
            <a:avLst/>
          </a:prstGeom>
        </p:spPr>
        <p:txBody>
          <a:bodyPr vert="horz" wrap="square" lIns="0" tIns="12700" rIns="0" bIns="0" rtlCol="0">
            <a:spAutoFit/>
          </a:bodyPr>
          <a:lstStyle/>
          <a:p>
            <a:pPr marL="12700">
              <a:lnSpc>
                <a:spcPct val="100000"/>
              </a:lnSpc>
              <a:spcBef>
                <a:spcPts val="100"/>
              </a:spcBef>
            </a:pPr>
            <a:r>
              <a:rPr lang="fr-FR" sz="2500" b="1" spc="200" dirty="0">
                <a:solidFill>
                  <a:srgbClr val="164052"/>
                </a:solidFill>
                <a:latin typeface="Calibri"/>
                <a:cs typeface="Calibri"/>
              </a:rPr>
              <a:t>Installation et configuration initiale</a:t>
            </a:r>
          </a:p>
        </p:txBody>
      </p:sp>
      <p:sp>
        <p:nvSpPr>
          <p:cNvPr id="29" name="TextBox 28">
            <a:extLst>
              <a:ext uri="{FF2B5EF4-FFF2-40B4-BE49-F238E27FC236}">
                <a16:creationId xmlns:a16="http://schemas.microsoft.com/office/drawing/2014/main" id="{F8BF542D-766D-08AB-CD13-FF7597D9CCA5}"/>
              </a:ext>
            </a:extLst>
          </p:cNvPr>
          <p:cNvSpPr txBox="1"/>
          <p:nvPr/>
        </p:nvSpPr>
        <p:spPr>
          <a:xfrm>
            <a:off x="10064750" y="7131050"/>
            <a:ext cx="5339166" cy="276999"/>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fld id="{81D60167-4931-47E6-BA6A-407CBD079E47}" type="slidenum">
              <a:rPr kumimoji="0" lang="fr-FR" sz="1200" b="0" i="0" u="none" strike="noStrike" kern="0" cap="none" spc="-25" normalizeH="0" baseline="0" noProof="0" smtClean="0">
                <a:ln>
                  <a:noFill/>
                </a:ln>
                <a:solidFill>
                  <a:prstClr val="white"/>
                </a:solidFill>
                <a:effectLst/>
                <a:uLnTx/>
                <a:uFillTx/>
                <a:latin typeface="Calibri"/>
                <a:cs typeface="Calibri"/>
              </a:rPr>
              <a:pPr marL="0" marR="0" lvl="0" indent="0" defTabSz="914400" eaLnBrk="1" fontAlgn="auto" latinLnBrk="0" hangingPunct="1">
                <a:lnSpc>
                  <a:spcPct val="100000"/>
                </a:lnSpc>
                <a:spcBef>
                  <a:spcPts val="0"/>
                </a:spcBef>
                <a:spcAft>
                  <a:spcPts val="0"/>
                </a:spcAft>
                <a:buClrTx/>
                <a:buSzTx/>
                <a:buFontTx/>
                <a:buNone/>
                <a:tabLst/>
                <a:defRPr/>
              </a:pPr>
              <a:t>25</a:t>
            </a:fld>
            <a:endParaRPr lang="fr-FR" dirty="0"/>
          </a:p>
        </p:txBody>
      </p:sp>
    </p:spTree>
    <p:extLst>
      <p:ext uri="{BB962C8B-B14F-4D97-AF65-F5344CB8AC3E}">
        <p14:creationId xmlns:p14="http://schemas.microsoft.com/office/powerpoint/2010/main" val="11410516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54048" y="98310"/>
            <a:ext cx="8572603" cy="984885"/>
          </a:xfrm>
        </p:spPr>
        <p:txBody>
          <a:bodyPr/>
          <a:lstStyle/>
          <a:p>
            <a:r>
              <a:rPr lang="fr-FR" b="1" spc="125" dirty="0"/>
              <a:t>Présentation de Jenkins</a:t>
            </a:r>
            <a:br>
              <a:rPr lang="fr-FR" b="1" spc="125" dirty="0"/>
            </a:br>
            <a:endParaRPr lang="fr-FR" sz="2800" dirty="0"/>
          </a:p>
        </p:txBody>
      </p:sp>
      <p:sp>
        <p:nvSpPr>
          <p:cNvPr id="3" name="Espace réservé du texte 2"/>
          <p:cNvSpPr>
            <a:spLocks noGrp="1"/>
          </p:cNvSpPr>
          <p:nvPr>
            <p:ph type="body" idx="1"/>
          </p:nvPr>
        </p:nvSpPr>
        <p:spPr>
          <a:xfrm>
            <a:off x="577672" y="1588692"/>
            <a:ext cx="9563278" cy="4231928"/>
          </a:xfrm>
        </p:spPr>
        <p:txBody>
          <a:bodyPr/>
          <a:lstStyle/>
          <a:p>
            <a:pPr>
              <a:lnSpc>
                <a:spcPct val="150000"/>
              </a:lnSpc>
            </a:pPr>
            <a:r>
              <a:rPr lang="fr-FR" dirty="0"/>
              <a:t>	</a:t>
            </a:r>
            <a:r>
              <a:rPr lang="fr-FR" sz="2400" dirty="0"/>
              <a:t>Jenkins est un outil open source d'intégration continue. Cependant, il n'est pas limité à l'intégration continue seule. Jenkins peut être utilisé pour réaliser la livraison continue, les tests continus et le déploiement continu. Jenkins est soutenu par un grand nombre de plugins qui améliorent ses capacités. L'outil Jenkins est écrit en Java, tout comme ses plugins. L'outil possède une interface graphique minimaliste qui peut être améliorée à l'aide de plugins spécifiques si nécessaire</a:t>
            </a:r>
          </a:p>
          <a:p>
            <a:endParaRPr lang="fr-FR" dirty="0"/>
          </a:p>
        </p:txBody>
      </p:sp>
      <p:sp>
        <p:nvSpPr>
          <p:cNvPr id="5" name="object 2"/>
          <p:cNvSpPr txBox="1"/>
          <p:nvPr/>
        </p:nvSpPr>
        <p:spPr>
          <a:xfrm>
            <a:off x="466373" y="190131"/>
            <a:ext cx="194945" cy="391160"/>
          </a:xfrm>
          <a:prstGeom prst="rect">
            <a:avLst/>
          </a:prstGeom>
        </p:spPr>
        <p:txBody>
          <a:bodyPr vert="horz" wrap="square" lIns="0" tIns="12700" rIns="0" bIns="0" rtlCol="0">
            <a:spAutoFit/>
          </a:bodyPr>
          <a:lstStyle/>
          <a:p>
            <a:pPr marL="12700">
              <a:lnSpc>
                <a:spcPct val="100000"/>
              </a:lnSpc>
              <a:spcBef>
                <a:spcPts val="100"/>
              </a:spcBef>
            </a:pPr>
            <a:r>
              <a:rPr sz="2400" b="1" spc="70" dirty="0">
                <a:solidFill>
                  <a:srgbClr val="164052"/>
                </a:solidFill>
                <a:latin typeface="Calibri"/>
                <a:cs typeface="Calibri"/>
              </a:rPr>
              <a:t>1</a:t>
            </a:r>
            <a:endParaRPr sz="2400" dirty="0">
              <a:latin typeface="Calibri"/>
              <a:cs typeface="Calibri"/>
            </a:endParaRPr>
          </a:p>
        </p:txBody>
      </p:sp>
      <p:sp>
        <p:nvSpPr>
          <p:cNvPr id="6" name="Rectangle 5"/>
          <p:cNvSpPr/>
          <p:nvPr/>
        </p:nvSpPr>
        <p:spPr>
          <a:xfrm>
            <a:off x="9988550" y="7128073"/>
            <a:ext cx="416140" cy="276999"/>
          </a:xfrm>
          <a:prstGeom prst="rect">
            <a:avLst/>
          </a:prstGeom>
        </p:spPr>
        <p:txBody>
          <a:bodyPr wrap="none">
            <a:spAutoFit/>
          </a:bodyPr>
          <a:lstStyle/>
          <a:p>
            <a:pPr marL="80010">
              <a:spcBef>
                <a:spcPts val="65"/>
              </a:spcBef>
            </a:pPr>
            <a:r>
              <a:rPr lang="fr-FR" sz="1200" spc="-25" dirty="0">
                <a:solidFill>
                  <a:schemeClr val="bg1"/>
                </a:solidFill>
                <a:latin typeface="Calibri"/>
                <a:cs typeface="Calibri"/>
              </a:rPr>
              <a:t>26</a:t>
            </a:r>
          </a:p>
        </p:txBody>
      </p:sp>
      <p:pic>
        <p:nvPicPr>
          <p:cNvPr id="8" name="Image 7"/>
          <p:cNvPicPr>
            <a:picLocks noChangeAspect="1"/>
          </p:cNvPicPr>
          <p:nvPr/>
        </p:nvPicPr>
        <p:blipFill>
          <a:blip r:embed="rId2"/>
          <a:stretch>
            <a:fillRect/>
          </a:stretch>
        </p:blipFill>
        <p:spPr>
          <a:xfrm>
            <a:off x="5949950" y="5149850"/>
            <a:ext cx="2759572" cy="1792942"/>
          </a:xfrm>
          <a:prstGeom prst="rect">
            <a:avLst/>
          </a:prstGeom>
        </p:spPr>
      </p:pic>
    </p:spTree>
    <p:extLst>
      <p:ext uri="{BB962C8B-B14F-4D97-AF65-F5344CB8AC3E}">
        <p14:creationId xmlns:p14="http://schemas.microsoft.com/office/powerpoint/2010/main" val="7613155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54048" y="98310"/>
            <a:ext cx="8572603" cy="1046440"/>
          </a:xfrm>
        </p:spPr>
        <p:txBody>
          <a:bodyPr/>
          <a:lstStyle/>
          <a:p>
            <a:r>
              <a:rPr lang="fr-FR" b="1" spc="125" dirty="0"/>
              <a:t>Présentation de Jenkins</a:t>
            </a:r>
            <a:br>
              <a:rPr lang="fr-FR" b="1" spc="125" dirty="0"/>
            </a:br>
            <a:r>
              <a:rPr lang="fr-FR" sz="3200" dirty="0" err="1"/>
              <a:t>Jenkins</a:t>
            </a:r>
            <a:r>
              <a:rPr lang="fr-FR" sz="3200" dirty="0"/>
              <a:t>, à quoi ça sert?</a:t>
            </a:r>
          </a:p>
        </p:txBody>
      </p:sp>
      <p:sp>
        <p:nvSpPr>
          <p:cNvPr id="3" name="Espace réservé du texte 2"/>
          <p:cNvSpPr>
            <a:spLocks noGrp="1"/>
          </p:cNvSpPr>
          <p:nvPr>
            <p:ph type="body" idx="1"/>
          </p:nvPr>
        </p:nvSpPr>
        <p:spPr>
          <a:xfrm>
            <a:off x="577672" y="1588692"/>
            <a:ext cx="9131300" cy="5663089"/>
          </a:xfrm>
        </p:spPr>
        <p:txBody>
          <a:bodyPr/>
          <a:lstStyle/>
          <a:p>
            <a:pPr marL="342900" indent="-342900">
              <a:buFont typeface="Arial" panose="020B0604020202020204" pitchFamily="34" charset="0"/>
              <a:buChar char="•"/>
            </a:pPr>
            <a:r>
              <a:rPr lang="fr-FR" dirty="0"/>
              <a:t>Pour le développeur  : </a:t>
            </a:r>
          </a:p>
          <a:p>
            <a:r>
              <a:rPr lang="fr-FR" dirty="0"/>
              <a:t>Avoir un feedback rapide sur les erreurs et régressions causés par le commit de ses modifications.</a:t>
            </a:r>
          </a:p>
          <a:p>
            <a:endParaRPr lang="fr-FR" dirty="0"/>
          </a:p>
          <a:p>
            <a:pPr marL="342900" indent="-342900">
              <a:buFont typeface="Arial" panose="020B0604020202020204" pitchFamily="34" charset="0"/>
              <a:buChar char="•"/>
            </a:pPr>
            <a:r>
              <a:rPr lang="fr-FR" dirty="0"/>
              <a:t>Pour le chef de projet  : </a:t>
            </a:r>
          </a:p>
          <a:p>
            <a:r>
              <a:rPr lang="fr-FR" dirty="0"/>
              <a:t>Connaître l’état de l’application à tout moment.</a:t>
            </a:r>
          </a:p>
          <a:p>
            <a:endParaRPr lang="fr-FR" dirty="0"/>
          </a:p>
          <a:p>
            <a:pPr marL="342900" indent="-342900">
              <a:buFont typeface="Arial" panose="020B0604020202020204" pitchFamily="34" charset="0"/>
              <a:buChar char="•"/>
            </a:pPr>
            <a:r>
              <a:rPr lang="fr-FR" dirty="0"/>
              <a:t>Pour la production  : </a:t>
            </a:r>
          </a:p>
          <a:p>
            <a:r>
              <a:rPr lang="fr-FR" dirty="0"/>
              <a:t>Savoir exactement ce qui est nécessaire pour exécuter l’application.</a:t>
            </a:r>
          </a:p>
          <a:p>
            <a:r>
              <a:rPr lang="fr-FR" dirty="0"/>
              <a:t>Le packaging et les tests ne sont plus réalisés sur le poste du développeur mais sur l’environnement d’intégration.</a:t>
            </a:r>
          </a:p>
          <a:p>
            <a:endParaRPr lang="fr-FR" dirty="0"/>
          </a:p>
          <a:p>
            <a:pPr marL="342900" indent="-342900">
              <a:buFont typeface="Arial" panose="020B0604020202020204" pitchFamily="34" charset="0"/>
              <a:buChar char="•"/>
            </a:pPr>
            <a:r>
              <a:rPr lang="fr-FR" dirty="0"/>
              <a:t>Pour le client :</a:t>
            </a:r>
          </a:p>
          <a:p>
            <a:r>
              <a:rPr lang="fr-FR" dirty="0"/>
              <a:t>Disposer de nouvelles versions plus fréquemment.</a:t>
            </a:r>
          </a:p>
          <a:p>
            <a:r>
              <a:rPr lang="fr-FR" dirty="0"/>
              <a:t>Constater beaucoup moins de régressions.</a:t>
            </a:r>
          </a:p>
          <a:p>
            <a:endParaRPr lang="fr-FR" dirty="0"/>
          </a:p>
        </p:txBody>
      </p:sp>
      <p:sp>
        <p:nvSpPr>
          <p:cNvPr id="5" name="object 2"/>
          <p:cNvSpPr txBox="1"/>
          <p:nvPr/>
        </p:nvSpPr>
        <p:spPr>
          <a:xfrm>
            <a:off x="466373" y="190131"/>
            <a:ext cx="194945" cy="391160"/>
          </a:xfrm>
          <a:prstGeom prst="rect">
            <a:avLst/>
          </a:prstGeom>
        </p:spPr>
        <p:txBody>
          <a:bodyPr vert="horz" wrap="square" lIns="0" tIns="12700" rIns="0" bIns="0" rtlCol="0">
            <a:spAutoFit/>
          </a:bodyPr>
          <a:lstStyle/>
          <a:p>
            <a:pPr marL="12700">
              <a:lnSpc>
                <a:spcPct val="100000"/>
              </a:lnSpc>
              <a:spcBef>
                <a:spcPts val="100"/>
              </a:spcBef>
            </a:pPr>
            <a:r>
              <a:rPr sz="2400" b="1" spc="70" dirty="0">
                <a:solidFill>
                  <a:srgbClr val="164052"/>
                </a:solidFill>
                <a:latin typeface="Calibri"/>
                <a:cs typeface="Calibri"/>
              </a:rPr>
              <a:t>1</a:t>
            </a:r>
            <a:endParaRPr sz="2400" dirty="0">
              <a:latin typeface="Calibri"/>
              <a:cs typeface="Calibri"/>
            </a:endParaRP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7350" y="5378450"/>
            <a:ext cx="1508654" cy="14822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9988550" y="7128073"/>
            <a:ext cx="416140" cy="276999"/>
          </a:xfrm>
          <a:prstGeom prst="rect">
            <a:avLst/>
          </a:prstGeom>
        </p:spPr>
        <p:txBody>
          <a:bodyPr wrap="none">
            <a:spAutoFit/>
          </a:bodyPr>
          <a:lstStyle/>
          <a:p>
            <a:pPr marL="80010">
              <a:spcBef>
                <a:spcPts val="65"/>
              </a:spcBef>
            </a:pPr>
            <a:r>
              <a:rPr lang="fr-FR" sz="1200" spc="-25" dirty="0">
                <a:solidFill>
                  <a:schemeClr val="bg1"/>
                </a:solidFill>
                <a:latin typeface="Calibri"/>
                <a:cs typeface="Calibri"/>
              </a:rPr>
              <a:t>27</a:t>
            </a:r>
          </a:p>
        </p:txBody>
      </p:sp>
    </p:spTree>
    <p:extLst>
      <p:ext uri="{BB962C8B-B14F-4D97-AF65-F5344CB8AC3E}">
        <p14:creationId xmlns:p14="http://schemas.microsoft.com/office/powerpoint/2010/main" val="25525926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54048" y="98310"/>
            <a:ext cx="8572603" cy="1046440"/>
          </a:xfrm>
        </p:spPr>
        <p:txBody>
          <a:bodyPr/>
          <a:lstStyle/>
          <a:p>
            <a:r>
              <a:rPr lang="fr-FR" b="1" spc="125" dirty="0"/>
              <a:t>Présentation de Jenkins</a:t>
            </a:r>
            <a:br>
              <a:rPr lang="fr-FR" b="1" spc="125" dirty="0"/>
            </a:br>
            <a:r>
              <a:rPr lang="fr-FR" sz="3200" dirty="0"/>
              <a:t>Exemple d’implémentation</a:t>
            </a:r>
          </a:p>
        </p:txBody>
      </p:sp>
      <p:sp>
        <p:nvSpPr>
          <p:cNvPr id="5" name="object 2"/>
          <p:cNvSpPr txBox="1"/>
          <p:nvPr/>
        </p:nvSpPr>
        <p:spPr>
          <a:xfrm>
            <a:off x="466373" y="190131"/>
            <a:ext cx="194945" cy="391160"/>
          </a:xfrm>
          <a:prstGeom prst="rect">
            <a:avLst/>
          </a:prstGeom>
        </p:spPr>
        <p:txBody>
          <a:bodyPr vert="horz" wrap="square" lIns="0" tIns="12700" rIns="0" bIns="0" rtlCol="0">
            <a:spAutoFit/>
          </a:bodyPr>
          <a:lstStyle/>
          <a:p>
            <a:pPr marL="12700">
              <a:lnSpc>
                <a:spcPct val="100000"/>
              </a:lnSpc>
              <a:spcBef>
                <a:spcPts val="100"/>
              </a:spcBef>
            </a:pPr>
            <a:r>
              <a:rPr sz="2400" b="1" spc="70" dirty="0">
                <a:solidFill>
                  <a:srgbClr val="164052"/>
                </a:solidFill>
                <a:latin typeface="Calibri"/>
                <a:cs typeface="Calibri"/>
              </a:rPr>
              <a:t>1</a:t>
            </a:r>
            <a:endParaRPr sz="2400" dirty="0">
              <a:latin typeface="Calibri"/>
              <a:cs typeface="Calibri"/>
            </a:endParaRPr>
          </a:p>
        </p:txBody>
      </p:sp>
      <p:sp>
        <p:nvSpPr>
          <p:cNvPr id="7" name="AutoShape 48"/>
          <p:cNvSpPr>
            <a:spLocks noChangeArrowheads="1"/>
          </p:cNvSpPr>
          <p:nvPr/>
        </p:nvSpPr>
        <p:spPr bwMode="auto">
          <a:xfrm>
            <a:off x="2290546" y="5079698"/>
            <a:ext cx="2437667" cy="480609"/>
          </a:xfrm>
          <a:prstGeom prst="roundRect">
            <a:avLst>
              <a:gd name="adj" fmla="val 16667"/>
            </a:avLst>
          </a:prstGeom>
          <a:noFill/>
          <a:ln w="254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lIns="98746" tIns="49373" rIns="98746" bIns="49373" anchor="b"/>
          <a:lstStyle>
            <a:lvl1pPr defTabSz="987425" eaLnBrk="0" hangingPunct="0">
              <a:defRPr sz="2000" b="1">
                <a:solidFill>
                  <a:schemeClr val="tx1"/>
                </a:solidFill>
                <a:latin typeface="Helvetica 45 Light" pitchFamily="34" charset="0"/>
              </a:defRPr>
            </a:lvl1pPr>
            <a:lvl2pPr marL="742950" indent="-285750" defTabSz="987425" eaLnBrk="0" hangingPunct="0">
              <a:defRPr sz="2000" b="1">
                <a:solidFill>
                  <a:schemeClr val="tx1"/>
                </a:solidFill>
                <a:latin typeface="Helvetica 45 Light" pitchFamily="34" charset="0"/>
              </a:defRPr>
            </a:lvl2pPr>
            <a:lvl3pPr marL="1143000" indent="-228600" defTabSz="987425" eaLnBrk="0" hangingPunct="0">
              <a:defRPr sz="2000" b="1">
                <a:solidFill>
                  <a:schemeClr val="tx1"/>
                </a:solidFill>
                <a:latin typeface="Helvetica 45 Light" pitchFamily="34" charset="0"/>
              </a:defRPr>
            </a:lvl3pPr>
            <a:lvl4pPr marL="1600200" indent="-228600" defTabSz="987425" eaLnBrk="0" hangingPunct="0">
              <a:defRPr sz="2000" b="1">
                <a:solidFill>
                  <a:schemeClr val="tx1"/>
                </a:solidFill>
                <a:latin typeface="Helvetica 45 Light" pitchFamily="34" charset="0"/>
              </a:defRPr>
            </a:lvl4pPr>
            <a:lvl5pPr marL="2057400" indent="-228600" defTabSz="987425" eaLnBrk="0" hangingPunct="0">
              <a:defRPr sz="2000" b="1">
                <a:solidFill>
                  <a:schemeClr val="tx1"/>
                </a:solidFill>
                <a:latin typeface="Helvetica 45 Light" pitchFamily="34" charset="0"/>
              </a:defRPr>
            </a:lvl5pPr>
            <a:lvl6pPr marL="2514600" indent="-228600" defTabSz="987425" eaLnBrk="0" fontAlgn="base" hangingPunct="0">
              <a:spcBef>
                <a:spcPct val="0"/>
              </a:spcBef>
              <a:spcAft>
                <a:spcPct val="0"/>
              </a:spcAft>
              <a:defRPr sz="2000" b="1">
                <a:solidFill>
                  <a:schemeClr val="tx1"/>
                </a:solidFill>
                <a:latin typeface="Helvetica 45 Light" pitchFamily="34" charset="0"/>
              </a:defRPr>
            </a:lvl6pPr>
            <a:lvl7pPr marL="2971800" indent="-228600" defTabSz="987425" eaLnBrk="0" fontAlgn="base" hangingPunct="0">
              <a:spcBef>
                <a:spcPct val="0"/>
              </a:spcBef>
              <a:spcAft>
                <a:spcPct val="0"/>
              </a:spcAft>
              <a:defRPr sz="2000" b="1">
                <a:solidFill>
                  <a:schemeClr val="tx1"/>
                </a:solidFill>
                <a:latin typeface="Helvetica 45 Light" pitchFamily="34" charset="0"/>
              </a:defRPr>
            </a:lvl7pPr>
            <a:lvl8pPr marL="3429000" indent="-228600" defTabSz="987425" eaLnBrk="0" fontAlgn="base" hangingPunct="0">
              <a:spcBef>
                <a:spcPct val="0"/>
              </a:spcBef>
              <a:spcAft>
                <a:spcPct val="0"/>
              </a:spcAft>
              <a:defRPr sz="2000" b="1">
                <a:solidFill>
                  <a:schemeClr val="tx1"/>
                </a:solidFill>
                <a:latin typeface="Helvetica 45 Light" pitchFamily="34" charset="0"/>
              </a:defRPr>
            </a:lvl8pPr>
            <a:lvl9pPr marL="3886200" indent="-228600" defTabSz="987425" eaLnBrk="0" fontAlgn="base" hangingPunct="0">
              <a:spcBef>
                <a:spcPct val="0"/>
              </a:spcBef>
              <a:spcAft>
                <a:spcPct val="0"/>
              </a:spcAft>
              <a:defRPr sz="2000" b="1">
                <a:solidFill>
                  <a:schemeClr val="tx1"/>
                </a:solidFill>
                <a:latin typeface="Helvetica 45 Light" pitchFamily="34" charset="0"/>
              </a:defRPr>
            </a:lvl9pPr>
          </a:lstStyle>
          <a:p>
            <a:pPr algn="ctr" eaLnBrk="1" hangingPunct="1"/>
            <a:r>
              <a:rPr lang="fr-FR" altLang="fr-FR" sz="800" dirty="0" err="1">
                <a:latin typeface="Arial" charset="0"/>
                <a:cs typeface="Arial" charset="0"/>
              </a:rPr>
              <a:t>Development</a:t>
            </a:r>
            <a:r>
              <a:rPr lang="fr-FR" altLang="fr-FR" sz="800" dirty="0">
                <a:latin typeface="Arial" charset="0"/>
                <a:cs typeface="Arial" charset="0"/>
              </a:rPr>
              <a:t> </a:t>
            </a:r>
            <a:r>
              <a:rPr lang="fr-FR" altLang="fr-FR" sz="800" dirty="0" err="1">
                <a:latin typeface="Arial" charset="0"/>
                <a:cs typeface="Arial" charset="0"/>
              </a:rPr>
              <a:t>environment</a:t>
            </a:r>
            <a:endParaRPr lang="fr-FR" altLang="fr-FR" sz="800" dirty="0">
              <a:latin typeface="Arial" charset="0"/>
              <a:cs typeface="Arial" charset="0"/>
            </a:endParaRPr>
          </a:p>
        </p:txBody>
      </p:sp>
      <p:pic>
        <p:nvPicPr>
          <p:cNvPr id="8" name="Picture 50"/>
          <p:cNvPicPr>
            <a:picLocks noChangeAspect="1" noChangeArrowheads="1"/>
          </p:cNvPicPr>
          <p:nvPr/>
        </p:nvPicPr>
        <p:blipFill>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r="4298" b="33888"/>
          <a:stretch>
            <a:fillRect/>
          </a:stretch>
        </p:blipFill>
        <p:spPr bwMode="auto">
          <a:xfrm>
            <a:off x="2747715" y="5164747"/>
            <a:ext cx="816577" cy="184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5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42670" y="5163945"/>
            <a:ext cx="452829" cy="203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72"/>
          <p:cNvGrpSpPr>
            <a:grpSpLocks/>
          </p:cNvGrpSpPr>
          <p:nvPr/>
        </p:nvGrpSpPr>
        <p:grpSpPr bwMode="auto">
          <a:xfrm>
            <a:off x="4053286" y="3414978"/>
            <a:ext cx="877820" cy="707675"/>
            <a:chOff x="4188" y="2978"/>
            <a:chExt cx="946" cy="882"/>
          </a:xfrm>
        </p:grpSpPr>
        <p:sp>
          <p:nvSpPr>
            <p:cNvPr id="11" name="Text Box 73"/>
            <p:cNvSpPr txBox="1">
              <a:spLocks noChangeArrowheads="1"/>
            </p:cNvSpPr>
            <p:nvPr/>
          </p:nvSpPr>
          <p:spPr bwMode="auto">
            <a:xfrm>
              <a:off x="4343" y="2978"/>
              <a:ext cx="619" cy="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87425" eaLnBrk="0" hangingPunct="0">
                <a:defRPr sz="2000" b="1">
                  <a:solidFill>
                    <a:schemeClr val="tx1"/>
                  </a:solidFill>
                  <a:latin typeface="Helvetica 45 Light" pitchFamily="34" charset="0"/>
                </a:defRPr>
              </a:lvl1pPr>
              <a:lvl2pPr marL="742950" indent="-285750" defTabSz="987425" eaLnBrk="0" hangingPunct="0">
                <a:defRPr sz="2000" b="1">
                  <a:solidFill>
                    <a:schemeClr val="tx1"/>
                  </a:solidFill>
                  <a:latin typeface="Helvetica 45 Light" pitchFamily="34" charset="0"/>
                </a:defRPr>
              </a:lvl2pPr>
              <a:lvl3pPr marL="1143000" indent="-228600" defTabSz="987425" eaLnBrk="0" hangingPunct="0">
                <a:defRPr sz="2000" b="1">
                  <a:solidFill>
                    <a:schemeClr val="tx1"/>
                  </a:solidFill>
                  <a:latin typeface="Helvetica 45 Light" pitchFamily="34" charset="0"/>
                </a:defRPr>
              </a:lvl3pPr>
              <a:lvl4pPr marL="1600200" indent="-228600" defTabSz="987425" eaLnBrk="0" hangingPunct="0">
                <a:defRPr sz="2000" b="1">
                  <a:solidFill>
                    <a:schemeClr val="tx1"/>
                  </a:solidFill>
                  <a:latin typeface="Helvetica 45 Light" pitchFamily="34" charset="0"/>
                </a:defRPr>
              </a:lvl4pPr>
              <a:lvl5pPr marL="2057400" indent="-228600" defTabSz="987425" eaLnBrk="0" hangingPunct="0">
                <a:defRPr sz="2000" b="1">
                  <a:solidFill>
                    <a:schemeClr val="tx1"/>
                  </a:solidFill>
                  <a:latin typeface="Helvetica 45 Light" pitchFamily="34" charset="0"/>
                </a:defRPr>
              </a:lvl5pPr>
              <a:lvl6pPr marL="2514600" indent="-228600" defTabSz="987425" eaLnBrk="0" fontAlgn="base" hangingPunct="0">
                <a:spcBef>
                  <a:spcPct val="0"/>
                </a:spcBef>
                <a:spcAft>
                  <a:spcPct val="0"/>
                </a:spcAft>
                <a:defRPr sz="2000" b="1">
                  <a:solidFill>
                    <a:schemeClr val="tx1"/>
                  </a:solidFill>
                  <a:latin typeface="Helvetica 45 Light" pitchFamily="34" charset="0"/>
                </a:defRPr>
              </a:lvl6pPr>
              <a:lvl7pPr marL="2971800" indent="-228600" defTabSz="987425" eaLnBrk="0" fontAlgn="base" hangingPunct="0">
                <a:spcBef>
                  <a:spcPct val="0"/>
                </a:spcBef>
                <a:spcAft>
                  <a:spcPct val="0"/>
                </a:spcAft>
                <a:defRPr sz="2000" b="1">
                  <a:solidFill>
                    <a:schemeClr val="tx1"/>
                  </a:solidFill>
                  <a:latin typeface="Helvetica 45 Light" pitchFamily="34" charset="0"/>
                </a:defRPr>
              </a:lvl7pPr>
              <a:lvl8pPr marL="3429000" indent="-228600" defTabSz="987425" eaLnBrk="0" fontAlgn="base" hangingPunct="0">
                <a:spcBef>
                  <a:spcPct val="0"/>
                </a:spcBef>
                <a:spcAft>
                  <a:spcPct val="0"/>
                </a:spcAft>
                <a:defRPr sz="2000" b="1">
                  <a:solidFill>
                    <a:schemeClr val="tx1"/>
                  </a:solidFill>
                  <a:latin typeface="Helvetica 45 Light" pitchFamily="34" charset="0"/>
                </a:defRPr>
              </a:lvl8pPr>
              <a:lvl9pPr marL="3886200" indent="-228600" defTabSz="987425" eaLnBrk="0" fontAlgn="base" hangingPunct="0">
                <a:spcBef>
                  <a:spcPct val="0"/>
                </a:spcBef>
                <a:spcAft>
                  <a:spcPct val="0"/>
                </a:spcAft>
                <a:defRPr sz="2000" b="1">
                  <a:solidFill>
                    <a:schemeClr val="tx1"/>
                  </a:solidFill>
                  <a:latin typeface="Helvetica 45 Light" pitchFamily="34" charset="0"/>
                </a:defRPr>
              </a:lvl9pPr>
            </a:lstStyle>
            <a:p>
              <a:pPr eaLnBrk="1" hangingPunct="1"/>
              <a:r>
                <a:rPr lang="fr-FR" altLang="fr-FR" sz="800" dirty="0">
                  <a:latin typeface="Arial" charset="0"/>
                </a:rPr>
                <a:t>compile</a:t>
              </a:r>
            </a:p>
            <a:p>
              <a:pPr eaLnBrk="1" hangingPunct="1"/>
              <a:r>
                <a:rPr lang="fr-FR" altLang="fr-FR" sz="800" dirty="0" err="1">
                  <a:latin typeface="Arial" charset="0"/>
                </a:rPr>
                <a:t>built</a:t>
              </a:r>
              <a:endParaRPr lang="fr-FR" altLang="fr-FR" sz="800" dirty="0">
                <a:latin typeface="Arial" charset="0"/>
              </a:endParaRPr>
            </a:p>
            <a:p>
              <a:pPr eaLnBrk="1" hangingPunct="1"/>
              <a:r>
                <a:rPr lang="fr-FR" altLang="fr-FR" sz="800" dirty="0">
                  <a:latin typeface="Arial" charset="0"/>
                </a:rPr>
                <a:t>test</a:t>
              </a:r>
            </a:p>
            <a:p>
              <a:pPr eaLnBrk="1" hangingPunct="1"/>
              <a:r>
                <a:rPr lang="fr-FR" altLang="fr-FR" sz="800" dirty="0">
                  <a:latin typeface="Arial" charset="0"/>
                </a:rPr>
                <a:t>analyse</a:t>
              </a:r>
            </a:p>
            <a:p>
              <a:pPr eaLnBrk="1" hangingPunct="1">
                <a:buFont typeface="Wingdings" pitchFamily="2" charset="2"/>
                <a:buNone/>
              </a:pPr>
              <a:r>
                <a:rPr lang="fr-FR" altLang="fr-FR" sz="800" dirty="0" err="1">
                  <a:latin typeface="Arial" charset="0"/>
                </a:rPr>
                <a:t>deploy</a:t>
              </a:r>
              <a:endParaRPr lang="fr-FR" altLang="fr-FR" sz="800" dirty="0">
                <a:latin typeface="Arial" charset="0"/>
              </a:endParaRPr>
            </a:p>
          </p:txBody>
        </p:sp>
        <p:pic>
          <p:nvPicPr>
            <p:cNvPr id="12" name="Picture 74" descr="stethoscop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02" y="3506"/>
              <a:ext cx="180"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75" descr="WinZip"/>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33" y="3042"/>
              <a:ext cx="201"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76" descr="Control_Panel"/>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188" y="3252"/>
              <a:ext cx="240"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5"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31645" y="4762037"/>
            <a:ext cx="551189" cy="415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 name="Group 93"/>
          <p:cNvGrpSpPr>
            <a:grpSpLocks/>
          </p:cNvGrpSpPr>
          <p:nvPr/>
        </p:nvGrpSpPr>
        <p:grpSpPr bwMode="auto">
          <a:xfrm>
            <a:off x="4727394" y="3228671"/>
            <a:ext cx="1501388" cy="1467819"/>
            <a:chOff x="4045" y="779"/>
            <a:chExt cx="1618" cy="1908"/>
          </a:xfrm>
        </p:grpSpPr>
        <p:cxnSp>
          <p:nvCxnSpPr>
            <p:cNvPr id="17" name="AutoShape 17"/>
            <p:cNvCxnSpPr>
              <a:cxnSpLocks noChangeShapeType="1"/>
              <a:endCxn id="18" idx="0"/>
            </p:cNvCxnSpPr>
            <p:nvPr/>
          </p:nvCxnSpPr>
          <p:spPr bwMode="auto">
            <a:xfrm>
              <a:off x="4045" y="779"/>
              <a:ext cx="958" cy="1116"/>
            </a:xfrm>
            <a:prstGeom prst="bentConnector2">
              <a:avLst/>
            </a:prstGeom>
            <a:noFill/>
            <a:ln w="25400">
              <a:solidFill>
                <a:schemeClr val="tx2"/>
              </a:solidFill>
              <a:miter lim="800000"/>
              <a:headEnd/>
              <a:tailEnd type="triangle" w="lg" len="lg"/>
            </a:ln>
            <a:extLst>
              <a:ext uri="{909E8E84-426E-40DD-AFC4-6F175D3DCCD1}">
                <a14:hiddenFill xmlns:a14="http://schemas.microsoft.com/office/drawing/2010/main">
                  <a:noFill/>
                </a14:hiddenFill>
              </a:ext>
            </a:extLst>
          </p:spPr>
        </p:cxnSp>
        <p:sp>
          <p:nvSpPr>
            <p:cNvPr id="18" name="AutoShape 13"/>
            <p:cNvSpPr>
              <a:spLocks noChangeArrowheads="1"/>
            </p:cNvSpPr>
            <p:nvPr/>
          </p:nvSpPr>
          <p:spPr bwMode="auto">
            <a:xfrm>
              <a:off x="4343" y="1895"/>
              <a:ext cx="1320" cy="792"/>
            </a:xfrm>
            <a:prstGeom prst="roundRect">
              <a:avLst>
                <a:gd name="adj" fmla="val 16667"/>
              </a:avLst>
            </a:prstGeom>
            <a:noFill/>
            <a:ln w="254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b"/>
            <a:lstStyle>
              <a:lvl1pPr eaLnBrk="0" hangingPunct="0">
                <a:defRPr sz="2000" b="1">
                  <a:solidFill>
                    <a:schemeClr val="tx1"/>
                  </a:solidFill>
                  <a:latin typeface="Helvetica 45 Light" pitchFamily="34" charset="0"/>
                </a:defRPr>
              </a:lvl1pPr>
              <a:lvl2pPr marL="742950" indent="-285750" eaLnBrk="0" hangingPunct="0">
                <a:defRPr sz="2000" b="1">
                  <a:solidFill>
                    <a:schemeClr val="tx1"/>
                  </a:solidFill>
                  <a:latin typeface="Helvetica 45 Light" pitchFamily="34" charset="0"/>
                </a:defRPr>
              </a:lvl2pPr>
              <a:lvl3pPr marL="1143000" indent="-228600" eaLnBrk="0" hangingPunct="0">
                <a:defRPr sz="2000" b="1">
                  <a:solidFill>
                    <a:schemeClr val="tx1"/>
                  </a:solidFill>
                  <a:latin typeface="Helvetica 45 Light" pitchFamily="34" charset="0"/>
                </a:defRPr>
              </a:lvl3pPr>
              <a:lvl4pPr marL="1600200" indent="-228600" eaLnBrk="0" hangingPunct="0">
                <a:defRPr sz="2000" b="1">
                  <a:solidFill>
                    <a:schemeClr val="tx1"/>
                  </a:solidFill>
                  <a:latin typeface="Helvetica 45 Light" pitchFamily="34" charset="0"/>
                </a:defRPr>
              </a:lvl4pPr>
              <a:lvl5pPr marL="2057400" indent="-228600" eaLnBrk="0" hangingPunct="0">
                <a:defRPr sz="2000" b="1">
                  <a:solidFill>
                    <a:schemeClr val="tx1"/>
                  </a:solidFill>
                  <a:latin typeface="Helvetica 45 Light" pitchFamily="34" charset="0"/>
                </a:defRPr>
              </a:lvl5pPr>
              <a:lvl6pPr marL="2514600" indent="-228600" eaLnBrk="0" fontAlgn="base" hangingPunct="0">
                <a:spcBef>
                  <a:spcPct val="0"/>
                </a:spcBef>
                <a:spcAft>
                  <a:spcPct val="0"/>
                </a:spcAft>
                <a:defRPr sz="2000" b="1">
                  <a:solidFill>
                    <a:schemeClr val="tx1"/>
                  </a:solidFill>
                  <a:latin typeface="Helvetica 45 Light" pitchFamily="34" charset="0"/>
                </a:defRPr>
              </a:lvl6pPr>
              <a:lvl7pPr marL="2971800" indent="-228600" eaLnBrk="0" fontAlgn="base" hangingPunct="0">
                <a:spcBef>
                  <a:spcPct val="0"/>
                </a:spcBef>
                <a:spcAft>
                  <a:spcPct val="0"/>
                </a:spcAft>
                <a:defRPr sz="2000" b="1">
                  <a:solidFill>
                    <a:schemeClr val="tx1"/>
                  </a:solidFill>
                  <a:latin typeface="Helvetica 45 Light" pitchFamily="34" charset="0"/>
                </a:defRPr>
              </a:lvl7pPr>
              <a:lvl8pPr marL="3429000" indent="-228600" eaLnBrk="0" fontAlgn="base" hangingPunct="0">
                <a:spcBef>
                  <a:spcPct val="0"/>
                </a:spcBef>
                <a:spcAft>
                  <a:spcPct val="0"/>
                </a:spcAft>
                <a:defRPr sz="2000" b="1">
                  <a:solidFill>
                    <a:schemeClr val="tx1"/>
                  </a:solidFill>
                  <a:latin typeface="Helvetica 45 Light" pitchFamily="34" charset="0"/>
                </a:defRPr>
              </a:lvl8pPr>
              <a:lvl9pPr marL="3886200" indent="-228600" eaLnBrk="0" fontAlgn="base" hangingPunct="0">
                <a:spcBef>
                  <a:spcPct val="0"/>
                </a:spcBef>
                <a:spcAft>
                  <a:spcPct val="0"/>
                </a:spcAft>
                <a:defRPr sz="2000" b="1">
                  <a:solidFill>
                    <a:schemeClr val="tx1"/>
                  </a:solidFill>
                  <a:latin typeface="Helvetica 45 Light" pitchFamily="34" charset="0"/>
                </a:defRPr>
              </a:lvl9pPr>
            </a:lstStyle>
            <a:p>
              <a:pPr algn="ctr" eaLnBrk="1" hangingPunct="1"/>
              <a:endParaRPr lang="fr-FR" altLang="fr-FR" sz="800" dirty="0">
                <a:solidFill>
                  <a:schemeClr val="tx2"/>
                </a:solidFill>
                <a:latin typeface="Arial" charset="0"/>
              </a:endParaRPr>
            </a:p>
            <a:p>
              <a:pPr algn="ctr" eaLnBrk="1" hangingPunct="1"/>
              <a:endParaRPr lang="fr-FR" altLang="fr-FR" sz="800" dirty="0">
                <a:latin typeface="Arial" charset="0"/>
              </a:endParaRPr>
            </a:p>
            <a:p>
              <a:pPr algn="ctr" eaLnBrk="1" hangingPunct="1"/>
              <a:endParaRPr lang="fr-FR" altLang="fr-FR" sz="800" dirty="0">
                <a:latin typeface="Arial" charset="0"/>
              </a:endParaRPr>
            </a:p>
            <a:p>
              <a:pPr algn="ctr" eaLnBrk="1" hangingPunct="1"/>
              <a:endParaRPr lang="fr-FR" altLang="fr-FR" sz="800" dirty="0">
                <a:latin typeface="Arial" charset="0"/>
              </a:endParaRPr>
            </a:p>
            <a:p>
              <a:pPr algn="ctr" eaLnBrk="1" hangingPunct="1"/>
              <a:endParaRPr lang="fr-FR" altLang="fr-FR" sz="800" dirty="0">
                <a:latin typeface="Arial" charset="0"/>
              </a:endParaRPr>
            </a:p>
            <a:p>
              <a:pPr algn="ctr" eaLnBrk="1" hangingPunct="1"/>
              <a:endParaRPr lang="fr-FR" altLang="fr-FR" sz="800" dirty="0">
                <a:latin typeface="Arial" charset="0"/>
              </a:endParaRPr>
            </a:p>
            <a:p>
              <a:pPr algn="ctr" eaLnBrk="1" hangingPunct="1"/>
              <a:r>
                <a:rPr lang="fr-FR" altLang="fr-FR" sz="800" dirty="0">
                  <a:latin typeface="Arial" charset="0"/>
                </a:rPr>
                <a:t> </a:t>
              </a:r>
            </a:p>
          </p:txBody>
        </p:sp>
      </p:grpSp>
      <p:grpSp>
        <p:nvGrpSpPr>
          <p:cNvPr id="19" name="Group 97"/>
          <p:cNvGrpSpPr>
            <a:grpSpLocks/>
          </p:cNvGrpSpPr>
          <p:nvPr/>
        </p:nvGrpSpPr>
        <p:grpSpPr bwMode="auto">
          <a:xfrm>
            <a:off x="3098264" y="3567834"/>
            <a:ext cx="931963" cy="346428"/>
            <a:chOff x="1985" y="2107"/>
            <a:chExt cx="1652" cy="525"/>
          </a:xfrm>
        </p:grpSpPr>
        <p:sp>
          <p:nvSpPr>
            <p:cNvPr id="20" name="AutoShape 59"/>
            <p:cNvSpPr>
              <a:spLocks noChangeArrowheads="1"/>
            </p:cNvSpPr>
            <p:nvPr/>
          </p:nvSpPr>
          <p:spPr bwMode="auto">
            <a:xfrm>
              <a:off x="1985" y="2107"/>
              <a:ext cx="1652" cy="525"/>
            </a:xfrm>
            <a:prstGeom prst="roundRect">
              <a:avLst>
                <a:gd name="adj" fmla="val 16667"/>
              </a:avLst>
            </a:prstGeom>
            <a:noFill/>
            <a:ln w="254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b"/>
            <a:lstStyle>
              <a:lvl1pPr eaLnBrk="0" hangingPunct="0">
                <a:defRPr sz="2000" b="1">
                  <a:solidFill>
                    <a:schemeClr val="tx1"/>
                  </a:solidFill>
                  <a:latin typeface="Helvetica 45 Light" pitchFamily="34" charset="0"/>
                </a:defRPr>
              </a:lvl1pPr>
              <a:lvl2pPr marL="742950" indent="-285750" eaLnBrk="0" hangingPunct="0">
                <a:defRPr sz="2000" b="1">
                  <a:solidFill>
                    <a:schemeClr val="tx1"/>
                  </a:solidFill>
                  <a:latin typeface="Helvetica 45 Light" pitchFamily="34" charset="0"/>
                </a:defRPr>
              </a:lvl2pPr>
              <a:lvl3pPr marL="1143000" indent="-228600" eaLnBrk="0" hangingPunct="0">
                <a:defRPr sz="2000" b="1">
                  <a:solidFill>
                    <a:schemeClr val="tx1"/>
                  </a:solidFill>
                  <a:latin typeface="Helvetica 45 Light" pitchFamily="34" charset="0"/>
                </a:defRPr>
              </a:lvl3pPr>
              <a:lvl4pPr marL="1600200" indent="-228600" eaLnBrk="0" hangingPunct="0">
                <a:defRPr sz="2000" b="1">
                  <a:solidFill>
                    <a:schemeClr val="tx1"/>
                  </a:solidFill>
                  <a:latin typeface="Helvetica 45 Light" pitchFamily="34" charset="0"/>
                </a:defRPr>
              </a:lvl4pPr>
              <a:lvl5pPr marL="2057400" indent="-228600" eaLnBrk="0" hangingPunct="0">
                <a:defRPr sz="2000" b="1">
                  <a:solidFill>
                    <a:schemeClr val="tx1"/>
                  </a:solidFill>
                  <a:latin typeface="Helvetica 45 Light" pitchFamily="34" charset="0"/>
                </a:defRPr>
              </a:lvl5pPr>
              <a:lvl6pPr marL="2514600" indent="-228600" eaLnBrk="0" fontAlgn="base" hangingPunct="0">
                <a:spcBef>
                  <a:spcPct val="0"/>
                </a:spcBef>
                <a:spcAft>
                  <a:spcPct val="0"/>
                </a:spcAft>
                <a:defRPr sz="2000" b="1">
                  <a:solidFill>
                    <a:schemeClr val="tx1"/>
                  </a:solidFill>
                  <a:latin typeface="Helvetica 45 Light" pitchFamily="34" charset="0"/>
                </a:defRPr>
              </a:lvl6pPr>
              <a:lvl7pPr marL="2971800" indent="-228600" eaLnBrk="0" fontAlgn="base" hangingPunct="0">
                <a:spcBef>
                  <a:spcPct val="0"/>
                </a:spcBef>
                <a:spcAft>
                  <a:spcPct val="0"/>
                </a:spcAft>
                <a:defRPr sz="2000" b="1">
                  <a:solidFill>
                    <a:schemeClr val="tx1"/>
                  </a:solidFill>
                  <a:latin typeface="Helvetica 45 Light" pitchFamily="34" charset="0"/>
                </a:defRPr>
              </a:lvl7pPr>
              <a:lvl8pPr marL="3429000" indent="-228600" eaLnBrk="0" fontAlgn="base" hangingPunct="0">
                <a:spcBef>
                  <a:spcPct val="0"/>
                </a:spcBef>
                <a:spcAft>
                  <a:spcPct val="0"/>
                </a:spcAft>
                <a:defRPr sz="2000" b="1">
                  <a:solidFill>
                    <a:schemeClr val="tx1"/>
                  </a:solidFill>
                  <a:latin typeface="Helvetica 45 Light" pitchFamily="34" charset="0"/>
                </a:defRPr>
              </a:lvl8pPr>
              <a:lvl9pPr marL="3886200" indent="-228600" eaLnBrk="0" fontAlgn="base" hangingPunct="0">
                <a:spcBef>
                  <a:spcPct val="0"/>
                </a:spcBef>
                <a:spcAft>
                  <a:spcPct val="0"/>
                </a:spcAft>
                <a:defRPr sz="2000" b="1">
                  <a:solidFill>
                    <a:schemeClr val="tx1"/>
                  </a:solidFill>
                  <a:latin typeface="Helvetica 45 Light" pitchFamily="34" charset="0"/>
                </a:defRPr>
              </a:lvl9pPr>
            </a:lstStyle>
            <a:p>
              <a:pPr algn="ctr" eaLnBrk="1" hangingPunct="1"/>
              <a:endParaRPr lang="fr-FR" altLang="fr-FR" sz="800" dirty="0">
                <a:latin typeface="Arial" charset="0"/>
              </a:endParaRPr>
            </a:p>
            <a:p>
              <a:pPr algn="ctr" eaLnBrk="1" hangingPunct="1"/>
              <a:r>
                <a:rPr lang="fr-FR" altLang="fr-FR" sz="800" dirty="0" err="1">
                  <a:latin typeface="Arial" charset="0"/>
                </a:rPr>
                <a:t>Build</a:t>
              </a:r>
              <a:r>
                <a:rPr lang="fr-FR" altLang="fr-FR" sz="800" dirty="0">
                  <a:latin typeface="Arial" charset="0"/>
                </a:rPr>
                <a:t> </a:t>
              </a:r>
              <a:r>
                <a:rPr lang="fr-FR" altLang="fr-FR" sz="800" dirty="0" err="1">
                  <a:latin typeface="Arial" charset="0"/>
                </a:rPr>
                <a:t>tools</a:t>
              </a:r>
              <a:endParaRPr lang="fr-FR" altLang="fr-FR" sz="800" dirty="0">
                <a:latin typeface="Arial" charset="0"/>
              </a:endParaRPr>
            </a:p>
          </p:txBody>
        </p:sp>
        <p:pic>
          <p:nvPicPr>
            <p:cNvPr id="21" name="Picture 61" descr="maven"/>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461" y="2160"/>
              <a:ext cx="71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95" descr="rules"/>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080" y="2112"/>
              <a:ext cx="237"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 name="Groupe 5"/>
          <p:cNvGrpSpPr>
            <a:grpSpLocks/>
          </p:cNvGrpSpPr>
          <p:nvPr/>
        </p:nvGrpSpPr>
        <p:grpSpPr bwMode="auto">
          <a:xfrm>
            <a:off x="1430057" y="2821076"/>
            <a:ext cx="3301568" cy="638673"/>
            <a:chOff x="917575" y="896938"/>
            <a:chExt cx="5648325" cy="1263650"/>
          </a:xfrm>
        </p:grpSpPr>
        <p:grpSp>
          <p:nvGrpSpPr>
            <p:cNvPr id="24" name="Group 91"/>
            <p:cNvGrpSpPr>
              <a:grpSpLocks/>
            </p:cNvGrpSpPr>
            <p:nvPr/>
          </p:nvGrpSpPr>
          <p:grpSpPr bwMode="auto">
            <a:xfrm>
              <a:off x="917575" y="896938"/>
              <a:ext cx="5648325" cy="1263650"/>
              <a:chOff x="508" y="572"/>
              <a:chExt cx="3558" cy="796"/>
            </a:xfrm>
          </p:grpSpPr>
          <p:sp>
            <p:nvSpPr>
              <p:cNvPr id="26" name="Text Box 29"/>
              <p:cNvSpPr txBox="1">
                <a:spLocks noChangeArrowheads="1"/>
              </p:cNvSpPr>
              <p:nvPr/>
            </p:nvSpPr>
            <p:spPr bwMode="auto">
              <a:xfrm>
                <a:off x="508" y="588"/>
                <a:ext cx="96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87425" eaLnBrk="0" hangingPunct="0">
                  <a:defRPr sz="2000" b="1">
                    <a:solidFill>
                      <a:schemeClr val="tx1"/>
                    </a:solidFill>
                    <a:latin typeface="Helvetica 45 Light" pitchFamily="34" charset="0"/>
                  </a:defRPr>
                </a:lvl1pPr>
                <a:lvl2pPr marL="742950" indent="-285750" defTabSz="987425" eaLnBrk="0" hangingPunct="0">
                  <a:defRPr sz="2000" b="1">
                    <a:solidFill>
                      <a:schemeClr val="tx1"/>
                    </a:solidFill>
                    <a:latin typeface="Helvetica 45 Light" pitchFamily="34" charset="0"/>
                  </a:defRPr>
                </a:lvl2pPr>
                <a:lvl3pPr marL="1143000" indent="-228600" defTabSz="987425" eaLnBrk="0" hangingPunct="0">
                  <a:defRPr sz="2000" b="1">
                    <a:solidFill>
                      <a:schemeClr val="tx1"/>
                    </a:solidFill>
                    <a:latin typeface="Helvetica 45 Light" pitchFamily="34" charset="0"/>
                  </a:defRPr>
                </a:lvl3pPr>
                <a:lvl4pPr marL="1600200" indent="-228600" defTabSz="987425" eaLnBrk="0" hangingPunct="0">
                  <a:defRPr sz="2000" b="1">
                    <a:solidFill>
                      <a:schemeClr val="tx1"/>
                    </a:solidFill>
                    <a:latin typeface="Helvetica 45 Light" pitchFamily="34" charset="0"/>
                  </a:defRPr>
                </a:lvl4pPr>
                <a:lvl5pPr marL="2057400" indent="-228600" defTabSz="987425" eaLnBrk="0" hangingPunct="0">
                  <a:defRPr sz="2000" b="1">
                    <a:solidFill>
                      <a:schemeClr val="tx1"/>
                    </a:solidFill>
                    <a:latin typeface="Helvetica 45 Light" pitchFamily="34" charset="0"/>
                  </a:defRPr>
                </a:lvl5pPr>
                <a:lvl6pPr marL="2514600" indent="-228600" defTabSz="987425" eaLnBrk="0" fontAlgn="base" hangingPunct="0">
                  <a:spcBef>
                    <a:spcPct val="0"/>
                  </a:spcBef>
                  <a:spcAft>
                    <a:spcPct val="0"/>
                  </a:spcAft>
                  <a:defRPr sz="2000" b="1">
                    <a:solidFill>
                      <a:schemeClr val="tx1"/>
                    </a:solidFill>
                    <a:latin typeface="Helvetica 45 Light" pitchFamily="34" charset="0"/>
                  </a:defRPr>
                </a:lvl6pPr>
                <a:lvl7pPr marL="2971800" indent="-228600" defTabSz="987425" eaLnBrk="0" fontAlgn="base" hangingPunct="0">
                  <a:spcBef>
                    <a:spcPct val="0"/>
                  </a:spcBef>
                  <a:spcAft>
                    <a:spcPct val="0"/>
                  </a:spcAft>
                  <a:defRPr sz="2000" b="1">
                    <a:solidFill>
                      <a:schemeClr val="tx1"/>
                    </a:solidFill>
                    <a:latin typeface="Helvetica 45 Light" pitchFamily="34" charset="0"/>
                  </a:defRPr>
                </a:lvl7pPr>
                <a:lvl8pPr marL="3429000" indent="-228600" defTabSz="987425" eaLnBrk="0" fontAlgn="base" hangingPunct="0">
                  <a:spcBef>
                    <a:spcPct val="0"/>
                  </a:spcBef>
                  <a:spcAft>
                    <a:spcPct val="0"/>
                  </a:spcAft>
                  <a:defRPr sz="2000" b="1">
                    <a:solidFill>
                      <a:schemeClr val="tx1"/>
                    </a:solidFill>
                    <a:latin typeface="Helvetica 45 Light" pitchFamily="34" charset="0"/>
                  </a:defRPr>
                </a:lvl8pPr>
                <a:lvl9pPr marL="3886200" indent="-228600" defTabSz="987425" eaLnBrk="0" fontAlgn="base" hangingPunct="0">
                  <a:spcBef>
                    <a:spcPct val="0"/>
                  </a:spcBef>
                  <a:spcAft>
                    <a:spcPct val="0"/>
                  </a:spcAft>
                  <a:defRPr sz="2000" b="1">
                    <a:solidFill>
                      <a:schemeClr val="tx1"/>
                    </a:solidFill>
                    <a:latin typeface="Helvetica 45 Light" pitchFamily="34" charset="0"/>
                  </a:defRPr>
                </a:lvl9pPr>
              </a:lstStyle>
              <a:p>
                <a:pPr eaLnBrk="1" hangingPunct="1"/>
                <a:r>
                  <a:rPr lang="fr-FR" altLang="fr-FR" sz="800" dirty="0" err="1">
                    <a:latin typeface="Arial" charset="0"/>
                  </a:rPr>
                  <a:t>checkout</a:t>
                </a:r>
                <a:r>
                  <a:rPr lang="fr-FR" altLang="fr-FR" sz="800" dirty="0">
                    <a:latin typeface="Arial" charset="0"/>
                  </a:rPr>
                  <a:t>, update</a:t>
                </a:r>
              </a:p>
            </p:txBody>
          </p:sp>
          <p:cxnSp>
            <p:nvCxnSpPr>
              <p:cNvPr id="27" name="AutoShape 53"/>
              <p:cNvCxnSpPr>
                <a:cxnSpLocks noChangeShapeType="1"/>
                <a:endCxn id="29" idx="1"/>
              </p:cNvCxnSpPr>
              <p:nvPr/>
            </p:nvCxnSpPr>
            <p:spPr bwMode="auto">
              <a:xfrm rot="5400000" flipH="1" flipV="1">
                <a:off x="846" y="587"/>
                <a:ext cx="436" cy="986"/>
              </a:xfrm>
              <a:prstGeom prst="bentConnector2">
                <a:avLst/>
              </a:prstGeom>
              <a:noFill/>
              <a:ln w="25400">
                <a:solidFill>
                  <a:schemeClr val="tx2"/>
                </a:solidFill>
                <a:miter lim="800000"/>
                <a:headEnd/>
                <a:tailEnd type="none" w="lg" len="lg"/>
              </a:ln>
              <a:extLst>
                <a:ext uri="{909E8E84-426E-40DD-AFC4-6F175D3DCCD1}">
                  <a14:hiddenFill xmlns:a14="http://schemas.microsoft.com/office/drawing/2010/main">
                    <a:noFill/>
                  </a14:hiddenFill>
                </a:ext>
              </a:extLst>
            </p:spPr>
          </p:cxnSp>
          <p:grpSp>
            <p:nvGrpSpPr>
              <p:cNvPr id="28" name="Group 90"/>
              <p:cNvGrpSpPr>
                <a:grpSpLocks/>
              </p:cNvGrpSpPr>
              <p:nvPr/>
            </p:nvGrpSpPr>
            <p:grpSpPr bwMode="auto">
              <a:xfrm>
                <a:off x="1557" y="572"/>
                <a:ext cx="2509" cy="796"/>
                <a:chOff x="1557" y="572"/>
                <a:chExt cx="2509" cy="796"/>
              </a:xfrm>
            </p:grpSpPr>
            <p:sp>
              <p:nvSpPr>
                <p:cNvPr id="29" name="AutoShape 31"/>
                <p:cNvSpPr>
                  <a:spLocks noChangeArrowheads="1"/>
                </p:cNvSpPr>
                <p:nvPr/>
              </p:nvSpPr>
              <p:spPr bwMode="auto">
                <a:xfrm>
                  <a:off x="1557" y="572"/>
                  <a:ext cx="2509" cy="581"/>
                </a:xfrm>
                <a:prstGeom prst="roundRect">
                  <a:avLst>
                    <a:gd name="adj" fmla="val 16667"/>
                  </a:avLst>
                </a:prstGeom>
                <a:noFill/>
                <a:ln w="25400">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lIns="98746" tIns="49373" rIns="98746" bIns="49373" anchor="b"/>
                <a:lstStyle>
                  <a:lvl1pPr defTabSz="987425" eaLnBrk="0" hangingPunct="0">
                    <a:defRPr sz="2000" b="1">
                      <a:solidFill>
                        <a:schemeClr val="tx1"/>
                      </a:solidFill>
                      <a:latin typeface="Helvetica 45 Light" pitchFamily="34" charset="0"/>
                    </a:defRPr>
                  </a:lvl1pPr>
                  <a:lvl2pPr marL="742950" indent="-285750" defTabSz="987425" eaLnBrk="0" hangingPunct="0">
                    <a:defRPr sz="2000" b="1">
                      <a:solidFill>
                        <a:schemeClr val="tx1"/>
                      </a:solidFill>
                      <a:latin typeface="Helvetica 45 Light" pitchFamily="34" charset="0"/>
                    </a:defRPr>
                  </a:lvl2pPr>
                  <a:lvl3pPr marL="1143000" indent="-228600" defTabSz="987425" eaLnBrk="0" hangingPunct="0">
                    <a:defRPr sz="2000" b="1">
                      <a:solidFill>
                        <a:schemeClr val="tx1"/>
                      </a:solidFill>
                      <a:latin typeface="Helvetica 45 Light" pitchFamily="34" charset="0"/>
                    </a:defRPr>
                  </a:lvl3pPr>
                  <a:lvl4pPr marL="1600200" indent="-228600" defTabSz="987425" eaLnBrk="0" hangingPunct="0">
                    <a:defRPr sz="2000" b="1">
                      <a:solidFill>
                        <a:schemeClr val="tx1"/>
                      </a:solidFill>
                      <a:latin typeface="Helvetica 45 Light" pitchFamily="34" charset="0"/>
                    </a:defRPr>
                  </a:lvl4pPr>
                  <a:lvl5pPr marL="2057400" indent="-228600" defTabSz="987425" eaLnBrk="0" hangingPunct="0">
                    <a:defRPr sz="2000" b="1">
                      <a:solidFill>
                        <a:schemeClr val="tx1"/>
                      </a:solidFill>
                      <a:latin typeface="Helvetica 45 Light" pitchFamily="34" charset="0"/>
                    </a:defRPr>
                  </a:lvl5pPr>
                  <a:lvl6pPr marL="2514600" indent="-228600" defTabSz="987425" eaLnBrk="0" fontAlgn="base" hangingPunct="0">
                    <a:spcBef>
                      <a:spcPct val="0"/>
                    </a:spcBef>
                    <a:spcAft>
                      <a:spcPct val="0"/>
                    </a:spcAft>
                    <a:defRPr sz="2000" b="1">
                      <a:solidFill>
                        <a:schemeClr val="tx1"/>
                      </a:solidFill>
                      <a:latin typeface="Helvetica 45 Light" pitchFamily="34" charset="0"/>
                    </a:defRPr>
                  </a:lvl6pPr>
                  <a:lvl7pPr marL="2971800" indent="-228600" defTabSz="987425" eaLnBrk="0" fontAlgn="base" hangingPunct="0">
                    <a:spcBef>
                      <a:spcPct val="0"/>
                    </a:spcBef>
                    <a:spcAft>
                      <a:spcPct val="0"/>
                    </a:spcAft>
                    <a:defRPr sz="2000" b="1">
                      <a:solidFill>
                        <a:schemeClr val="tx1"/>
                      </a:solidFill>
                      <a:latin typeface="Helvetica 45 Light" pitchFamily="34" charset="0"/>
                    </a:defRPr>
                  </a:lvl7pPr>
                  <a:lvl8pPr marL="3429000" indent="-228600" defTabSz="987425" eaLnBrk="0" fontAlgn="base" hangingPunct="0">
                    <a:spcBef>
                      <a:spcPct val="0"/>
                    </a:spcBef>
                    <a:spcAft>
                      <a:spcPct val="0"/>
                    </a:spcAft>
                    <a:defRPr sz="2000" b="1">
                      <a:solidFill>
                        <a:schemeClr val="tx1"/>
                      </a:solidFill>
                      <a:latin typeface="Helvetica 45 Light" pitchFamily="34" charset="0"/>
                    </a:defRPr>
                  </a:lvl8pPr>
                  <a:lvl9pPr marL="3886200" indent="-228600" defTabSz="987425" eaLnBrk="0" fontAlgn="base" hangingPunct="0">
                    <a:spcBef>
                      <a:spcPct val="0"/>
                    </a:spcBef>
                    <a:spcAft>
                      <a:spcPct val="0"/>
                    </a:spcAft>
                    <a:defRPr sz="2000" b="1">
                      <a:solidFill>
                        <a:schemeClr val="tx1"/>
                      </a:solidFill>
                      <a:latin typeface="Helvetica 45 Light" pitchFamily="34" charset="0"/>
                    </a:defRPr>
                  </a:lvl9pPr>
                </a:lstStyle>
                <a:p>
                  <a:pPr algn="ctr" eaLnBrk="1" hangingPunct="1"/>
                  <a:r>
                    <a:rPr lang="fr-FR" altLang="fr-FR" sz="800" dirty="0" err="1">
                      <a:solidFill>
                        <a:srgbClr val="FF0000"/>
                      </a:solidFill>
                      <a:latin typeface="Arial" charset="0"/>
                      <a:cs typeface="Arial" charset="0"/>
                    </a:rPr>
                    <a:t>Continious</a:t>
                  </a:r>
                  <a:r>
                    <a:rPr lang="fr-FR" altLang="fr-FR" sz="800" dirty="0">
                      <a:solidFill>
                        <a:srgbClr val="FF0000"/>
                      </a:solidFill>
                      <a:latin typeface="Arial" charset="0"/>
                      <a:cs typeface="Arial" charset="0"/>
                    </a:rPr>
                    <a:t> </a:t>
                  </a:r>
                  <a:r>
                    <a:rPr lang="fr-FR" altLang="fr-FR" sz="800" dirty="0" err="1">
                      <a:solidFill>
                        <a:srgbClr val="FF0000"/>
                      </a:solidFill>
                      <a:latin typeface="Arial" charset="0"/>
                      <a:cs typeface="Arial" charset="0"/>
                    </a:rPr>
                    <a:t>integration</a:t>
                  </a:r>
                  <a:endParaRPr lang="fr-FR" altLang="fr-FR" sz="800" dirty="0">
                    <a:solidFill>
                      <a:srgbClr val="FF0000"/>
                    </a:solidFill>
                    <a:latin typeface="Arial" charset="0"/>
                    <a:cs typeface="Arial" charset="0"/>
                  </a:endParaRPr>
                </a:p>
              </p:txBody>
            </p:sp>
            <p:pic>
              <p:nvPicPr>
                <p:cNvPr id="30" name="Picture 32" descr="BizTalk"/>
                <p:cNvPicPr>
                  <a:picLocks noChangeAspect="1" noChangeArrowheads="1"/>
                </p:cNvPicPr>
                <p:nvPr/>
              </p:nvPicPr>
              <p:blipFill>
                <a:blip r:embed="rId10">
                  <a:clrChange>
                    <a:clrFrom>
                      <a:srgbClr val="08369A"/>
                    </a:clrFrom>
                    <a:clrTo>
                      <a:srgbClr val="08369A">
                        <a:alpha val="0"/>
                      </a:srgbClr>
                    </a:clrTo>
                  </a:clrChange>
                  <a:extLst>
                    <a:ext uri="{28A0092B-C50C-407E-A947-70E740481C1C}">
                      <a14:useLocalDpi xmlns:a14="http://schemas.microsoft.com/office/drawing/2010/main" val="0"/>
                    </a:ext>
                  </a:extLst>
                </a:blip>
                <a:srcRect/>
                <a:stretch>
                  <a:fillRect/>
                </a:stretch>
              </p:blipFill>
              <p:spPr bwMode="auto">
                <a:xfrm>
                  <a:off x="1581" y="797"/>
                  <a:ext cx="488" cy="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pic>
          <p:nvPicPr>
            <p:cNvPr id="25" name="Picture 66"/>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3744913" y="925513"/>
              <a:ext cx="1541462"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1" name="Group 97"/>
          <p:cNvGrpSpPr>
            <a:grpSpLocks/>
          </p:cNvGrpSpPr>
          <p:nvPr/>
        </p:nvGrpSpPr>
        <p:grpSpPr bwMode="auto">
          <a:xfrm>
            <a:off x="3098310" y="4413132"/>
            <a:ext cx="931963" cy="346428"/>
            <a:chOff x="1985" y="2107"/>
            <a:chExt cx="1652" cy="525"/>
          </a:xfrm>
        </p:grpSpPr>
        <p:sp>
          <p:nvSpPr>
            <p:cNvPr id="32" name="AutoShape 59"/>
            <p:cNvSpPr>
              <a:spLocks noChangeArrowheads="1"/>
            </p:cNvSpPr>
            <p:nvPr/>
          </p:nvSpPr>
          <p:spPr bwMode="auto">
            <a:xfrm>
              <a:off x="1985" y="2107"/>
              <a:ext cx="1652" cy="525"/>
            </a:xfrm>
            <a:prstGeom prst="roundRect">
              <a:avLst>
                <a:gd name="adj" fmla="val 16667"/>
              </a:avLst>
            </a:prstGeom>
            <a:noFill/>
            <a:ln w="254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b"/>
            <a:lstStyle>
              <a:lvl1pPr eaLnBrk="0" hangingPunct="0">
                <a:defRPr sz="2000" b="1">
                  <a:solidFill>
                    <a:schemeClr val="tx1"/>
                  </a:solidFill>
                  <a:latin typeface="Helvetica 45 Light" pitchFamily="34" charset="0"/>
                </a:defRPr>
              </a:lvl1pPr>
              <a:lvl2pPr marL="742950" indent="-285750" eaLnBrk="0" hangingPunct="0">
                <a:defRPr sz="2000" b="1">
                  <a:solidFill>
                    <a:schemeClr val="tx1"/>
                  </a:solidFill>
                  <a:latin typeface="Helvetica 45 Light" pitchFamily="34" charset="0"/>
                </a:defRPr>
              </a:lvl2pPr>
              <a:lvl3pPr marL="1143000" indent="-228600" eaLnBrk="0" hangingPunct="0">
                <a:defRPr sz="2000" b="1">
                  <a:solidFill>
                    <a:schemeClr val="tx1"/>
                  </a:solidFill>
                  <a:latin typeface="Helvetica 45 Light" pitchFamily="34" charset="0"/>
                </a:defRPr>
              </a:lvl3pPr>
              <a:lvl4pPr marL="1600200" indent="-228600" eaLnBrk="0" hangingPunct="0">
                <a:defRPr sz="2000" b="1">
                  <a:solidFill>
                    <a:schemeClr val="tx1"/>
                  </a:solidFill>
                  <a:latin typeface="Helvetica 45 Light" pitchFamily="34" charset="0"/>
                </a:defRPr>
              </a:lvl4pPr>
              <a:lvl5pPr marL="2057400" indent="-228600" eaLnBrk="0" hangingPunct="0">
                <a:defRPr sz="2000" b="1">
                  <a:solidFill>
                    <a:schemeClr val="tx1"/>
                  </a:solidFill>
                  <a:latin typeface="Helvetica 45 Light" pitchFamily="34" charset="0"/>
                </a:defRPr>
              </a:lvl5pPr>
              <a:lvl6pPr marL="2514600" indent="-228600" eaLnBrk="0" fontAlgn="base" hangingPunct="0">
                <a:spcBef>
                  <a:spcPct val="0"/>
                </a:spcBef>
                <a:spcAft>
                  <a:spcPct val="0"/>
                </a:spcAft>
                <a:defRPr sz="2000" b="1">
                  <a:solidFill>
                    <a:schemeClr val="tx1"/>
                  </a:solidFill>
                  <a:latin typeface="Helvetica 45 Light" pitchFamily="34" charset="0"/>
                </a:defRPr>
              </a:lvl6pPr>
              <a:lvl7pPr marL="2971800" indent="-228600" eaLnBrk="0" fontAlgn="base" hangingPunct="0">
                <a:spcBef>
                  <a:spcPct val="0"/>
                </a:spcBef>
                <a:spcAft>
                  <a:spcPct val="0"/>
                </a:spcAft>
                <a:defRPr sz="2000" b="1">
                  <a:solidFill>
                    <a:schemeClr val="tx1"/>
                  </a:solidFill>
                  <a:latin typeface="Helvetica 45 Light" pitchFamily="34" charset="0"/>
                </a:defRPr>
              </a:lvl7pPr>
              <a:lvl8pPr marL="3429000" indent="-228600" eaLnBrk="0" fontAlgn="base" hangingPunct="0">
                <a:spcBef>
                  <a:spcPct val="0"/>
                </a:spcBef>
                <a:spcAft>
                  <a:spcPct val="0"/>
                </a:spcAft>
                <a:defRPr sz="2000" b="1">
                  <a:solidFill>
                    <a:schemeClr val="tx1"/>
                  </a:solidFill>
                  <a:latin typeface="Helvetica 45 Light" pitchFamily="34" charset="0"/>
                </a:defRPr>
              </a:lvl8pPr>
              <a:lvl9pPr marL="3886200" indent="-228600" eaLnBrk="0" fontAlgn="base" hangingPunct="0">
                <a:spcBef>
                  <a:spcPct val="0"/>
                </a:spcBef>
                <a:spcAft>
                  <a:spcPct val="0"/>
                </a:spcAft>
                <a:defRPr sz="2000" b="1">
                  <a:solidFill>
                    <a:schemeClr val="tx1"/>
                  </a:solidFill>
                  <a:latin typeface="Helvetica 45 Light" pitchFamily="34" charset="0"/>
                </a:defRPr>
              </a:lvl9pPr>
            </a:lstStyle>
            <a:p>
              <a:pPr algn="ctr" eaLnBrk="1" hangingPunct="1"/>
              <a:endParaRPr lang="fr-FR" altLang="fr-FR" sz="800" dirty="0">
                <a:latin typeface="Arial" charset="0"/>
              </a:endParaRPr>
            </a:p>
            <a:p>
              <a:pPr algn="ctr" eaLnBrk="1" hangingPunct="1"/>
              <a:r>
                <a:rPr lang="fr-FR" altLang="fr-FR" sz="800" dirty="0" err="1">
                  <a:latin typeface="Arial" charset="0"/>
                </a:rPr>
                <a:t>Build</a:t>
              </a:r>
              <a:r>
                <a:rPr lang="fr-FR" altLang="fr-FR" sz="800" dirty="0">
                  <a:latin typeface="Arial" charset="0"/>
                </a:rPr>
                <a:t> </a:t>
              </a:r>
              <a:r>
                <a:rPr lang="fr-FR" altLang="fr-FR" sz="800" dirty="0" err="1">
                  <a:latin typeface="Arial" charset="0"/>
                </a:rPr>
                <a:t>tools</a:t>
              </a:r>
              <a:endParaRPr lang="fr-FR" altLang="fr-FR" sz="800" dirty="0">
                <a:latin typeface="Arial" charset="0"/>
              </a:endParaRPr>
            </a:p>
          </p:txBody>
        </p:sp>
        <p:pic>
          <p:nvPicPr>
            <p:cNvPr id="33" name="Picture 61" descr="maven"/>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430" y="2126"/>
              <a:ext cx="71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95" descr="rules"/>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080" y="2112"/>
              <a:ext cx="237"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35" name="AutoShape 71"/>
          <p:cNvCxnSpPr>
            <a:cxnSpLocks noChangeShapeType="1"/>
          </p:cNvCxnSpPr>
          <p:nvPr/>
        </p:nvCxnSpPr>
        <p:spPr bwMode="auto">
          <a:xfrm flipH="1" flipV="1">
            <a:off x="3548302" y="4770234"/>
            <a:ext cx="928" cy="296068"/>
          </a:xfrm>
          <a:prstGeom prst="straightConnector1">
            <a:avLst/>
          </a:prstGeom>
          <a:noFill/>
          <a:ln w="25400">
            <a:solidFill>
              <a:schemeClr val="tx2"/>
            </a:solidFill>
            <a:round/>
            <a:headEnd type="none" w="lg" len="lg"/>
            <a:tailEnd/>
          </a:ln>
          <a:extLst>
            <a:ext uri="{909E8E84-426E-40DD-AFC4-6F175D3DCCD1}">
              <a14:hiddenFill xmlns:a14="http://schemas.microsoft.com/office/drawing/2010/main">
                <a:noFill/>
              </a14:hiddenFill>
            </a:ext>
          </a:extLst>
        </p:spPr>
      </p:cxnSp>
      <p:sp>
        <p:nvSpPr>
          <p:cNvPr id="36" name="Text Box 73"/>
          <p:cNvSpPr txBox="1">
            <a:spLocks noChangeArrowheads="1"/>
          </p:cNvSpPr>
          <p:nvPr/>
        </p:nvSpPr>
        <p:spPr bwMode="auto">
          <a:xfrm>
            <a:off x="2415420" y="4240839"/>
            <a:ext cx="57419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87425" eaLnBrk="0" hangingPunct="0">
              <a:defRPr sz="2000" b="1">
                <a:solidFill>
                  <a:schemeClr val="tx1"/>
                </a:solidFill>
                <a:latin typeface="Helvetica 45 Light" pitchFamily="34" charset="0"/>
              </a:defRPr>
            </a:lvl1pPr>
            <a:lvl2pPr marL="742950" indent="-285750" defTabSz="987425" eaLnBrk="0" hangingPunct="0">
              <a:defRPr sz="2000" b="1">
                <a:solidFill>
                  <a:schemeClr val="tx1"/>
                </a:solidFill>
                <a:latin typeface="Helvetica 45 Light" pitchFamily="34" charset="0"/>
              </a:defRPr>
            </a:lvl2pPr>
            <a:lvl3pPr marL="1143000" indent="-228600" defTabSz="987425" eaLnBrk="0" hangingPunct="0">
              <a:defRPr sz="2000" b="1">
                <a:solidFill>
                  <a:schemeClr val="tx1"/>
                </a:solidFill>
                <a:latin typeface="Helvetica 45 Light" pitchFamily="34" charset="0"/>
              </a:defRPr>
            </a:lvl3pPr>
            <a:lvl4pPr marL="1600200" indent="-228600" defTabSz="987425" eaLnBrk="0" hangingPunct="0">
              <a:defRPr sz="2000" b="1">
                <a:solidFill>
                  <a:schemeClr val="tx1"/>
                </a:solidFill>
                <a:latin typeface="Helvetica 45 Light" pitchFamily="34" charset="0"/>
              </a:defRPr>
            </a:lvl4pPr>
            <a:lvl5pPr marL="2057400" indent="-228600" defTabSz="987425" eaLnBrk="0" hangingPunct="0">
              <a:defRPr sz="2000" b="1">
                <a:solidFill>
                  <a:schemeClr val="tx1"/>
                </a:solidFill>
                <a:latin typeface="Helvetica 45 Light" pitchFamily="34" charset="0"/>
              </a:defRPr>
            </a:lvl5pPr>
            <a:lvl6pPr marL="2514600" indent="-228600" defTabSz="987425" eaLnBrk="0" fontAlgn="base" hangingPunct="0">
              <a:spcBef>
                <a:spcPct val="0"/>
              </a:spcBef>
              <a:spcAft>
                <a:spcPct val="0"/>
              </a:spcAft>
              <a:defRPr sz="2000" b="1">
                <a:solidFill>
                  <a:schemeClr val="tx1"/>
                </a:solidFill>
                <a:latin typeface="Helvetica 45 Light" pitchFamily="34" charset="0"/>
              </a:defRPr>
            </a:lvl6pPr>
            <a:lvl7pPr marL="2971800" indent="-228600" defTabSz="987425" eaLnBrk="0" fontAlgn="base" hangingPunct="0">
              <a:spcBef>
                <a:spcPct val="0"/>
              </a:spcBef>
              <a:spcAft>
                <a:spcPct val="0"/>
              </a:spcAft>
              <a:defRPr sz="2000" b="1">
                <a:solidFill>
                  <a:schemeClr val="tx1"/>
                </a:solidFill>
                <a:latin typeface="Helvetica 45 Light" pitchFamily="34" charset="0"/>
              </a:defRPr>
            </a:lvl7pPr>
            <a:lvl8pPr marL="3429000" indent="-228600" defTabSz="987425" eaLnBrk="0" fontAlgn="base" hangingPunct="0">
              <a:spcBef>
                <a:spcPct val="0"/>
              </a:spcBef>
              <a:spcAft>
                <a:spcPct val="0"/>
              </a:spcAft>
              <a:defRPr sz="2000" b="1">
                <a:solidFill>
                  <a:schemeClr val="tx1"/>
                </a:solidFill>
                <a:latin typeface="Helvetica 45 Light" pitchFamily="34" charset="0"/>
              </a:defRPr>
            </a:lvl8pPr>
            <a:lvl9pPr marL="3886200" indent="-228600" defTabSz="987425" eaLnBrk="0" fontAlgn="base" hangingPunct="0">
              <a:spcBef>
                <a:spcPct val="0"/>
              </a:spcBef>
              <a:spcAft>
                <a:spcPct val="0"/>
              </a:spcAft>
              <a:defRPr sz="2000" b="1">
                <a:solidFill>
                  <a:schemeClr val="tx1"/>
                </a:solidFill>
                <a:latin typeface="Helvetica 45 Light" pitchFamily="34" charset="0"/>
              </a:defRPr>
            </a:lvl9pPr>
          </a:lstStyle>
          <a:p>
            <a:pPr eaLnBrk="1" hangingPunct="1"/>
            <a:endParaRPr lang="fr-FR" altLang="fr-FR" sz="800" dirty="0">
              <a:latin typeface="Arial" charset="0"/>
            </a:endParaRPr>
          </a:p>
          <a:p>
            <a:pPr eaLnBrk="1" hangingPunct="1"/>
            <a:r>
              <a:rPr lang="fr-FR" altLang="fr-FR" sz="800" dirty="0" err="1">
                <a:latin typeface="Arial" charset="0"/>
              </a:rPr>
              <a:t>develop</a:t>
            </a:r>
            <a:endParaRPr lang="fr-FR" altLang="fr-FR" sz="800" dirty="0">
              <a:latin typeface="Arial" charset="0"/>
            </a:endParaRPr>
          </a:p>
          <a:p>
            <a:pPr eaLnBrk="1" hangingPunct="1"/>
            <a:r>
              <a:rPr lang="fr-FR" altLang="fr-FR" sz="800" dirty="0">
                <a:latin typeface="Arial" charset="0"/>
              </a:rPr>
              <a:t>compile</a:t>
            </a:r>
          </a:p>
          <a:p>
            <a:pPr eaLnBrk="1" hangingPunct="1"/>
            <a:r>
              <a:rPr lang="fr-FR" altLang="fr-FR" sz="800" dirty="0" err="1">
                <a:latin typeface="Arial" charset="0"/>
              </a:rPr>
              <a:t>built</a:t>
            </a:r>
            <a:endParaRPr lang="fr-FR" altLang="fr-FR" sz="800" dirty="0">
              <a:latin typeface="Arial" charset="0"/>
            </a:endParaRPr>
          </a:p>
          <a:p>
            <a:pPr eaLnBrk="1" hangingPunct="1"/>
            <a:r>
              <a:rPr lang="fr-FR" altLang="fr-FR" sz="800" dirty="0">
                <a:latin typeface="Arial" charset="0"/>
              </a:rPr>
              <a:t>test</a:t>
            </a:r>
          </a:p>
        </p:txBody>
      </p:sp>
      <p:grpSp>
        <p:nvGrpSpPr>
          <p:cNvPr id="37" name="Groupe 55"/>
          <p:cNvGrpSpPr>
            <a:grpSpLocks/>
          </p:cNvGrpSpPr>
          <p:nvPr/>
        </p:nvGrpSpPr>
        <p:grpSpPr bwMode="auto">
          <a:xfrm>
            <a:off x="4700840" y="2796261"/>
            <a:ext cx="3004856" cy="2685856"/>
            <a:chOff x="4019612" y="923672"/>
            <a:chExt cx="3926821" cy="4858591"/>
          </a:xfrm>
        </p:grpSpPr>
        <p:sp>
          <p:nvSpPr>
            <p:cNvPr id="38" name="AutoShape 13"/>
            <p:cNvSpPr>
              <a:spLocks noChangeArrowheads="1"/>
            </p:cNvSpPr>
            <p:nvPr/>
          </p:nvSpPr>
          <p:spPr bwMode="auto">
            <a:xfrm>
              <a:off x="6167990" y="4519515"/>
              <a:ext cx="1288919" cy="1262748"/>
            </a:xfrm>
            <a:prstGeom prst="roundRect">
              <a:avLst>
                <a:gd name="adj" fmla="val 16667"/>
              </a:avLst>
            </a:prstGeom>
            <a:noFill/>
            <a:ln w="254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b"/>
            <a:lstStyle>
              <a:lvl1pPr eaLnBrk="0" hangingPunct="0">
                <a:defRPr sz="2000" b="1">
                  <a:solidFill>
                    <a:schemeClr val="tx1"/>
                  </a:solidFill>
                  <a:latin typeface="Helvetica 45 Light" pitchFamily="34" charset="0"/>
                </a:defRPr>
              </a:lvl1pPr>
              <a:lvl2pPr marL="742950" indent="-285750" eaLnBrk="0" hangingPunct="0">
                <a:defRPr sz="2000" b="1">
                  <a:solidFill>
                    <a:schemeClr val="tx1"/>
                  </a:solidFill>
                  <a:latin typeface="Helvetica 45 Light" pitchFamily="34" charset="0"/>
                </a:defRPr>
              </a:lvl2pPr>
              <a:lvl3pPr marL="1143000" indent="-228600" eaLnBrk="0" hangingPunct="0">
                <a:defRPr sz="2000" b="1">
                  <a:solidFill>
                    <a:schemeClr val="tx1"/>
                  </a:solidFill>
                  <a:latin typeface="Helvetica 45 Light" pitchFamily="34" charset="0"/>
                </a:defRPr>
              </a:lvl3pPr>
              <a:lvl4pPr marL="1600200" indent="-228600" eaLnBrk="0" hangingPunct="0">
                <a:defRPr sz="2000" b="1">
                  <a:solidFill>
                    <a:schemeClr val="tx1"/>
                  </a:solidFill>
                  <a:latin typeface="Helvetica 45 Light" pitchFamily="34" charset="0"/>
                </a:defRPr>
              </a:lvl4pPr>
              <a:lvl5pPr marL="2057400" indent="-228600" eaLnBrk="0" hangingPunct="0">
                <a:defRPr sz="2000" b="1">
                  <a:solidFill>
                    <a:schemeClr val="tx1"/>
                  </a:solidFill>
                  <a:latin typeface="Helvetica 45 Light" pitchFamily="34" charset="0"/>
                </a:defRPr>
              </a:lvl5pPr>
              <a:lvl6pPr marL="2514600" indent="-228600" eaLnBrk="0" fontAlgn="base" hangingPunct="0">
                <a:spcBef>
                  <a:spcPct val="0"/>
                </a:spcBef>
                <a:spcAft>
                  <a:spcPct val="0"/>
                </a:spcAft>
                <a:defRPr sz="2000" b="1">
                  <a:solidFill>
                    <a:schemeClr val="tx1"/>
                  </a:solidFill>
                  <a:latin typeface="Helvetica 45 Light" pitchFamily="34" charset="0"/>
                </a:defRPr>
              </a:lvl6pPr>
              <a:lvl7pPr marL="2971800" indent="-228600" eaLnBrk="0" fontAlgn="base" hangingPunct="0">
                <a:spcBef>
                  <a:spcPct val="0"/>
                </a:spcBef>
                <a:spcAft>
                  <a:spcPct val="0"/>
                </a:spcAft>
                <a:defRPr sz="2000" b="1">
                  <a:solidFill>
                    <a:schemeClr val="tx1"/>
                  </a:solidFill>
                  <a:latin typeface="Helvetica 45 Light" pitchFamily="34" charset="0"/>
                </a:defRPr>
              </a:lvl7pPr>
              <a:lvl8pPr marL="3429000" indent="-228600" eaLnBrk="0" fontAlgn="base" hangingPunct="0">
                <a:spcBef>
                  <a:spcPct val="0"/>
                </a:spcBef>
                <a:spcAft>
                  <a:spcPct val="0"/>
                </a:spcAft>
                <a:defRPr sz="2000" b="1">
                  <a:solidFill>
                    <a:schemeClr val="tx1"/>
                  </a:solidFill>
                  <a:latin typeface="Helvetica 45 Light" pitchFamily="34" charset="0"/>
                </a:defRPr>
              </a:lvl8pPr>
              <a:lvl9pPr marL="3886200" indent="-228600" eaLnBrk="0" fontAlgn="base" hangingPunct="0">
                <a:spcBef>
                  <a:spcPct val="0"/>
                </a:spcBef>
                <a:spcAft>
                  <a:spcPct val="0"/>
                </a:spcAft>
                <a:defRPr sz="2000" b="1">
                  <a:solidFill>
                    <a:schemeClr val="tx1"/>
                  </a:solidFill>
                  <a:latin typeface="Helvetica 45 Light" pitchFamily="34" charset="0"/>
                </a:defRPr>
              </a:lvl9pPr>
            </a:lstStyle>
            <a:p>
              <a:pPr algn="ctr" eaLnBrk="1" hangingPunct="1"/>
              <a:endParaRPr lang="fr-FR" altLang="fr-FR" sz="900" dirty="0">
                <a:solidFill>
                  <a:schemeClr val="tx2"/>
                </a:solidFill>
                <a:latin typeface="Arial" charset="0"/>
              </a:endParaRPr>
            </a:p>
            <a:p>
              <a:pPr algn="ctr" eaLnBrk="1" hangingPunct="1"/>
              <a:endParaRPr lang="fr-FR" altLang="fr-FR" sz="900" dirty="0">
                <a:latin typeface="Arial" charset="0"/>
              </a:endParaRPr>
            </a:p>
            <a:p>
              <a:pPr algn="ctr" eaLnBrk="1" hangingPunct="1"/>
              <a:endParaRPr lang="fr-FR" altLang="fr-FR" sz="900" dirty="0">
                <a:latin typeface="Arial" charset="0"/>
              </a:endParaRPr>
            </a:p>
            <a:p>
              <a:pPr algn="ctr" eaLnBrk="1" hangingPunct="1"/>
              <a:endParaRPr lang="fr-FR" altLang="fr-FR" sz="900" dirty="0">
                <a:latin typeface="Arial" charset="0"/>
              </a:endParaRPr>
            </a:p>
            <a:p>
              <a:pPr algn="ctr" eaLnBrk="1" hangingPunct="1"/>
              <a:endParaRPr lang="fr-FR" altLang="fr-FR" sz="900" dirty="0">
                <a:latin typeface="Arial" charset="0"/>
              </a:endParaRPr>
            </a:p>
            <a:p>
              <a:pPr algn="ctr" eaLnBrk="1" hangingPunct="1"/>
              <a:endParaRPr lang="fr-FR" altLang="fr-FR" sz="900" dirty="0">
                <a:latin typeface="Arial" charset="0"/>
              </a:endParaRPr>
            </a:p>
            <a:p>
              <a:pPr algn="ctr" eaLnBrk="1" hangingPunct="1"/>
              <a:endParaRPr lang="fr-FR" altLang="fr-FR" sz="900" dirty="0">
                <a:latin typeface="Arial" charset="0"/>
              </a:endParaRPr>
            </a:p>
            <a:p>
              <a:pPr algn="ctr" eaLnBrk="1" hangingPunct="1"/>
              <a:endParaRPr lang="fr-FR" altLang="fr-FR" sz="900" dirty="0">
                <a:latin typeface="Arial" charset="0"/>
              </a:endParaRPr>
            </a:p>
            <a:p>
              <a:pPr algn="ctr" eaLnBrk="1" hangingPunct="1"/>
              <a:endParaRPr lang="fr-FR" altLang="fr-FR" sz="900" dirty="0">
                <a:latin typeface="Arial" charset="0"/>
              </a:endParaRPr>
            </a:p>
            <a:p>
              <a:pPr algn="ctr" eaLnBrk="1" hangingPunct="1"/>
              <a:endParaRPr lang="fr-FR" altLang="fr-FR" sz="900" dirty="0">
                <a:latin typeface="Arial" charset="0"/>
              </a:endParaRPr>
            </a:p>
            <a:p>
              <a:pPr algn="ctr" eaLnBrk="1" hangingPunct="1"/>
              <a:endParaRPr lang="fr-FR" altLang="fr-FR" sz="900" dirty="0">
                <a:latin typeface="Arial" charset="0"/>
              </a:endParaRPr>
            </a:p>
            <a:p>
              <a:pPr algn="ctr" eaLnBrk="1" hangingPunct="1"/>
              <a:endParaRPr lang="fr-FR" altLang="fr-FR" sz="900" dirty="0">
                <a:latin typeface="Arial" charset="0"/>
              </a:endParaRPr>
            </a:p>
            <a:p>
              <a:pPr algn="ctr" eaLnBrk="1" hangingPunct="1"/>
              <a:endParaRPr lang="fr-FR" altLang="fr-FR" sz="900" dirty="0">
                <a:latin typeface="Arial" charset="0"/>
              </a:endParaRPr>
            </a:p>
            <a:p>
              <a:pPr algn="ctr" eaLnBrk="1" hangingPunct="1"/>
              <a:endParaRPr lang="fr-FR" altLang="fr-FR" sz="900" dirty="0">
                <a:latin typeface="Arial" charset="0"/>
              </a:endParaRPr>
            </a:p>
            <a:p>
              <a:pPr algn="ctr" eaLnBrk="1" hangingPunct="1"/>
              <a:endParaRPr lang="fr-FR" altLang="fr-FR" sz="900" dirty="0">
                <a:latin typeface="Arial" charset="0"/>
              </a:endParaRPr>
            </a:p>
            <a:p>
              <a:pPr algn="ctr" eaLnBrk="1" hangingPunct="1"/>
              <a:endParaRPr lang="fr-FR" altLang="fr-FR" sz="900" dirty="0">
                <a:latin typeface="Arial" charset="0"/>
              </a:endParaRPr>
            </a:p>
            <a:p>
              <a:pPr algn="ctr" eaLnBrk="1" hangingPunct="1"/>
              <a:endParaRPr lang="fr-FR" altLang="fr-FR" sz="900" dirty="0">
                <a:latin typeface="Arial" charset="0"/>
              </a:endParaRPr>
            </a:p>
            <a:p>
              <a:pPr algn="ctr" eaLnBrk="1" hangingPunct="1"/>
              <a:r>
                <a:rPr lang="fr-FR" altLang="fr-FR" sz="800" dirty="0" err="1">
                  <a:latin typeface="Arial" charset="0"/>
                </a:rPr>
                <a:t>Integration</a:t>
              </a:r>
              <a:r>
                <a:rPr lang="fr-FR" altLang="fr-FR" sz="800" dirty="0">
                  <a:latin typeface="Arial" charset="0"/>
                </a:rPr>
                <a:t> server</a:t>
              </a:r>
            </a:p>
            <a:p>
              <a:pPr algn="ctr" eaLnBrk="1" hangingPunct="1"/>
              <a:r>
                <a:rPr lang="fr-FR" altLang="fr-FR" sz="900" dirty="0">
                  <a:latin typeface="Arial" charset="0"/>
                </a:rPr>
                <a:t> </a:t>
              </a:r>
            </a:p>
          </p:txBody>
        </p:sp>
        <p:cxnSp>
          <p:nvCxnSpPr>
            <p:cNvPr id="39" name="AutoShape 17"/>
            <p:cNvCxnSpPr>
              <a:cxnSpLocks noChangeShapeType="1"/>
              <a:endCxn id="38" idx="0"/>
            </p:cNvCxnSpPr>
            <p:nvPr/>
          </p:nvCxnSpPr>
          <p:spPr bwMode="auto">
            <a:xfrm>
              <a:off x="4076789" y="1316138"/>
              <a:ext cx="2735661" cy="3203377"/>
            </a:xfrm>
            <a:prstGeom prst="bentConnector2">
              <a:avLst/>
            </a:prstGeom>
            <a:noFill/>
            <a:ln w="25400">
              <a:solidFill>
                <a:schemeClr val="tx2"/>
              </a:solidFill>
              <a:miter lim="800000"/>
              <a:headEnd/>
              <a:tailEnd type="triangle" w="lg" len="lg"/>
            </a:ln>
            <a:extLst>
              <a:ext uri="{909E8E84-426E-40DD-AFC4-6F175D3DCCD1}">
                <a14:hiddenFill xmlns:a14="http://schemas.microsoft.com/office/drawing/2010/main">
                  <a:noFill/>
                </a14:hiddenFill>
              </a:ext>
            </a:extLst>
          </p:spPr>
        </p:cxnSp>
        <p:sp>
          <p:nvSpPr>
            <p:cNvPr id="40" name="Text Box 46"/>
            <p:cNvSpPr txBox="1">
              <a:spLocks noChangeArrowheads="1"/>
            </p:cNvSpPr>
            <p:nvPr/>
          </p:nvSpPr>
          <p:spPr bwMode="auto">
            <a:xfrm>
              <a:off x="4019612" y="923672"/>
              <a:ext cx="2238696" cy="389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87425" eaLnBrk="0" hangingPunct="0">
                <a:defRPr sz="2000" b="1">
                  <a:solidFill>
                    <a:schemeClr val="tx1"/>
                  </a:solidFill>
                  <a:latin typeface="Helvetica 45 Light" pitchFamily="34" charset="0"/>
                </a:defRPr>
              </a:lvl1pPr>
              <a:lvl2pPr marL="742950" indent="-285750" defTabSz="987425" eaLnBrk="0" hangingPunct="0">
                <a:defRPr sz="2000" b="1">
                  <a:solidFill>
                    <a:schemeClr val="tx1"/>
                  </a:solidFill>
                  <a:latin typeface="Helvetica 45 Light" pitchFamily="34" charset="0"/>
                </a:defRPr>
              </a:lvl2pPr>
              <a:lvl3pPr marL="1143000" indent="-228600" defTabSz="987425" eaLnBrk="0" hangingPunct="0">
                <a:defRPr sz="2000" b="1">
                  <a:solidFill>
                    <a:schemeClr val="tx1"/>
                  </a:solidFill>
                  <a:latin typeface="Helvetica 45 Light" pitchFamily="34" charset="0"/>
                </a:defRPr>
              </a:lvl3pPr>
              <a:lvl4pPr marL="1600200" indent="-228600" defTabSz="987425" eaLnBrk="0" hangingPunct="0">
                <a:defRPr sz="2000" b="1">
                  <a:solidFill>
                    <a:schemeClr val="tx1"/>
                  </a:solidFill>
                  <a:latin typeface="Helvetica 45 Light" pitchFamily="34" charset="0"/>
                </a:defRPr>
              </a:lvl4pPr>
              <a:lvl5pPr marL="2057400" indent="-228600" defTabSz="987425" eaLnBrk="0" hangingPunct="0">
                <a:defRPr sz="2000" b="1">
                  <a:solidFill>
                    <a:schemeClr val="tx1"/>
                  </a:solidFill>
                  <a:latin typeface="Helvetica 45 Light" pitchFamily="34" charset="0"/>
                </a:defRPr>
              </a:lvl5pPr>
              <a:lvl6pPr marL="2514600" indent="-228600" defTabSz="987425" eaLnBrk="0" fontAlgn="base" hangingPunct="0">
                <a:spcBef>
                  <a:spcPct val="0"/>
                </a:spcBef>
                <a:spcAft>
                  <a:spcPct val="0"/>
                </a:spcAft>
                <a:defRPr sz="2000" b="1">
                  <a:solidFill>
                    <a:schemeClr val="tx1"/>
                  </a:solidFill>
                  <a:latin typeface="Helvetica 45 Light" pitchFamily="34" charset="0"/>
                </a:defRPr>
              </a:lvl6pPr>
              <a:lvl7pPr marL="2971800" indent="-228600" defTabSz="987425" eaLnBrk="0" fontAlgn="base" hangingPunct="0">
                <a:spcBef>
                  <a:spcPct val="0"/>
                </a:spcBef>
                <a:spcAft>
                  <a:spcPct val="0"/>
                </a:spcAft>
                <a:defRPr sz="2000" b="1">
                  <a:solidFill>
                    <a:schemeClr val="tx1"/>
                  </a:solidFill>
                  <a:latin typeface="Helvetica 45 Light" pitchFamily="34" charset="0"/>
                </a:defRPr>
              </a:lvl7pPr>
              <a:lvl8pPr marL="3429000" indent="-228600" defTabSz="987425" eaLnBrk="0" fontAlgn="base" hangingPunct="0">
                <a:spcBef>
                  <a:spcPct val="0"/>
                </a:spcBef>
                <a:spcAft>
                  <a:spcPct val="0"/>
                </a:spcAft>
                <a:defRPr sz="2000" b="1">
                  <a:solidFill>
                    <a:schemeClr val="tx1"/>
                  </a:solidFill>
                  <a:latin typeface="Helvetica 45 Light" pitchFamily="34" charset="0"/>
                </a:defRPr>
              </a:lvl8pPr>
              <a:lvl9pPr marL="3886200" indent="-228600" defTabSz="987425" eaLnBrk="0" fontAlgn="base" hangingPunct="0">
                <a:spcBef>
                  <a:spcPct val="0"/>
                </a:spcBef>
                <a:spcAft>
                  <a:spcPct val="0"/>
                </a:spcAft>
                <a:defRPr sz="2000" b="1">
                  <a:solidFill>
                    <a:schemeClr val="tx1"/>
                  </a:solidFill>
                  <a:latin typeface="Helvetica 45 Light" pitchFamily="34" charset="0"/>
                </a:defRPr>
              </a:lvl9pPr>
            </a:lstStyle>
            <a:p>
              <a:pPr eaLnBrk="1" hangingPunct="1"/>
              <a:r>
                <a:rPr lang="fr-FR" altLang="fr-FR" sz="800" dirty="0" err="1">
                  <a:solidFill>
                    <a:srgbClr val="FF0000"/>
                  </a:solidFill>
                  <a:latin typeface="Arial" charset="0"/>
                </a:rPr>
                <a:t>Continious</a:t>
              </a:r>
              <a:r>
                <a:rPr lang="fr-FR" altLang="fr-FR" sz="800" dirty="0">
                  <a:solidFill>
                    <a:srgbClr val="FF0000"/>
                  </a:solidFill>
                  <a:latin typeface="Arial" charset="0"/>
                </a:rPr>
                <a:t> </a:t>
              </a:r>
              <a:r>
                <a:rPr lang="fr-FR" altLang="fr-FR" sz="800" dirty="0" err="1">
                  <a:solidFill>
                    <a:srgbClr val="FF0000"/>
                  </a:solidFill>
                  <a:latin typeface="Arial" charset="0"/>
                </a:rPr>
                <a:t>deployment</a:t>
              </a:r>
              <a:endParaRPr lang="fr-FR" altLang="fr-FR" sz="800" dirty="0">
                <a:solidFill>
                  <a:srgbClr val="FF0000"/>
                </a:solidFill>
                <a:latin typeface="Arial" charset="0"/>
              </a:endParaRPr>
            </a:p>
          </p:txBody>
        </p:sp>
        <p:pic>
          <p:nvPicPr>
            <p:cNvPr id="41" name="Picture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219754" y="4011911"/>
              <a:ext cx="726679" cy="100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2" name="Text Box 46"/>
          <p:cNvSpPr txBox="1">
            <a:spLocks noChangeArrowheads="1"/>
          </p:cNvSpPr>
          <p:nvPr/>
        </p:nvSpPr>
        <p:spPr bwMode="auto">
          <a:xfrm>
            <a:off x="4701229" y="3008621"/>
            <a:ext cx="134089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987425" eaLnBrk="0" hangingPunct="0">
              <a:defRPr sz="2000" b="1">
                <a:solidFill>
                  <a:schemeClr val="tx1"/>
                </a:solidFill>
                <a:latin typeface="Helvetica 45 Light" pitchFamily="34" charset="0"/>
              </a:defRPr>
            </a:lvl1pPr>
            <a:lvl2pPr marL="742950" indent="-285750" defTabSz="987425" eaLnBrk="0" hangingPunct="0">
              <a:defRPr sz="2000" b="1">
                <a:solidFill>
                  <a:schemeClr val="tx1"/>
                </a:solidFill>
                <a:latin typeface="Helvetica 45 Light" pitchFamily="34" charset="0"/>
              </a:defRPr>
            </a:lvl2pPr>
            <a:lvl3pPr marL="1143000" indent="-228600" defTabSz="987425" eaLnBrk="0" hangingPunct="0">
              <a:defRPr sz="2000" b="1">
                <a:solidFill>
                  <a:schemeClr val="tx1"/>
                </a:solidFill>
                <a:latin typeface="Helvetica 45 Light" pitchFamily="34" charset="0"/>
              </a:defRPr>
            </a:lvl3pPr>
            <a:lvl4pPr marL="1600200" indent="-228600" defTabSz="987425" eaLnBrk="0" hangingPunct="0">
              <a:defRPr sz="2000" b="1">
                <a:solidFill>
                  <a:schemeClr val="tx1"/>
                </a:solidFill>
                <a:latin typeface="Helvetica 45 Light" pitchFamily="34" charset="0"/>
              </a:defRPr>
            </a:lvl4pPr>
            <a:lvl5pPr marL="2057400" indent="-228600" defTabSz="987425" eaLnBrk="0" hangingPunct="0">
              <a:defRPr sz="2000" b="1">
                <a:solidFill>
                  <a:schemeClr val="tx1"/>
                </a:solidFill>
                <a:latin typeface="Helvetica 45 Light" pitchFamily="34" charset="0"/>
              </a:defRPr>
            </a:lvl5pPr>
            <a:lvl6pPr marL="2514600" indent="-228600" defTabSz="987425" eaLnBrk="0" fontAlgn="base" hangingPunct="0">
              <a:spcBef>
                <a:spcPct val="0"/>
              </a:spcBef>
              <a:spcAft>
                <a:spcPct val="0"/>
              </a:spcAft>
              <a:defRPr sz="2000" b="1">
                <a:solidFill>
                  <a:schemeClr val="tx1"/>
                </a:solidFill>
                <a:latin typeface="Helvetica 45 Light" pitchFamily="34" charset="0"/>
              </a:defRPr>
            </a:lvl6pPr>
            <a:lvl7pPr marL="2971800" indent="-228600" defTabSz="987425" eaLnBrk="0" fontAlgn="base" hangingPunct="0">
              <a:spcBef>
                <a:spcPct val="0"/>
              </a:spcBef>
              <a:spcAft>
                <a:spcPct val="0"/>
              </a:spcAft>
              <a:defRPr sz="2000" b="1">
                <a:solidFill>
                  <a:schemeClr val="tx1"/>
                </a:solidFill>
                <a:latin typeface="Helvetica 45 Light" pitchFamily="34" charset="0"/>
              </a:defRPr>
            </a:lvl7pPr>
            <a:lvl8pPr marL="3429000" indent="-228600" defTabSz="987425" eaLnBrk="0" fontAlgn="base" hangingPunct="0">
              <a:spcBef>
                <a:spcPct val="0"/>
              </a:spcBef>
              <a:spcAft>
                <a:spcPct val="0"/>
              </a:spcAft>
              <a:defRPr sz="2000" b="1">
                <a:solidFill>
                  <a:schemeClr val="tx1"/>
                </a:solidFill>
                <a:latin typeface="Helvetica 45 Light" pitchFamily="34" charset="0"/>
              </a:defRPr>
            </a:lvl8pPr>
            <a:lvl9pPr marL="3886200" indent="-228600" defTabSz="987425" eaLnBrk="0" fontAlgn="base" hangingPunct="0">
              <a:spcBef>
                <a:spcPct val="0"/>
              </a:spcBef>
              <a:spcAft>
                <a:spcPct val="0"/>
              </a:spcAft>
              <a:defRPr sz="2000" b="1">
                <a:solidFill>
                  <a:schemeClr val="tx1"/>
                </a:solidFill>
                <a:latin typeface="Helvetica 45 Light" pitchFamily="34" charset="0"/>
              </a:defRPr>
            </a:lvl9pPr>
          </a:lstStyle>
          <a:p>
            <a:pPr eaLnBrk="1" hangingPunct="1"/>
            <a:r>
              <a:rPr lang="fr-FR" altLang="fr-FR" sz="800" dirty="0" err="1">
                <a:solidFill>
                  <a:srgbClr val="FF0000"/>
                </a:solidFill>
                <a:latin typeface="Arial" charset="0"/>
              </a:rPr>
              <a:t>Continious</a:t>
            </a:r>
            <a:r>
              <a:rPr lang="fr-FR" altLang="fr-FR" sz="800" dirty="0">
                <a:solidFill>
                  <a:srgbClr val="FF0000"/>
                </a:solidFill>
                <a:latin typeface="Arial" charset="0"/>
              </a:rPr>
              <a:t> inspection</a:t>
            </a:r>
          </a:p>
        </p:txBody>
      </p:sp>
      <p:pic>
        <p:nvPicPr>
          <p:cNvPr id="43" name="Picture 7"/>
          <p:cNvPicPr>
            <a:picLocks noChangeAspect="1" noChangeArrowheads="1"/>
          </p:cNvPicPr>
          <p:nvPr/>
        </p:nvPicPr>
        <p:blipFill rotWithShape="1">
          <a:blip r:embed="rId13" cstate="print">
            <a:extLst>
              <a:ext uri="{28A0092B-C50C-407E-A947-70E740481C1C}">
                <a14:useLocalDpi xmlns:a14="http://schemas.microsoft.com/office/drawing/2010/main" val="0"/>
              </a:ext>
            </a:extLst>
          </a:blip>
          <a:srcRect r="1796" b="3662"/>
          <a:stretch/>
        </p:blipFill>
        <p:spPr bwMode="auto">
          <a:xfrm>
            <a:off x="5386525" y="4129010"/>
            <a:ext cx="459647" cy="2506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4" name="AutoShape 71"/>
          <p:cNvCxnSpPr>
            <a:cxnSpLocks noChangeShapeType="1"/>
          </p:cNvCxnSpPr>
          <p:nvPr/>
        </p:nvCxnSpPr>
        <p:spPr bwMode="auto">
          <a:xfrm flipH="1" flipV="1">
            <a:off x="3548302" y="3275093"/>
            <a:ext cx="928" cy="296068"/>
          </a:xfrm>
          <a:prstGeom prst="straightConnector1">
            <a:avLst/>
          </a:prstGeom>
          <a:noFill/>
          <a:ln w="25400">
            <a:solidFill>
              <a:schemeClr val="tx2"/>
            </a:solidFill>
            <a:round/>
            <a:headEnd type="none" w="lg" len="lg"/>
            <a:tailEnd/>
          </a:ln>
          <a:extLst>
            <a:ext uri="{909E8E84-426E-40DD-AFC4-6F175D3DCCD1}">
              <a14:hiddenFill xmlns:a14="http://schemas.microsoft.com/office/drawing/2010/main">
                <a:noFill/>
              </a14:hiddenFill>
            </a:ext>
          </a:extLst>
        </p:spPr>
      </p:cxnSp>
      <p:grpSp>
        <p:nvGrpSpPr>
          <p:cNvPr id="45" name="Groupe 58"/>
          <p:cNvGrpSpPr>
            <a:grpSpLocks/>
          </p:cNvGrpSpPr>
          <p:nvPr/>
        </p:nvGrpSpPr>
        <p:grpSpPr bwMode="auto">
          <a:xfrm>
            <a:off x="7049128" y="2704856"/>
            <a:ext cx="1108238" cy="1784490"/>
            <a:chOff x="5136624" y="3202264"/>
            <a:chExt cx="2238115" cy="4293530"/>
          </a:xfrm>
        </p:grpSpPr>
        <p:grpSp>
          <p:nvGrpSpPr>
            <p:cNvPr id="46" name="Groupe 45"/>
            <p:cNvGrpSpPr>
              <a:grpSpLocks/>
            </p:cNvGrpSpPr>
            <p:nvPr/>
          </p:nvGrpSpPr>
          <p:grpSpPr bwMode="auto">
            <a:xfrm>
              <a:off x="5136624" y="3202264"/>
              <a:ext cx="2116067" cy="3051766"/>
              <a:chOff x="5738550" y="3806235"/>
              <a:chExt cx="2116067" cy="3051766"/>
            </a:xfrm>
          </p:grpSpPr>
          <p:sp>
            <p:nvSpPr>
              <p:cNvPr id="49" name="AutoShape 13"/>
              <p:cNvSpPr>
                <a:spLocks noChangeArrowheads="1"/>
              </p:cNvSpPr>
              <p:nvPr/>
            </p:nvSpPr>
            <p:spPr bwMode="auto">
              <a:xfrm>
                <a:off x="5738550" y="4291014"/>
                <a:ext cx="1704447" cy="2566987"/>
              </a:xfrm>
              <a:prstGeom prst="roundRect">
                <a:avLst>
                  <a:gd name="adj" fmla="val 16667"/>
                </a:avLst>
              </a:prstGeom>
              <a:noFill/>
              <a:ln w="254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b"/>
              <a:lstStyle>
                <a:lvl1pPr eaLnBrk="0" hangingPunct="0">
                  <a:defRPr sz="2000" b="1">
                    <a:solidFill>
                      <a:schemeClr val="tx1"/>
                    </a:solidFill>
                    <a:latin typeface="Helvetica 45 Light" pitchFamily="34" charset="0"/>
                  </a:defRPr>
                </a:lvl1pPr>
                <a:lvl2pPr marL="742950" indent="-285750" eaLnBrk="0" hangingPunct="0">
                  <a:defRPr sz="2000" b="1">
                    <a:solidFill>
                      <a:schemeClr val="tx1"/>
                    </a:solidFill>
                    <a:latin typeface="Helvetica 45 Light" pitchFamily="34" charset="0"/>
                  </a:defRPr>
                </a:lvl2pPr>
                <a:lvl3pPr marL="1143000" indent="-228600" eaLnBrk="0" hangingPunct="0">
                  <a:defRPr sz="2000" b="1">
                    <a:solidFill>
                      <a:schemeClr val="tx1"/>
                    </a:solidFill>
                    <a:latin typeface="Helvetica 45 Light" pitchFamily="34" charset="0"/>
                  </a:defRPr>
                </a:lvl3pPr>
                <a:lvl4pPr marL="1600200" indent="-228600" eaLnBrk="0" hangingPunct="0">
                  <a:defRPr sz="2000" b="1">
                    <a:solidFill>
                      <a:schemeClr val="tx1"/>
                    </a:solidFill>
                    <a:latin typeface="Helvetica 45 Light" pitchFamily="34" charset="0"/>
                  </a:defRPr>
                </a:lvl4pPr>
                <a:lvl5pPr marL="2057400" indent="-228600" eaLnBrk="0" hangingPunct="0">
                  <a:defRPr sz="2000" b="1">
                    <a:solidFill>
                      <a:schemeClr val="tx1"/>
                    </a:solidFill>
                    <a:latin typeface="Helvetica 45 Light" pitchFamily="34" charset="0"/>
                  </a:defRPr>
                </a:lvl5pPr>
                <a:lvl6pPr marL="2514600" indent="-228600" eaLnBrk="0" fontAlgn="base" hangingPunct="0">
                  <a:spcBef>
                    <a:spcPct val="0"/>
                  </a:spcBef>
                  <a:spcAft>
                    <a:spcPct val="0"/>
                  </a:spcAft>
                  <a:defRPr sz="2000" b="1">
                    <a:solidFill>
                      <a:schemeClr val="tx1"/>
                    </a:solidFill>
                    <a:latin typeface="Helvetica 45 Light" pitchFamily="34" charset="0"/>
                  </a:defRPr>
                </a:lvl6pPr>
                <a:lvl7pPr marL="2971800" indent="-228600" eaLnBrk="0" fontAlgn="base" hangingPunct="0">
                  <a:spcBef>
                    <a:spcPct val="0"/>
                  </a:spcBef>
                  <a:spcAft>
                    <a:spcPct val="0"/>
                  </a:spcAft>
                  <a:defRPr sz="2000" b="1">
                    <a:solidFill>
                      <a:schemeClr val="tx1"/>
                    </a:solidFill>
                    <a:latin typeface="Helvetica 45 Light" pitchFamily="34" charset="0"/>
                  </a:defRPr>
                </a:lvl7pPr>
                <a:lvl8pPr marL="3429000" indent="-228600" eaLnBrk="0" fontAlgn="base" hangingPunct="0">
                  <a:spcBef>
                    <a:spcPct val="0"/>
                  </a:spcBef>
                  <a:spcAft>
                    <a:spcPct val="0"/>
                  </a:spcAft>
                  <a:defRPr sz="2000" b="1">
                    <a:solidFill>
                      <a:schemeClr val="tx1"/>
                    </a:solidFill>
                    <a:latin typeface="Helvetica 45 Light" pitchFamily="34" charset="0"/>
                  </a:defRPr>
                </a:lvl8pPr>
                <a:lvl9pPr marL="3886200" indent="-228600" eaLnBrk="0" fontAlgn="base" hangingPunct="0">
                  <a:spcBef>
                    <a:spcPct val="0"/>
                  </a:spcBef>
                  <a:spcAft>
                    <a:spcPct val="0"/>
                  </a:spcAft>
                  <a:defRPr sz="2000" b="1">
                    <a:solidFill>
                      <a:schemeClr val="tx1"/>
                    </a:solidFill>
                    <a:latin typeface="Helvetica 45 Light" pitchFamily="34" charset="0"/>
                  </a:defRPr>
                </a:lvl9pPr>
              </a:lstStyle>
              <a:p>
                <a:pPr algn="ctr" eaLnBrk="1" hangingPunct="1"/>
                <a:endParaRPr lang="fr-FR" altLang="fr-FR" sz="800" dirty="0">
                  <a:solidFill>
                    <a:schemeClr val="tx2"/>
                  </a:solidFill>
                  <a:latin typeface="Arial" charset="0"/>
                </a:endParaRPr>
              </a:p>
              <a:p>
                <a:pPr algn="ctr" eaLnBrk="1" hangingPunct="1"/>
                <a:endParaRPr lang="fr-FR" altLang="fr-FR" sz="800" dirty="0">
                  <a:latin typeface="Arial" charset="0"/>
                </a:endParaRPr>
              </a:p>
              <a:p>
                <a:pPr algn="ctr" eaLnBrk="1" hangingPunct="1"/>
                <a:endParaRPr lang="fr-FR" altLang="fr-FR" sz="800" dirty="0">
                  <a:latin typeface="Arial" charset="0"/>
                </a:endParaRPr>
              </a:p>
              <a:p>
                <a:pPr algn="ctr" eaLnBrk="1" hangingPunct="1"/>
                <a:endParaRPr lang="fr-FR" altLang="fr-FR" sz="800" dirty="0">
                  <a:latin typeface="Arial" charset="0"/>
                </a:endParaRPr>
              </a:p>
              <a:p>
                <a:pPr algn="ctr" eaLnBrk="1" hangingPunct="1"/>
                <a:endParaRPr lang="fr-FR" altLang="fr-FR" sz="800" dirty="0">
                  <a:latin typeface="Arial" charset="0"/>
                </a:endParaRPr>
              </a:p>
              <a:p>
                <a:pPr algn="ctr" eaLnBrk="1" hangingPunct="1"/>
                <a:endParaRPr lang="fr-FR" altLang="fr-FR" sz="800" dirty="0">
                  <a:latin typeface="Arial" charset="0"/>
                </a:endParaRPr>
              </a:p>
              <a:p>
                <a:pPr algn="ctr" eaLnBrk="1" hangingPunct="1"/>
                <a:endParaRPr lang="fr-FR" altLang="fr-FR" sz="800" dirty="0">
                  <a:latin typeface="Arial" charset="0"/>
                </a:endParaRPr>
              </a:p>
              <a:p>
                <a:pPr algn="ctr" eaLnBrk="1" hangingPunct="1"/>
                <a:r>
                  <a:rPr lang="fr-FR" altLang="fr-FR" sz="800" dirty="0" err="1">
                    <a:latin typeface="Arial" charset="0"/>
                  </a:rPr>
                  <a:t>Selenium</a:t>
                </a:r>
                <a:r>
                  <a:rPr lang="fr-FR" altLang="fr-FR" sz="800" dirty="0">
                    <a:latin typeface="Arial" charset="0"/>
                  </a:rPr>
                  <a:t> </a:t>
                </a:r>
              </a:p>
              <a:p>
                <a:pPr algn="ctr" eaLnBrk="1" hangingPunct="1"/>
                <a:r>
                  <a:rPr lang="fr-FR" altLang="fr-FR" sz="800" dirty="0" err="1">
                    <a:latin typeface="Arial" charset="0"/>
                  </a:rPr>
                  <a:t>Automated</a:t>
                </a:r>
                <a:r>
                  <a:rPr lang="fr-FR" altLang="fr-FR" sz="800" dirty="0">
                    <a:latin typeface="Arial" charset="0"/>
                  </a:rPr>
                  <a:t> </a:t>
                </a:r>
              </a:p>
              <a:p>
                <a:pPr algn="ctr" eaLnBrk="1" hangingPunct="1"/>
                <a:r>
                  <a:rPr lang="fr-FR" altLang="fr-FR" sz="800" dirty="0" err="1">
                    <a:latin typeface="Arial" charset="0"/>
                  </a:rPr>
                  <a:t>fuctional</a:t>
                </a:r>
                <a:r>
                  <a:rPr lang="fr-FR" altLang="fr-FR" sz="800" dirty="0">
                    <a:latin typeface="Arial" charset="0"/>
                  </a:rPr>
                  <a:t> </a:t>
                </a:r>
              </a:p>
              <a:p>
                <a:pPr algn="ctr" eaLnBrk="1" hangingPunct="1"/>
                <a:r>
                  <a:rPr lang="fr-FR" altLang="fr-FR" sz="800" dirty="0">
                    <a:latin typeface="Arial" charset="0"/>
                  </a:rPr>
                  <a:t>tests </a:t>
                </a:r>
              </a:p>
            </p:txBody>
          </p:sp>
          <p:pic>
            <p:nvPicPr>
              <p:cNvPr id="50" name="Picture 6"/>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5841653" y="4352256"/>
                <a:ext cx="1484313" cy="1111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 name="Picture 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081631" y="3806235"/>
                <a:ext cx="772986" cy="1062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47" name="Connecteur droit avec flèche 46"/>
            <p:cNvCxnSpPr/>
            <p:nvPr/>
          </p:nvCxnSpPr>
          <p:spPr>
            <a:xfrm>
              <a:off x="6075039" y="6358833"/>
              <a:ext cx="0" cy="1136961"/>
            </a:xfrm>
            <a:prstGeom prst="straightConnector1">
              <a:avLst/>
            </a:prstGeom>
            <a:ln w="22225">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48" name="Text Box 46"/>
            <p:cNvSpPr txBox="1">
              <a:spLocks noChangeArrowheads="1"/>
            </p:cNvSpPr>
            <p:nvPr/>
          </p:nvSpPr>
          <p:spPr bwMode="auto">
            <a:xfrm>
              <a:off x="5962626" y="6313429"/>
              <a:ext cx="1412113" cy="518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987425" eaLnBrk="0" hangingPunct="0">
                <a:defRPr sz="2000" b="1">
                  <a:solidFill>
                    <a:schemeClr val="tx1"/>
                  </a:solidFill>
                  <a:latin typeface="Helvetica 45 Light" pitchFamily="34" charset="0"/>
                </a:defRPr>
              </a:lvl1pPr>
              <a:lvl2pPr marL="742950" indent="-285750" defTabSz="987425" eaLnBrk="0" hangingPunct="0">
                <a:defRPr sz="2000" b="1">
                  <a:solidFill>
                    <a:schemeClr val="tx1"/>
                  </a:solidFill>
                  <a:latin typeface="Helvetica 45 Light" pitchFamily="34" charset="0"/>
                </a:defRPr>
              </a:lvl2pPr>
              <a:lvl3pPr marL="1143000" indent="-228600" defTabSz="987425" eaLnBrk="0" hangingPunct="0">
                <a:defRPr sz="2000" b="1">
                  <a:solidFill>
                    <a:schemeClr val="tx1"/>
                  </a:solidFill>
                  <a:latin typeface="Helvetica 45 Light" pitchFamily="34" charset="0"/>
                </a:defRPr>
              </a:lvl3pPr>
              <a:lvl4pPr marL="1600200" indent="-228600" defTabSz="987425" eaLnBrk="0" hangingPunct="0">
                <a:defRPr sz="2000" b="1">
                  <a:solidFill>
                    <a:schemeClr val="tx1"/>
                  </a:solidFill>
                  <a:latin typeface="Helvetica 45 Light" pitchFamily="34" charset="0"/>
                </a:defRPr>
              </a:lvl4pPr>
              <a:lvl5pPr marL="2057400" indent="-228600" defTabSz="987425" eaLnBrk="0" hangingPunct="0">
                <a:defRPr sz="2000" b="1">
                  <a:solidFill>
                    <a:schemeClr val="tx1"/>
                  </a:solidFill>
                  <a:latin typeface="Helvetica 45 Light" pitchFamily="34" charset="0"/>
                </a:defRPr>
              </a:lvl5pPr>
              <a:lvl6pPr marL="2514600" indent="-228600" defTabSz="987425" eaLnBrk="0" fontAlgn="base" hangingPunct="0">
                <a:spcBef>
                  <a:spcPct val="0"/>
                </a:spcBef>
                <a:spcAft>
                  <a:spcPct val="0"/>
                </a:spcAft>
                <a:defRPr sz="2000" b="1">
                  <a:solidFill>
                    <a:schemeClr val="tx1"/>
                  </a:solidFill>
                  <a:latin typeface="Helvetica 45 Light" pitchFamily="34" charset="0"/>
                </a:defRPr>
              </a:lvl6pPr>
              <a:lvl7pPr marL="2971800" indent="-228600" defTabSz="987425" eaLnBrk="0" fontAlgn="base" hangingPunct="0">
                <a:spcBef>
                  <a:spcPct val="0"/>
                </a:spcBef>
                <a:spcAft>
                  <a:spcPct val="0"/>
                </a:spcAft>
                <a:defRPr sz="2000" b="1">
                  <a:solidFill>
                    <a:schemeClr val="tx1"/>
                  </a:solidFill>
                  <a:latin typeface="Helvetica 45 Light" pitchFamily="34" charset="0"/>
                </a:defRPr>
              </a:lvl7pPr>
              <a:lvl8pPr marL="3429000" indent="-228600" defTabSz="987425" eaLnBrk="0" fontAlgn="base" hangingPunct="0">
                <a:spcBef>
                  <a:spcPct val="0"/>
                </a:spcBef>
                <a:spcAft>
                  <a:spcPct val="0"/>
                </a:spcAft>
                <a:defRPr sz="2000" b="1">
                  <a:solidFill>
                    <a:schemeClr val="tx1"/>
                  </a:solidFill>
                  <a:latin typeface="Helvetica 45 Light" pitchFamily="34" charset="0"/>
                </a:defRPr>
              </a:lvl8pPr>
              <a:lvl9pPr marL="3886200" indent="-228600" defTabSz="987425" eaLnBrk="0" fontAlgn="base" hangingPunct="0">
                <a:spcBef>
                  <a:spcPct val="0"/>
                </a:spcBef>
                <a:spcAft>
                  <a:spcPct val="0"/>
                </a:spcAft>
                <a:defRPr sz="2000" b="1">
                  <a:solidFill>
                    <a:schemeClr val="tx1"/>
                  </a:solidFill>
                  <a:latin typeface="Helvetica 45 Light" pitchFamily="34" charset="0"/>
                </a:defRPr>
              </a:lvl9pPr>
            </a:lstStyle>
            <a:p>
              <a:pPr eaLnBrk="1" hangingPunct="1"/>
              <a:r>
                <a:rPr lang="fr-FR" altLang="fr-FR" sz="800" dirty="0">
                  <a:latin typeface="Arial" charset="0"/>
                </a:rPr>
                <a:t>Tests auto</a:t>
              </a:r>
            </a:p>
          </p:txBody>
        </p:sp>
      </p:grpSp>
      <p:grpSp>
        <p:nvGrpSpPr>
          <p:cNvPr id="52" name="Groupe 59"/>
          <p:cNvGrpSpPr>
            <a:grpSpLocks/>
          </p:cNvGrpSpPr>
          <p:nvPr/>
        </p:nvGrpSpPr>
        <p:grpSpPr bwMode="auto">
          <a:xfrm>
            <a:off x="7725693" y="2673805"/>
            <a:ext cx="1477621" cy="1859422"/>
            <a:chOff x="4037411" y="3561976"/>
            <a:chExt cx="2793900" cy="4598650"/>
          </a:xfrm>
        </p:grpSpPr>
        <p:grpSp>
          <p:nvGrpSpPr>
            <p:cNvPr id="53" name="Groupe 57"/>
            <p:cNvGrpSpPr>
              <a:grpSpLocks/>
            </p:cNvGrpSpPr>
            <p:nvPr/>
          </p:nvGrpSpPr>
          <p:grpSpPr bwMode="auto">
            <a:xfrm>
              <a:off x="4969140" y="3561976"/>
              <a:ext cx="1862171" cy="3140286"/>
              <a:chOff x="4969140" y="3561976"/>
              <a:chExt cx="1862171" cy="3140286"/>
            </a:xfrm>
          </p:grpSpPr>
          <p:pic>
            <p:nvPicPr>
              <p:cNvPr id="55" name="Picture 8" descr="https://encrypted-tbn2.gstatic.com/images?q=tbn:ANd9GcQ4beAlSgoZ0VN-FNLhB_v5SN8jOaH11QRN503hXoeHUfmVRSpa"/>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5106460" y="4938269"/>
                <a:ext cx="1101988" cy="507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6" name="Groupe 96"/>
              <p:cNvGrpSpPr>
                <a:grpSpLocks/>
              </p:cNvGrpSpPr>
              <p:nvPr/>
            </p:nvGrpSpPr>
            <p:grpSpPr bwMode="auto">
              <a:xfrm>
                <a:off x="4969140" y="3561976"/>
                <a:ext cx="1862171" cy="3140286"/>
                <a:chOff x="3537081" y="4211265"/>
                <a:chExt cx="1862171" cy="3140286"/>
              </a:xfrm>
            </p:grpSpPr>
            <p:sp>
              <p:nvSpPr>
                <p:cNvPr id="57" name="AutoShape 13"/>
                <p:cNvSpPr>
                  <a:spLocks noChangeArrowheads="1"/>
                </p:cNvSpPr>
                <p:nvPr/>
              </p:nvSpPr>
              <p:spPr bwMode="auto">
                <a:xfrm>
                  <a:off x="3537081" y="4784564"/>
                  <a:ext cx="1495448" cy="2566987"/>
                </a:xfrm>
                <a:prstGeom prst="roundRect">
                  <a:avLst>
                    <a:gd name="adj" fmla="val 16667"/>
                  </a:avLst>
                </a:prstGeom>
                <a:noFill/>
                <a:ln w="254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b"/>
                <a:lstStyle>
                  <a:lvl1pPr eaLnBrk="0" hangingPunct="0">
                    <a:defRPr sz="2000" b="1">
                      <a:solidFill>
                        <a:schemeClr val="tx1"/>
                      </a:solidFill>
                      <a:latin typeface="Helvetica 45 Light" pitchFamily="34" charset="0"/>
                    </a:defRPr>
                  </a:lvl1pPr>
                  <a:lvl2pPr marL="742950" indent="-285750" eaLnBrk="0" hangingPunct="0">
                    <a:defRPr sz="2000" b="1">
                      <a:solidFill>
                        <a:schemeClr val="tx1"/>
                      </a:solidFill>
                      <a:latin typeface="Helvetica 45 Light" pitchFamily="34" charset="0"/>
                    </a:defRPr>
                  </a:lvl2pPr>
                  <a:lvl3pPr marL="1143000" indent="-228600" eaLnBrk="0" hangingPunct="0">
                    <a:defRPr sz="2000" b="1">
                      <a:solidFill>
                        <a:schemeClr val="tx1"/>
                      </a:solidFill>
                      <a:latin typeface="Helvetica 45 Light" pitchFamily="34" charset="0"/>
                    </a:defRPr>
                  </a:lvl3pPr>
                  <a:lvl4pPr marL="1600200" indent="-228600" eaLnBrk="0" hangingPunct="0">
                    <a:defRPr sz="2000" b="1">
                      <a:solidFill>
                        <a:schemeClr val="tx1"/>
                      </a:solidFill>
                      <a:latin typeface="Helvetica 45 Light" pitchFamily="34" charset="0"/>
                    </a:defRPr>
                  </a:lvl4pPr>
                  <a:lvl5pPr marL="2057400" indent="-228600" eaLnBrk="0" hangingPunct="0">
                    <a:defRPr sz="2000" b="1">
                      <a:solidFill>
                        <a:schemeClr val="tx1"/>
                      </a:solidFill>
                      <a:latin typeface="Helvetica 45 Light" pitchFamily="34" charset="0"/>
                    </a:defRPr>
                  </a:lvl5pPr>
                  <a:lvl6pPr marL="2514600" indent="-228600" eaLnBrk="0" fontAlgn="base" hangingPunct="0">
                    <a:spcBef>
                      <a:spcPct val="0"/>
                    </a:spcBef>
                    <a:spcAft>
                      <a:spcPct val="0"/>
                    </a:spcAft>
                    <a:defRPr sz="2000" b="1">
                      <a:solidFill>
                        <a:schemeClr val="tx1"/>
                      </a:solidFill>
                      <a:latin typeface="Helvetica 45 Light" pitchFamily="34" charset="0"/>
                    </a:defRPr>
                  </a:lvl6pPr>
                  <a:lvl7pPr marL="2971800" indent="-228600" eaLnBrk="0" fontAlgn="base" hangingPunct="0">
                    <a:spcBef>
                      <a:spcPct val="0"/>
                    </a:spcBef>
                    <a:spcAft>
                      <a:spcPct val="0"/>
                    </a:spcAft>
                    <a:defRPr sz="2000" b="1">
                      <a:solidFill>
                        <a:schemeClr val="tx1"/>
                      </a:solidFill>
                      <a:latin typeface="Helvetica 45 Light" pitchFamily="34" charset="0"/>
                    </a:defRPr>
                  </a:lvl7pPr>
                  <a:lvl8pPr marL="3429000" indent="-228600" eaLnBrk="0" fontAlgn="base" hangingPunct="0">
                    <a:spcBef>
                      <a:spcPct val="0"/>
                    </a:spcBef>
                    <a:spcAft>
                      <a:spcPct val="0"/>
                    </a:spcAft>
                    <a:defRPr sz="2000" b="1">
                      <a:solidFill>
                        <a:schemeClr val="tx1"/>
                      </a:solidFill>
                      <a:latin typeface="Helvetica 45 Light" pitchFamily="34" charset="0"/>
                    </a:defRPr>
                  </a:lvl8pPr>
                  <a:lvl9pPr marL="3886200" indent="-228600" eaLnBrk="0" fontAlgn="base" hangingPunct="0">
                    <a:spcBef>
                      <a:spcPct val="0"/>
                    </a:spcBef>
                    <a:spcAft>
                      <a:spcPct val="0"/>
                    </a:spcAft>
                    <a:defRPr sz="2000" b="1">
                      <a:solidFill>
                        <a:schemeClr val="tx1"/>
                      </a:solidFill>
                      <a:latin typeface="Helvetica 45 Light" pitchFamily="34" charset="0"/>
                    </a:defRPr>
                  </a:lvl9pPr>
                </a:lstStyle>
                <a:p>
                  <a:pPr algn="ctr" eaLnBrk="1" hangingPunct="1"/>
                  <a:endParaRPr lang="fr-FR" altLang="fr-FR" sz="800" dirty="0">
                    <a:solidFill>
                      <a:schemeClr val="tx2"/>
                    </a:solidFill>
                    <a:latin typeface="Arial" charset="0"/>
                  </a:endParaRPr>
                </a:p>
                <a:p>
                  <a:pPr algn="ctr" eaLnBrk="1" hangingPunct="1"/>
                  <a:endParaRPr lang="fr-FR" altLang="fr-FR" sz="800" dirty="0">
                    <a:latin typeface="Arial" charset="0"/>
                  </a:endParaRPr>
                </a:p>
                <a:p>
                  <a:pPr algn="ctr" eaLnBrk="1" hangingPunct="1"/>
                  <a:endParaRPr lang="fr-FR" altLang="fr-FR" sz="800" dirty="0">
                    <a:latin typeface="Arial" charset="0"/>
                  </a:endParaRPr>
                </a:p>
                <a:p>
                  <a:pPr algn="ctr" eaLnBrk="1" hangingPunct="1"/>
                  <a:endParaRPr lang="fr-FR" altLang="fr-FR" sz="800" dirty="0">
                    <a:latin typeface="Arial" charset="0"/>
                  </a:endParaRPr>
                </a:p>
                <a:p>
                  <a:pPr algn="ctr" eaLnBrk="1" hangingPunct="1"/>
                  <a:endParaRPr lang="fr-FR" altLang="fr-FR" sz="800" dirty="0">
                    <a:latin typeface="Arial" charset="0"/>
                  </a:endParaRPr>
                </a:p>
                <a:p>
                  <a:pPr algn="ctr" eaLnBrk="1" hangingPunct="1"/>
                  <a:endParaRPr lang="fr-FR" altLang="fr-FR" sz="800" dirty="0">
                    <a:latin typeface="Arial" charset="0"/>
                  </a:endParaRPr>
                </a:p>
                <a:p>
                  <a:pPr algn="ctr" eaLnBrk="1" hangingPunct="1"/>
                  <a:endParaRPr lang="fr-FR" altLang="fr-FR" sz="800" dirty="0">
                    <a:latin typeface="Arial" charset="0"/>
                  </a:endParaRPr>
                </a:p>
                <a:p>
                  <a:pPr algn="ctr" eaLnBrk="1" hangingPunct="1"/>
                  <a:endParaRPr lang="fr-FR" altLang="fr-FR" sz="800" dirty="0">
                    <a:latin typeface="Arial" charset="0"/>
                  </a:endParaRPr>
                </a:p>
                <a:p>
                  <a:pPr algn="ctr" eaLnBrk="1" hangingPunct="1"/>
                  <a:r>
                    <a:rPr lang="fr-FR" altLang="fr-FR" sz="800" dirty="0" err="1">
                      <a:latin typeface="Arial" charset="0"/>
                    </a:rPr>
                    <a:t>automated</a:t>
                  </a:r>
                  <a:r>
                    <a:rPr lang="fr-FR" altLang="fr-FR" sz="800" dirty="0">
                      <a:latin typeface="Arial" charset="0"/>
                    </a:rPr>
                    <a:t> </a:t>
                  </a:r>
                </a:p>
                <a:p>
                  <a:pPr algn="ctr" eaLnBrk="1" hangingPunct="1"/>
                  <a:r>
                    <a:rPr lang="fr-FR" altLang="fr-FR" sz="800" dirty="0">
                      <a:latin typeface="Arial" charset="0"/>
                    </a:rPr>
                    <a:t>performance</a:t>
                  </a:r>
                </a:p>
                <a:p>
                  <a:pPr algn="ctr" eaLnBrk="1" hangingPunct="1"/>
                  <a:r>
                    <a:rPr lang="fr-FR" altLang="fr-FR" sz="800" dirty="0">
                      <a:latin typeface="Arial" charset="0"/>
                    </a:rPr>
                    <a:t>tests </a:t>
                  </a:r>
                </a:p>
              </p:txBody>
            </p:sp>
            <p:pic>
              <p:nvPicPr>
                <p:cNvPr id="58" name="Picture 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671765" y="4211265"/>
                  <a:ext cx="727487" cy="1068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cxnSp>
          <p:nvCxnSpPr>
            <p:cNvPr id="54" name="Connecteur droit avec flèche 53"/>
            <p:cNvCxnSpPr/>
            <p:nvPr/>
          </p:nvCxnSpPr>
          <p:spPr>
            <a:xfrm flipH="1">
              <a:off x="4037411" y="6821150"/>
              <a:ext cx="1069049" cy="1339476"/>
            </a:xfrm>
            <a:prstGeom prst="straightConnector1">
              <a:avLst/>
            </a:prstGeom>
            <a:ln w="22225">
              <a:solidFill>
                <a:schemeClr val="tx2"/>
              </a:solidFill>
              <a:tailEnd type="arrow"/>
            </a:ln>
          </p:spPr>
          <p:style>
            <a:lnRef idx="1">
              <a:schemeClr val="accent1"/>
            </a:lnRef>
            <a:fillRef idx="0">
              <a:schemeClr val="accent1"/>
            </a:fillRef>
            <a:effectRef idx="0">
              <a:schemeClr val="accent1"/>
            </a:effectRef>
            <a:fontRef idx="minor">
              <a:schemeClr val="tx1"/>
            </a:fontRef>
          </p:style>
        </p:cxnSp>
      </p:grpSp>
      <p:grpSp>
        <p:nvGrpSpPr>
          <p:cNvPr id="59" name="Groupe 56"/>
          <p:cNvGrpSpPr>
            <a:grpSpLocks/>
          </p:cNvGrpSpPr>
          <p:nvPr/>
        </p:nvGrpSpPr>
        <p:grpSpPr bwMode="auto">
          <a:xfrm>
            <a:off x="7807751" y="4948725"/>
            <a:ext cx="1317521" cy="706748"/>
            <a:chOff x="2691102" y="3310755"/>
            <a:chExt cx="1165345" cy="706706"/>
          </a:xfrm>
        </p:grpSpPr>
        <p:cxnSp>
          <p:nvCxnSpPr>
            <p:cNvPr id="60" name="Connecteur droit avec flèche 59"/>
            <p:cNvCxnSpPr/>
            <p:nvPr/>
          </p:nvCxnSpPr>
          <p:spPr>
            <a:xfrm flipH="1" flipV="1">
              <a:off x="2691102" y="3319149"/>
              <a:ext cx="249301" cy="338526"/>
            </a:xfrm>
            <a:prstGeom prst="straightConnector1">
              <a:avLst/>
            </a:prstGeom>
            <a:ln w="22225">
              <a:solidFill>
                <a:schemeClr val="tx2"/>
              </a:solidFill>
              <a:tailEnd type="arrow"/>
            </a:ln>
          </p:spPr>
          <p:style>
            <a:lnRef idx="1">
              <a:schemeClr val="accent1"/>
            </a:lnRef>
            <a:fillRef idx="0">
              <a:schemeClr val="accent1"/>
            </a:fillRef>
            <a:effectRef idx="0">
              <a:schemeClr val="accent1"/>
            </a:effectRef>
            <a:fontRef idx="minor">
              <a:schemeClr val="tx1"/>
            </a:fontRef>
          </p:style>
        </p:cxnSp>
        <p:grpSp>
          <p:nvGrpSpPr>
            <p:cNvPr id="61" name="Groupe 29"/>
            <p:cNvGrpSpPr>
              <a:grpSpLocks/>
            </p:cNvGrpSpPr>
            <p:nvPr/>
          </p:nvGrpSpPr>
          <p:grpSpPr bwMode="auto">
            <a:xfrm>
              <a:off x="2926255" y="3643873"/>
              <a:ext cx="930192" cy="373588"/>
              <a:chOff x="1822802" y="4621148"/>
              <a:chExt cx="930192" cy="373588"/>
            </a:xfrm>
          </p:grpSpPr>
          <p:sp>
            <p:nvSpPr>
              <p:cNvPr id="63" name="AutoShape 48"/>
              <p:cNvSpPr>
                <a:spLocks noChangeArrowheads="1"/>
              </p:cNvSpPr>
              <p:nvPr/>
            </p:nvSpPr>
            <p:spPr bwMode="auto">
              <a:xfrm>
                <a:off x="1822802" y="4693154"/>
                <a:ext cx="865087" cy="301582"/>
              </a:xfrm>
              <a:prstGeom prst="roundRect">
                <a:avLst>
                  <a:gd name="adj" fmla="val 16667"/>
                </a:avLst>
              </a:prstGeom>
              <a:noFill/>
              <a:ln w="254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lIns="98746" tIns="49373" rIns="98746" bIns="49373" anchor="b"/>
              <a:lstStyle>
                <a:lvl1pPr defTabSz="987425" eaLnBrk="0" hangingPunct="0">
                  <a:defRPr sz="2000" b="1">
                    <a:solidFill>
                      <a:schemeClr val="tx1"/>
                    </a:solidFill>
                    <a:latin typeface="Helvetica 45 Light" pitchFamily="34" charset="0"/>
                  </a:defRPr>
                </a:lvl1pPr>
                <a:lvl2pPr marL="742950" indent="-285750" defTabSz="987425" eaLnBrk="0" hangingPunct="0">
                  <a:defRPr sz="2000" b="1">
                    <a:solidFill>
                      <a:schemeClr val="tx1"/>
                    </a:solidFill>
                    <a:latin typeface="Helvetica 45 Light" pitchFamily="34" charset="0"/>
                  </a:defRPr>
                </a:lvl2pPr>
                <a:lvl3pPr marL="1143000" indent="-228600" defTabSz="987425" eaLnBrk="0" hangingPunct="0">
                  <a:defRPr sz="2000" b="1">
                    <a:solidFill>
                      <a:schemeClr val="tx1"/>
                    </a:solidFill>
                    <a:latin typeface="Helvetica 45 Light" pitchFamily="34" charset="0"/>
                  </a:defRPr>
                </a:lvl3pPr>
                <a:lvl4pPr marL="1600200" indent="-228600" defTabSz="987425" eaLnBrk="0" hangingPunct="0">
                  <a:defRPr sz="2000" b="1">
                    <a:solidFill>
                      <a:schemeClr val="tx1"/>
                    </a:solidFill>
                    <a:latin typeface="Helvetica 45 Light" pitchFamily="34" charset="0"/>
                  </a:defRPr>
                </a:lvl4pPr>
                <a:lvl5pPr marL="2057400" indent="-228600" defTabSz="987425" eaLnBrk="0" hangingPunct="0">
                  <a:defRPr sz="2000" b="1">
                    <a:solidFill>
                      <a:schemeClr val="tx1"/>
                    </a:solidFill>
                    <a:latin typeface="Helvetica 45 Light" pitchFamily="34" charset="0"/>
                  </a:defRPr>
                </a:lvl5pPr>
                <a:lvl6pPr marL="2514600" indent="-228600" defTabSz="987425" eaLnBrk="0" fontAlgn="base" hangingPunct="0">
                  <a:spcBef>
                    <a:spcPct val="0"/>
                  </a:spcBef>
                  <a:spcAft>
                    <a:spcPct val="0"/>
                  </a:spcAft>
                  <a:defRPr sz="2000" b="1">
                    <a:solidFill>
                      <a:schemeClr val="tx1"/>
                    </a:solidFill>
                    <a:latin typeface="Helvetica 45 Light" pitchFamily="34" charset="0"/>
                  </a:defRPr>
                </a:lvl6pPr>
                <a:lvl7pPr marL="2971800" indent="-228600" defTabSz="987425" eaLnBrk="0" fontAlgn="base" hangingPunct="0">
                  <a:spcBef>
                    <a:spcPct val="0"/>
                  </a:spcBef>
                  <a:spcAft>
                    <a:spcPct val="0"/>
                  </a:spcAft>
                  <a:defRPr sz="2000" b="1">
                    <a:solidFill>
                      <a:schemeClr val="tx1"/>
                    </a:solidFill>
                    <a:latin typeface="Helvetica 45 Light" pitchFamily="34" charset="0"/>
                  </a:defRPr>
                </a:lvl7pPr>
                <a:lvl8pPr marL="3429000" indent="-228600" defTabSz="987425" eaLnBrk="0" fontAlgn="base" hangingPunct="0">
                  <a:spcBef>
                    <a:spcPct val="0"/>
                  </a:spcBef>
                  <a:spcAft>
                    <a:spcPct val="0"/>
                  </a:spcAft>
                  <a:defRPr sz="2000" b="1">
                    <a:solidFill>
                      <a:schemeClr val="tx1"/>
                    </a:solidFill>
                    <a:latin typeface="Helvetica 45 Light" pitchFamily="34" charset="0"/>
                  </a:defRPr>
                </a:lvl8pPr>
                <a:lvl9pPr marL="3886200" indent="-228600" defTabSz="987425" eaLnBrk="0" fontAlgn="base" hangingPunct="0">
                  <a:spcBef>
                    <a:spcPct val="0"/>
                  </a:spcBef>
                  <a:spcAft>
                    <a:spcPct val="0"/>
                  </a:spcAft>
                  <a:defRPr sz="2000" b="1">
                    <a:solidFill>
                      <a:schemeClr val="tx1"/>
                    </a:solidFill>
                    <a:latin typeface="Helvetica 45 Light" pitchFamily="34" charset="0"/>
                  </a:defRPr>
                </a:lvl9pPr>
              </a:lstStyle>
              <a:p>
                <a:pPr algn="ctr" eaLnBrk="1" hangingPunct="1"/>
                <a:r>
                  <a:rPr lang="fr-FR" altLang="fr-FR" sz="800" dirty="0">
                    <a:latin typeface="Arial" charset="0"/>
                    <a:cs typeface="Arial" charset="0"/>
                  </a:rPr>
                  <a:t>Qualifier</a:t>
                </a:r>
              </a:p>
            </p:txBody>
          </p:sp>
          <p:pic>
            <p:nvPicPr>
              <p:cNvPr id="64" name="Picture 2"/>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2459710" y="4621148"/>
                <a:ext cx="293284" cy="255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2" name="Text Box 46"/>
            <p:cNvSpPr txBox="1">
              <a:spLocks noChangeArrowheads="1"/>
            </p:cNvSpPr>
            <p:nvPr/>
          </p:nvSpPr>
          <p:spPr bwMode="auto">
            <a:xfrm rot="10800000" flipV="1">
              <a:off x="2863487" y="3310755"/>
              <a:ext cx="942219" cy="215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987425" eaLnBrk="0" hangingPunct="0">
                <a:defRPr sz="2000" b="1">
                  <a:solidFill>
                    <a:schemeClr val="tx1"/>
                  </a:solidFill>
                  <a:latin typeface="Helvetica 45 Light" pitchFamily="34" charset="0"/>
                </a:defRPr>
              </a:lvl1pPr>
              <a:lvl2pPr marL="742950" indent="-285750" defTabSz="987425" eaLnBrk="0" hangingPunct="0">
                <a:defRPr sz="2000" b="1">
                  <a:solidFill>
                    <a:schemeClr val="tx1"/>
                  </a:solidFill>
                  <a:latin typeface="Helvetica 45 Light" pitchFamily="34" charset="0"/>
                </a:defRPr>
              </a:lvl2pPr>
              <a:lvl3pPr marL="1143000" indent="-228600" defTabSz="987425" eaLnBrk="0" hangingPunct="0">
                <a:defRPr sz="2000" b="1">
                  <a:solidFill>
                    <a:schemeClr val="tx1"/>
                  </a:solidFill>
                  <a:latin typeface="Helvetica 45 Light" pitchFamily="34" charset="0"/>
                </a:defRPr>
              </a:lvl3pPr>
              <a:lvl4pPr marL="1600200" indent="-228600" defTabSz="987425" eaLnBrk="0" hangingPunct="0">
                <a:defRPr sz="2000" b="1">
                  <a:solidFill>
                    <a:schemeClr val="tx1"/>
                  </a:solidFill>
                  <a:latin typeface="Helvetica 45 Light" pitchFamily="34" charset="0"/>
                </a:defRPr>
              </a:lvl4pPr>
              <a:lvl5pPr marL="2057400" indent="-228600" defTabSz="987425" eaLnBrk="0" hangingPunct="0">
                <a:defRPr sz="2000" b="1">
                  <a:solidFill>
                    <a:schemeClr val="tx1"/>
                  </a:solidFill>
                  <a:latin typeface="Helvetica 45 Light" pitchFamily="34" charset="0"/>
                </a:defRPr>
              </a:lvl5pPr>
              <a:lvl6pPr marL="2514600" indent="-228600" defTabSz="987425" eaLnBrk="0" fontAlgn="base" hangingPunct="0">
                <a:spcBef>
                  <a:spcPct val="0"/>
                </a:spcBef>
                <a:spcAft>
                  <a:spcPct val="0"/>
                </a:spcAft>
                <a:defRPr sz="2000" b="1">
                  <a:solidFill>
                    <a:schemeClr val="tx1"/>
                  </a:solidFill>
                  <a:latin typeface="Helvetica 45 Light" pitchFamily="34" charset="0"/>
                </a:defRPr>
              </a:lvl6pPr>
              <a:lvl7pPr marL="2971800" indent="-228600" defTabSz="987425" eaLnBrk="0" fontAlgn="base" hangingPunct="0">
                <a:spcBef>
                  <a:spcPct val="0"/>
                </a:spcBef>
                <a:spcAft>
                  <a:spcPct val="0"/>
                </a:spcAft>
                <a:defRPr sz="2000" b="1">
                  <a:solidFill>
                    <a:schemeClr val="tx1"/>
                  </a:solidFill>
                  <a:latin typeface="Helvetica 45 Light" pitchFamily="34" charset="0"/>
                </a:defRPr>
              </a:lvl7pPr>
              <a:lvl8pPr marL="3429000" indent="-228600" defTabSz="987425" eaLnBrk="0" fontAlgn="base" hangingPunct="0">
                <a:spcBef>
                  <a:spcPct val="0"/>
                </a:spcBef>
                <a:spcAft>
                  <a:spcPct val="0"/>
                </a:spcAft>
                <a:defRPr sz="2000" b="1">
                  <a:solidFill>
                    <a:schemeClr val="tx1"/>
                  </a:solidFill>
                  <a:latin typeface="Helvetica 45 Light" pitchFamily="34" charset="0"/>
                </a:defRPr>
              </a:lvl8pPr>
              <a:lvl9pPr marL="3886200" indent="-228600" defTabSz="987425" eaLnBrk="0" fontAlgn="base" hangingPunct="0">
                <a:spcBef>
                  <a:spcPct val="0"/>
                </a:spcBef>
                <a:spcAft>
                  <a:spcPct val="0"/>
                </a:spcAft>
                <a:defRPr sz="2000" b="1">
                  <a:solidFill>
                    <a:schemeClr val="tx1"/>
                  </a:solidFill>
                  <a:latin typeface="Helvetica 45 Light" pitchFamily="34" charset="0"/>
                </a:defRPr>
              </a:lvl9pPr>
            </a:lstStyle>
            <a:p>
              <a:pPr eaLnBrk="1" hangingPunct="1"/>
              <a:r>
                <a:rPr lang="fr-FR" altLang="fr-FR" sz="800" dirty="0" err="1">
                  <a:latin typeface="Arial" charset="0"/>
                </a:rPr>
                <a:t>Manual</a:t>
              </a:r>
              <a:r>
                <a:rPr lang="fr-FR" altLang="fr-FR" sz="800" dirty="0">
                  <a:latin typeface="Arial" charset="0"/>
                </a:rPr>
                <a:t> tests</a:t>
              </a:r>
            </a:p>
          </p:txBody>
        </p:sp>
      </p:grpSp>
      <p:sp>
        <p:nvSpPr>
          <p:cNvPr id="65" name="Text Box 85"/>
          <p:cNvSpPr txBox="1">
            <a:spLocks noChangeArrowheads="1"/>
          </p:cNvSpPr>
          <p:nvPr/>
        </p:nvSpPr>
        <p:spPr bwMode="auto">
          <a:xfrm>
            <a:off x="3138289" y="2169940"/>
            <a:ext cx="841631" cy="215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Helvetica 45 Light" pitchFamily="34" charset="0"/>
              </a:defRPr>
            </a:lvl1pPr>
            <a:lvl2pPr marL="742950" indent="-285750" eaLnBrk="0" hangingPunct="0">
              <a:defRPr sz="2000" b="1">
                <a:solidFill>
                  <a:schemeClr val="tx1"/>
                </a:solidFill>
                <a:latin typeface="Helvetica 45 Light" pitchFamily="34" charset="0"/>
              </a:defRPr>
            </a:lvl2pPr>
            <a:lvl3pPr marL="1143000" indent="-228600" eaLnBrk="0" hangingPunct="0">
              <a:defRPr sz="2000" b="1">
                <a:solidFill>
                  <a:schemeClr val="tx1"/>
                </a:solidFill>
                <a:latin typeface="Helvetica 45 Light" pitchFamily="34" charset="0"/>
              </a:defRPr>
            </a:lvl3pPr>
            <a:lvl4pPr marL="1600200" indent="-228600" eaLnBrk="0" hangingPunct="0">
              <a:defRPr sz="2000" b="1">
                <a:solidFill>
                  <a:schemeClr val="tx1"/>
                </a:solidFill>
                <a:latin typeface="Helvetica 45 Light" pitchFamily="34" charset="0"/>
              </a:defRPr>
            </a:lvl4pPr>
            <a:lvl5pPr marL="2057400" indent="-228600" eaLnBrk="0" hangingPunct="0">
              <a:defRPr sz="2000" b="1">
                <a:solidFill>
                  <a:schemeClr val="tx1"/>
                </a:solidFill>
                <a:latin typeface="Helvetica 45 Light" pitchFamily="34" charset="0"/>
              </a:defRPr>
            </a:lvl5pPr>
            <a:lvl6pPr marL="2514600" indent="-228600" eaLnBrk="0" fontAlgn="base" hangingPunct="0">
              <a:spcBef>
                <a:spcPct val="0"/>
              </a:spcBef>
              <a:spcAft>
                <a:spcPct val="0"/>
              </a:spcAft>
              <a:defRPr sz="2000" b="1">
                <a:solidFill>
                  <a:schemeClr val="tx1"/>
                </a:solidFill>
                <a:latin typeface="Helvetica 45 Light" pitchFamily="34" charset="0"/>
              </a:defRPr>
            </a:lvl6pPr>
            <a:lvl7pPr marL="2971800" indent="-228600" eaLnBrk="0" fontAlgn="base" hangingPunct="0">
              <a:spcBef>
                <a:spcPct val="0"/>
              </a:spcBef>
              <a:spcAft>
                <a:spcPct val="0"/>
              </a:spcAft>
              <a:defRPr sz="2000" b="1">
                <a:solidFill>
                  <a:schemeClr val="tx1"/>
                </a:solidFill>
                <a:latin typeface="Helvetica 45 Light" pitchFamily="34" charset="0"/>
              </a:defRPr>
            </a:lvl7pPr>
            <a:lvl8pPr marL="3429000" indent="-228600" eaLnBrk="0" fontAlgn="base" hangingPunct="0">
              <a:spcBef>
                <a:spcPct val="0"/>
              </a:spcBef>
              <a:spcAft>
                <a:spcPct val="0"/>
              </a:spcAft>
              <a:defRPr sz="2000" b="1">
                <a:solidFill>
                  <a:schemeClr val="tx1"/>
                </a:solidFill>
                <a:latin typeface="Helvetica 45 Light" pitchFamily="34" charset="0"/>
              </a:defRPr>
            </a:lvl8pPr>
            <a:lvl9pPr marL="3886200" indent="-228600" eaLnBrk="0" fontAlgn="base" hangingPunct="0">
              <a:spcBef>
                <a:spcPct val="0"/>
              </a:spcBef>
              <a:spcAft>
                <a:spcPct val="0"/>
              </a:spcAft>
              <a:defRPr sz="2000" b="1">
                <a:solidFill>
                  <a:schemeClr val="tx1"/>
                </a:solidFill>
                <a:latin typeface="Helvetica 45 Light" pitchFamily="34" charset="0"/>
              </a:defRPr>
            </a:lvl9pPr>
          </a:lstStyle>
          <a:p>
            <a:pPr algn="ctr" eaLnBrk="1" hangingPunct="1">
              <a:spcBef>
                <a:spcPct val="50000"/>
              </a:spcBef>
            </a:pPr>
            <a:r>
              <a:rPr lang="fr-FR" altLang="fr-FR" sz="800" i="1" dirty="0">
                <a:latin typeface="Arial" charset="0"/>
                <a:cs typeface="Arial" charset="0"/>
              </a:rPr>
              <a:t>Notifications</a:t>
            </a:r>
          </a:p>
        </p:txBody>
      </p:sp>
      <p:pic>
        <p:nvPicPr>
          <p:cNvPr id="66" name="Picture 44" descr="E-mail2"/>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3040226" y="2210634"/>
            <a:ext cx="182316" cy="149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 name="Picture 45" descr="atom"/>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937618" y="2241757"/>
            <a:ext cx="84603" cy="69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8" name="AutoShape 17"/>
          <p:cNvCxnSpPr>
            <a:cxnSpLocks noChangeShapeType="1"/>
          </p:cNvCxnSpPr>
          <p:nvPr/>
        </p:nvCxnSpPr>
        <p:spPr bwMode="auto">
          <a:xfrm>
            <a:off x="4657687" y="2491976"/>
            <a:ext cx="3298315" cy="212880"/>
          </a:xfrm>
          <a:prstGeom prst="bentConnector2">
            <a:avLst/>
          </a:prstGeom>
          <a:noFill/>
          <a:ln w="25400">
            <a:solidFill>
              <a:schemeClr val="tx2"/>
            </a:solidFill>
            <a:prstDash val="sysDot"/>
            <a:miter lim="800000"/>
            <a:headEnd/>
            <a:tailEnd type="triangle" w="lg" len="lg"/>
          </a:ln>
          <a:extLst>
            <a:ext uri="{909E8E84-426E-40DD-AFC4-6F175D3DCCD1}">
              <a14:hiddenFill xmlns:a14="http://schemas.microsoft.com/office/drawing/2010/main">
                <a:noFill/>
              </a14:hiddenFill>
            </a:ext>
          </a:extLst>
        </p:spPr>
      </p:cxnSp>
      <p:cxnSp>
        <p:nvCxnSpPr>
          <p:cNvPr id="69" name="AutoShape 17"/>
          <p:cNvCxnSpPr>
            <a:cxnSpLocks noChangeShapeType="1"/>
            <a:endCxn id="58" idx="0"/>
          </p:cNvCxnSpPr>
          <p:nvPr/>
        </p:nvCxnSpPr>
        <p:spPr bwMode="auto">
          <a:xfrm flipV="1">
            <a:off x="4660915" y="2673805"/>
            <a:ext cx="4350025" cy="140889"/>
          </a:xfrm>
          <a:prstGeom prst="bentConnector4">
            <a:avLst>
              <a:gd name="adj1" fmla="val -196"/>
              <a:gd name="adj2" fmla="val 432343"/>
            </a:avLst>
          </a:prstGeom>
          <a:noFill/>
          <a:ln w="25400">
            <a:solidFill>
              <a:schemeClr val="tx2"/>
            </a:solidFill>
            <a:prstDash val="sysDot"/>
            <a:miter lim="800000"/>
            <a:headEnd/>
            <a:tailEnd type="triangle" w="lg" len="lg"/>
          </a:ln>
          <a:extLst>
            <a:ext uri="{909E8E84-426E-40DD-AFC4-6F175D3DCCD1}">
              <a14:hiddenFill xmlns:a14="http://schemas.microsoft.com/office/drawing/2010/main">
                <a:noFill/>
              </a14:hiddenFill>
            </a:ext>
          </a:extLst>
        </p:spPr>
      </p:cxnSp>
      <p:sp>
        <p:nvSpPr>
          <p:cNvPr id="70" name="Text Box 82"/>
          <p:cNvSpPr txBox="1">
            <a:spLocks noChangeArrowheads="1"/>
          </p:cNvSpPr>
          <p:nvPr/>
        </p:nvSpPr>
        <p:spPr bwMode="auto">
          <a:xfrm>
            <a:off x="5328302" y="4413132"/>
            <a:ext cx="673676" cy="215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Helvetica 45 Light" pitchFamily="34" charset="0"/>
              </a:defRPr>
            </a:lvl1pPr>
            <a:lvl2pPr marL="742950" indent="-285750" eaLnBrk="0" hangingPunct="0">
              <a:defRPr sz="2000" b="1">
                <a:solidFill>
                  <a:schemeClr val="tx1"/>
                </a:solidFill>
                <a:latin typeface="Helvetica 45 Light" pitchFamily="34" charset="0"/>
              </a:defRPr>
            </a:lvl2pPr>
            <a:lvl3pPr marL="1143000" indent="-228600" eaLnBrk="0" hangingPunct="0">
              <a:defRPr sz="2000" b="1">
                <a:solidFill>
                  <a:schemeClr val="tx1"/>
                </a:solidFill>
                <a:latin typeface="Helvetica 45 Light" pitchFamily="34" charset="0"/>
              </a:defRPr>
            </a:lvl3pPr>
            <a:lvl4pPr marL="1600200" indent="-228600" eaLnBrk="0" hangingPunct="0">
              <a:defRPr sz="2000" b="1">
                <a:solidFill>
                  <a:schemeClr val="tx1"/>
                </a:solidFill>
                <a:latin typeface="Helvetica 45 Light" pitchFamily="34" charset="0"/>
              </a:defRPr>
            </a:lvl4pPr>
            <a:lvl5pPr marL="2057400" indent="-228600" eaLnBrk="0" hangingPunct="0">
              <a:defRPr sz="2000" b="1">
                <a:solidFill>
                  <a:schemeClr val="tx1"/>
                </a:solidFill>
                <a:latin typeface="Helvetica 45 Light" pitchFamily="34" charset="0"/>
              </a:defRPr>
            </a:lvl5pPr>
            <a:lvl6pPr marL="2514600" indent="-228600" eaLnBrk="0" fontAlgn="base" hangingPunct="0">
              <a:spcBef>
                <a:spcPct val="0"/>
              </a:spcBef>
              <a:spcAft>
                <a:spcPct val="0"/>
              </a:spcAft>
              <a:defRPr sz="2000" b="1">
                <a:solidFill>
                  <a:schemeClr val="tx1"/>
                </a:solidFill>
                <a:latin typeface="Helvetica 45 Light" pitchFamily="34" charset="0"/>
              </a:defRPr>
            </a:lvl6pPr>
            <a:lvl7pPr marL="2971800" indent="-228600" eaLnBrk="0" fontAlgn="base" hangingPunct="0">
              <a:spcBef>
                <a:spcPct val="0"/>
              </a:spcBef>
              <a:spcAft>
                <a:spcPct val="0"/>
              </a:spcAft>
              <a:defRPr sz="2000" b="1">
                <a:solidFill>
                  <a:schemeClr val="tx1"/>
                </a:solidFill>
                <a:latin typeface="Helvetica 45 Light" pitchFamily="34" charset="0"/>
              </a:defRPr>
            </a:lvl7pPr>
            <a:lvl8pPr marL="3429000" indent="-228600" eaLnBrk="0" fontAlgn="base" hangingPunct="0">
              <a:spcBef>
                <a:spcPct val="0"/>
              </a:spcBef>
              <a:spcAft>
                <a:spcPct val="0"/>
              </a:spcAft>
              <a:defRPr sz="2000" b="1">
                <a:solidFill>
                  <a:schemeClr val="tx1"/>
                </a:solidFill>
                <a:latin typeface="Helvetica 45 Light" pitchFamily="34" charset="0"/>
              </a:defRPr>
            </a:lvl8pPr>
            <a:lvl9pPr marL="3886200" indent="-228600" eaLnBrk="0" fontAlgn="base" hangingPunct="0">
              <a:spcBef>
                <a:spcPct val="0"/>
              </a:spcBef>
              <a:spcAft>
                <a:spcPct val="0"/>
              </a:spcAft>
              <a:defRPr sz="2000" b="1">
                <a:solidFill>
                  <a:schemeClr val="tx1"/>
                </a:solidFill>
                <a:latin typeface="Helvetica 45 Light" pitchFamily="34" charset="0"/>
              </a:defRPr>
            </a:lvl9pPr>
          </a:lstStyle>
          <a:p>
            <a:pPr algn="ctr" eaLnBrk="1" hangingPunct="1">
              <a:spcBef>
                <a:spcPct val="50000"/>
              </a:spcBef>
            </a:pPr>
            <a:r>
              <a:rPr lang="fr-FR" altLang="fr-FR" sz="800" i="1" dirty="0">
                <a:latin typeface="Arial" charset="0"/>
                <a:cs typeface="Arial" charset="0"/>
              </a:rPr>
              <a:t>Reports</a:t>
            </a:r>
          </a:p>
        </p:txBody>
      </p:sp>
      <p:pic>
        <p:nvPicPr>
          <p:cNvPr id="71" name="Picture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972564" y="3943551"/>
            <a:ext cx="372244" cy="370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2" name="AutoShape 71"/>
          <p:cNvCxnSpPr>
            <a:cxnSpLocks noChangeShapeType="1"/>
          </p:cNvCxnSpPr>
          <p:nvPr/>
        </p:nvCxnSpPr>
        <p:spPr bwMode="auto">
          <a:xfrm flipH="1" flipV="1">
            <a:off x="3546212" y="2438863"/>
            <a:ext cx="928" cy="296068"/>
          </a:xfrm>
          <a:prstGeom prst="straightConnector1">
            <a:avLst/>
          </a:prstGeom>
          <a:noFill/>
          <a:ln w="25400">
            <a:solidFill>
              <a:schemeClr val="tx2"/>
            </a:solidFill>
            <a:prstDash val="sysDash"/>
            <a:round/>
            <a:headEnd type="none" w="lg" len="lg"/>
            <a:tailEnd type="stealth"/>
          </a:ln>
          <a:extLst>
            <a:ext uri="{909E8E84-426E-40DD-AFC4-6F175D3DCCD1}">
              <a14:hiddenFill xmlns:a14="http://schemas.microsoft.com/office/drawing/2010/main">
                <a:noFill/>
              </a14:hiddenFill>
            </a:ext>
          </a:extLst>
        </p:spPr>
      </p:cxnSp>
      <p:sp>
        <p:nvSpPr>
          <p:cNvPr id="73" name="Text Box 46"/>
          <p:cNvSpPr txBox="1">
            <a:spLocks noChangeArrowheads="1"/>
          </p:cNvSpPr>
          <p:nvPr/>
        </p:nvSpPr>
        <p:spPr bwMode="auto">
          <a:xfrm rot="10800000" flipV="1">
            <a:off x="4682584" y="2241757"/>
            <a:ext cx="106525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987425" eaLnBrk="0" hangingPunct="0">
              <a:defRPr sz="2000" b="1">
                <a:solidFill>
                  <a:schemeClr val="tx1"/>
                </a:solidFill>
                <a:latin typeface="Helvetica 45 Light" pitchFamily="34" charset="0"/>
              </a:defRPr>
            </a:lvl1pPr>
            <a:lvl2pPr marL="742950" indent="-285750" defTabSz="987425" eaLnBrk="0" hangingPunct="0">
              <a:defRPr sz="2000" b="1">
                <a:solidFill>
                  <a:schemeClr val="tx1"/>
                </a:solidFill>
                <a:latin typeface="Helvetica 45 Light" pitchFamily="34" charset="0"/>
              </a:defRPr>
            </a:lvl2pPr>
            <a:lvl3pPr marL="1143000" indent="-228600" defTabSz="987425" eaLnBrk="0" hangingPunct="0">
              <a:defRPr sz="2000" b="1">
                <a:solidFill>
                  <a:schemeClr val="tx1"/>
                </a:solidFill>
                <a:latin typeface="Helvetica 45 Light" pitchFamily="34" charset="0"/>
              </a:defRPr>
            </a:lvl3pPr>
            <a:lvl4pPr marL="1600200" indent="-228600" defTabSz="987425" eaLnBrk="0" hangingPunct="0">
              <a:defRPr sz="2000" b="1">
                <a:solidFill>
                  <a:schemeClr val="tx1"/>
                </a:solidFill>
                <a:latin typeface="Helvetica 45 Light" pitchFamily="34" charset="0"/>
              </a:defRPr>
            </a:lvl4pPr>
            <a:lvl5pPr marL="2057400" indent="-228600" defTabSz="987425" eaLnBrk="0" hangingPunct="0">
              <a:defRPr sz="2000" b="1">
                <a:solidFill>
                  <a:schemeClr val="tx1"/>
                </a:solidFill>
                <a:latin typeface="Helvetica 45 Light" pitchFamily="34" charset="0"/>
              </a:defRPr>
            </a:lvl5pPr>
            <a:lvl6pPr marL="2514600" indent="-228600" defTabSz="987425" eaLnBrk="0" fontAlgn="base" hangingPunct="0">
              <a:spcBef>
                <a:spcPct val="0"/>
              </a:spcBef>
              <a:spcAft>
                <a:spcPct val="0"/>
              </a:spcAft>
              <a:defRPr sz="2000" b="1">
                <a:solidFill>
                  <a:schemeClr val="tx1"/>
                </a:solidFill>
                <a:latin typeface="Helvetica 45 Light" pitchFamily="34" charset="0"/>
              </a:defRPr>
            </a:lvl6pPr>
            <a:lvl7pPr marL="2971800" indent="-228600" defTabSz="987425" eaLnBrk="0" fontAlgn="base" hangingPunct="0">
              <a:spcBef>
                <a:spcPct val="0"/>
              </a:spcBef>
              <a:spcAft>
                <a:spcPct val="0"/>
              </a:spcAft>
              <a:defRPr sz="2000" b="1">
                <a:solidFill>
                  <a:schemeClr val="tx1"/>
                </a:solidFill>
                <a:latin typeface="Helvetica 45 Light" pitchFamily="34" charset="0"/>
              </a:defRPr>
            </a:lvl7pPr>
            <a:lvl8pPr marL="3429000" indent="-228600" defTabSz="987425" eaLnBrk="0" fontAlgn="base" hangingPunct="0">
              <a:spcBef>
                <a:spcPct val="0"/>
              </a:spcBef>
              <a:spcAft>
                <a:spcPct val="0"/>
              </a:spcAft>
              <a:defRPr sz="2000" b="1">
                <a:solidFill>
                  <a:schemeClr val="tx1"/>
                </a:solidFill>
                <a:latin typeface="Helvetica 45 Light" pitchFamily="34" charset="0"/>
              </a:defRPr>
            </a:lvl8pPr>
            <a:lvl9pPr marL="3886200" indent="-228600" defTabSz="987425" eaLnBrk="0" fontAlgn="base" hangingPunct="0">
              <a:spcBef>
                <a:spcPct val="0"/>
              </a:spcBef>
              <a:spcAft>
                <a:spcPct val="0"/>
              </a:spcAft>
              <a:defRPr sz="2000" b="1">
                <a:solidFill>
                  <a:schemeClr val="tx1"/>
                </a:solidFill>
                <a:latin typeface="Helvetica 45 Light" pitchFamily="34" charset="0"/>
              </a:defRPr>
            </a:lvl9pPr>
          </a:lstStyle>
          <a:p>
            <a:pPr eaLnBrk="1" hangingPunct="1"/>
            <a:r>
              <a:rPr lang="fr-FR" altLang="fr-FR" sz="800" dirty="0">
                <a:latin typeface="Arial" charset="0"/>
              </a:rPr>
              <a:t>Trigger</a:t>
            </a:r>
          </a:p>
        </p:txBody>
      </p:sp>
      <p:cxnSp>
        <p:nvCxnSpPr>
          <p:cNvPr id="74" name="Connecteur droit avec flèche 73"/>
          <p:cNvCxnSpPr>
            <a:stCxn id="15" idx="3"/>
            <a:endCxn id="18" idx="2"/>
          </p:cNvCxnSpPr>
          <p:nvPr/>
        </p:nvCxnSpPr>
        <p:spPr bwMode="auto">
          <a:xfrm flipV="1">
            <a:off x="4882834" y="4696490"/>
            <a:ext cx="733516" cy="273357"/>
          </a:xfrm>
          <a:prstGeom prst="straightConnector1">
            <a:avLst/>
          </a:prstGeom>
          <a:ln w="15875">
            <a:solidFill>
              <a:srgbClr val="0070C0"/>
            </a:solidFill>
            <a:prstDash val="sysDash"/>
            <a:headEnd type="stealth"/>
            <a:tailEnd type="none"/>
          </a:ln>
        </p:spPr>
        <p:style>
          <a:lnRef idx="1">
            <a:schemeClr val="accent1"/>
          </a:lnRef>
          <a:fillRef idx="0">
            <a:schemeClr val="accent1"/>
          </a:fillRef>
          <a:effectRef idx="0">
            <a:schemeClr val="accent1"/>
          </a:effectRef>
          <a:fontRef idx="minor">
            <a:schemeClr val="tx1"/>
          </a:fontRef>
        </p:style>
      </p:cxnSp>
      <p:sp>
        <p:nvSpPr>
          <p:cNvPr id="75" name="Text Box 46"/>
          <p:cNvSpPr txBox="1">
            <a:spLocks noChangeArrowheads="1"/>
          </p:cNvSpPr>
          <p:nvPr/>
        </p:nvSpPr>
        <p:spPr bwMode="auto">
          <a:xfrm rot="10800000" flipV="1">
            <a:off x="5162427" y="4833168"/>
            <a:ext cx="67057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987425" eaLnBrk="0" hangingPunct="0">
              <a:defRPr sz="2000" b="1">
                <a:solidFill>
                  <a:schemeClr val="tx1"/>
                </a:solidFill>
                <a:latin typeface="Helvetica 45 Light" pitchFamily="34" charset="0"/>
              </a:defRPr>
            </a:lvl1pPr>
            <a:lvl2pPr marL="742950" indent="-285750" defTabSz="987425" eaLnBrk="0" hangingPunct="0">
              <a:defRPr sz="2000" b="1">
                <a:solidFill>
                  <a:schemeClr val="tx1"/>
                </a:solidFill>
                <a:latin typeface="Helvetica 45 Light" pitchFamily="34" charset="0"/>
              </a:defRPr>
            </a:lvl2pPr>
            <a:lvl3pPr marL="1143000" indent="-228600" defTabSz="987425" eaLnBrk="0" hangingPunct="0">
              <a:defRPr sz="2000" b="1">
                <a:solidFill>
                  <a:schemeClr val="tx1"/>
                </a:solidFill>
                <a:latin typeface="Helvetica 45 Light" pitchFamily="34" charset="0"/>
              </a:defRPr>
            </a:lvl3pPr>
            <a:lvl4pPr marL="1600200" indent="-228600" defTabSz="987425" eaLnBrk="0" hangingPunct="0">
              <a:defRPr sz="2000" b="1">
                <a:solidFill>
                  <a:schemeClr val="tx1"/>
                </a:solidFill>
                <a:latin typeface="Helvetica 45 Light" pitchFamily="34" charset="0"/>
              </a:defRPr>
            </a:lvl4pPr>
            <a:lvl5pPr marL="2057400" indent="-228600" defTabSz="987425" eaLnBrk="0" hangingPunct="0">
              <a:defRPr sz="2000" b="1">
                <a:solidFill>
                  <a:schemeClr val="tx1"/>
                </a:solidFill>
                <a:latin typeface="Helvetica 45 Light" pitchFamily="34" charset="0"/>
              </a:defRPr>
            </a:lvl5pPr>
            <a:lvl6pPr marL="2514600" indent="-228600" defTabSz="987425" eaLnBrk="0" fontAlgn="base" hangingPunct="0">
              <a:spcBef>
                <a:spcPct val="0"/>
              </a:spcBef>
              <a:spcAft>
                <a:spcPct val="0"/>
              </a:spcAft>
              <a:defRPr sz="2000" b="1">
                <a:solidFill>
                  <a:schemeClr val="tx1"/>
                </a:solidFill>
                <a:latin typeface="Helvetica 45 Light" pitchFamily="34" charset="0"/>
              </a:defRPr>
            </a:lvl6pPr>
            <a:lvl7pPr marL="2971800" indent="-228600" defTabSz="987425" eaLnBrk="0" fontAlgn="base" hangingPunct="0">
              <a:spcBef>
                <a:spcPct val="0"/>
              </a:spcBef>
              <a:spcAft>
                <a:spcPct val="0"/>
              </a:spcAft>
              <a:defRPr sz="2000" b="1">
                <a:solidFill>
                  <a:schemeClr val="tx1"/>
                </a:solidFill>
                <a:latin typeface="Helvetica 45 Light" pitchFamily="34" charset="0"/>
              </a:defRPr>
            </a:lvl7pPr>
            <a:lvl8pPr marL="3429000" indent="-228600" defTabSz="987425" eaLnBrk="0" fontAlgn="base" hangingPunct="0">
              <a:spcBef>
                <a:spcPct val="0"/>
              </a:spcBef>
              <a:spcAft>
                <a:spcPct val="0"/>
              </a:spcAft>
              <a:defRPr sz="2000" b="1">
                <a:solidFill>
                  <a:schemeClr val="tx1"/>
                </a:solidFill>
                <a:latin typeface="Helvetica 45 Light" pitchFamily="34" charset="0"/>
              </a:defRPr>
            </a:lvl8pPr>
            <a:lvl9pPr marL="3886200" indent="-228600" defTabSz="987425" eaLnBrk="0" fontAlgn="base" hangingPunct="0">
              <a:spcBef>
                <a:spcPct val="0"/>
              </a:spcBef>
              <a:spcAft>
                <a:spcPct val="0"/>
              </a:spcAft>
              <a:defRPr sz="2000" b="1">
                <a:solidFill>
                  <a:schemeClr val="tx1"/>
                </a:solidFill>
                <a:latin typeface="Helvetica 45 Light" pitchFamily="34" charset="0"/>
              </a:defRPr>
            </a:lvl9pPr>
          </a:lstStyle>
          <a:p>
            <a:pPr eaLnBrk="1" hangingPunct="1"/>
            <a:r>
              <a:rPr lang="fr-FR" altLang="fr-FR" sz="800" dirty="0" err="1">
                <a:latin typeface="Arial" charset="0"/>
              </a:rPr>
              <a:t>informs</a:t>
            </a:r>
            <a:endParaRPr lang="fr-FR" altLang="fr-FR" sz="800" dirty="0">
              <a:latin typeface="Arial" charset="0"/>
            </a:endParaRPr>
          </a:p>
        </p:txBody>
      </p:sp>
      <p:grpSp>
        <p:nvGrpSpPr>
          <p:cNvPr id="76" name="Group 93"/>
          <p:cNvGrpSpPr>
            <a:grpSpLocks/>
          </p:cNvGrpSpPr>
          <p:nvPr/>
        </p:nvGrpSpPr>
        <p:grpSpPr bwMode="auto">
          <a:xfrm>
            <a:off x="1432961" y="2103336"/>
            <a:ext cx="1162694" cy="717754"/>
            <a:chOff x="4410" y="1866"/>
            <a:chExt cx="1253" cy="933"/>
          </a:xfrm>
        </p:grpSpPr>
        <p:cxnSp>
          <p:nvCxnSpPr>
            <p:cNvPr id="77" name="AutoShape 17"/>
            <p:cNvCxnSpPr>
              <a:cxnSpLocks noChangeShapeType="1"/>
              <a:endCxn id="78" idx="3"/>
            </p:cNvCxnSpPr>
            <p:nvPr/>
          </p:nvCxnSpPr>
          <p:spPr bwMode="auto">
            <a:xfrm rot="16200000" flipV="1">
              <a:off x="5178" y="2313"/>
              <a:ext cx="680" cy="291"/>
            </a:xfrm>
            <a:prstGeom prst="bentConnector2">
              <a:avLst/>
            </a:prstGeom>
            <a:noFill/>
            <a:ln w="25400">
              <a:solidFill>
                <a:schemeClr val="tx2"/>
              </a:solidFill>
              <a:miter lim="800000"/>
              <a:headEnd/>
              <a:tailEnd type="triangle" w="lg" len="lg"/>
            </a:ln>
            <a:extLst>
              <a:ext uri="{909E8E84-426E-40DD-AFC4-6F175D3DCCD1}">
                <a14:hiddenFill xmlns:a14="http://schemas.microsoft.com/office/drawing/2010/main">
                  <a:noFill/>
                </a14:hiddenFill>
              </a:ext>
            </a:extLst>
          </p:spPr>
        </p:cxnSp>
        <p:sp>
          <p:nvSpPr>
            <p:cNvPr id="78" name="AutoShape 13"/>
            <p:cNvSpPr>
              <a:spLocks noChangeArrowheads="1"/>
            </p:cNvSpPr>
            <p:nvPr/>
          </p:nvSpPr>
          <p:spPr bwMode="auto">
            <a:xfrm>
              <a:off x="4410" y="1866"/>
              <a:ext cx="962" cy="505"/>
            </a:xfrm>
            <a:prstGeom prst="roundRect">
              <a:avLst>
                <a:gd name="adj" fmla="val 16667"/>
              </a:avLst>
            </a:prstGeom>
            <a:noFill/>
            <a:ln w="254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b"/>
            <a:lstStyle>
              <a:lvl1pPr eaLnBrk="0" hangingPunct="0">
                <a:defRPr sz="2000" b="1">
                  <a:solidFill>
                    <a:schemeClr val="tx1"/>
                  </a:solidFill>
                  <a:latin typeface="Helvetica 45 Light" pitchFamily="34" charset="0"/>
                </a:defRPr>
              </a:lvl1pPr>
              <a:lvl2pPr marL="742950" indent="-285750" eaLnBrk="0" hangingPunct="0">
                <a:defRPr sz="2000" b="1">
                  <a:solidFill>
                    <a:schemeClr val="tx1"/>
                  </a:solidFill>
                  <a:latin typeface="Helvetica 45 Light" pitchFamily="34" charset="0"/>
                </a:defRPr>
              </a:lvl2pPr>
              <a:lvl3pPr marL="1143000" indent="-228600" eaLnBrk="0" hangingPunct="0">
                <a:defRPr sz="2000" b="1">
                  <a:solidFill>
                    <a:schemeClr val="tx1"/>
                  </a:solidFill>
                  <a:latin typeface="Helvetica 45 Light" pitchFamily="34" charset="0"/>
                </a:defRPr>
              </a:lvl3pPr>
              <a:lvl4pPr marL="1600200" indent="-228600" eaLnBrk="0" hangingPunct="0">
                <a:defRPr sz="2000" b="1">
                  <a:solidFill>
                    <a:schemeClr val="tx1"/>
                  </a:solidFill>
                  <a:latin typeface="Helvetica 45 Light" pitchFamily="34" charset="0"/>
                </a:defRPr>
              </a:lvl4pPr>
              <a:lvl5pPr marL="2057400" indent="-228600" eaLnBrk="0" hangingPunct="0">
                <a:defRPr sz="2000" b="1">
                  <a:solidFill>
                    <a:schemeClr val="tx1"/>
                  </a:solidFill>
                  <a:latin typeface="Helvetica 45 Light" pitchFamily="34" charset="0"/>
                </a:defRPr>
              </a:lvl5pPr>
              <a:lvl6pPr marL="2514600" indent="-228600" eaLnBrk="0" fontAlgn="base" hangingPunct="0">
                <a:spcBef>
                  <a:spcPct val="0"/>
                </a:spcBef>
                <a:spcAft>
                  <a:spcPct val="0"/>
                </a:spcAft>
                <a:defRPr sz="2000" b="1">
                  <a:solidFill>
                    <a:schemeClr val="tx1"/>
                  </a:solidFill>
                  <a:latin typeface="Helvetica 45 Light" pitchFamily="34" charset="0"/>
                </a:defRPr>
              </a:lvl6pPr>
              <a:lvl7pPr marL="2971800" indent="-228600" eaLnBrk="0" fontAlgn="base" hangingPunct="0">
                <a:spcBef>
                  <a:spcPct val="0"/>
                </a:spcBef>
                <a:spcAft>
                  <a:spcPct val="0"/>
                </a:spcAft>
                <a:defRPr sz="2000" b="1">
                  <a:solidFill>
                    <a:schemeClr val="tx1"/>
                  </a:solidFill>
                  <a:latin typeface="Helvetica 45 Light" pitchFamily="34" charset="0"/>
                </a:defRPr>
              </a:lvl7pPr>
              <a:lvl8pPr marL="3429000" indent="-228600" eaLnBrk="0" fontAlgn="base" hangingPunct="0">
                <a:spcBef>
                  <a:spcPct val="0"/>
                </a:spcBef>
                <a:spcAft>
                  <a:spcPct val="0"/>
                </a:spcAft>
                <a:defRPr sz="2000" b="1">
                  <a:solidFill>
                    <a:schemeClr val="tx1"/>
                  </a:solidFill>
                  <a:latin typeface="Helvetica 45 Light" pitchFamily="34" charset="0"/>
                </a:defRPr>
              </a:lvl8pPr>
              <a:lvl9pPr marL="3886200" indent="-228600" eaLnBrk="0" fontAlgn="base" hangingPunct="0">
                <a:spcBef>
                  <a:spcPct val="0"/>
                </a:spcBef>
                <a:spcAft>
                  <a:spcPct val="0"/>
                </a:spcAft>
                <a:defRPr sz="2000" b="1">
                  <a:solidFill>
                    <a:schemeClr val="tx1"/>
                  </a:solidFill>
                  <a:latin typeface="Helvetica 45 Light" pitchFamily="34" charset="0"/>
                </a:defRPr>
              </a:lvl9pPr>
            </a:lstStyle>
            <a:p>
              <a:pPr algn="ctr" eaLnBrk="1" hangingPunct="1"/>
              <a:endParaRPr lang="fr-FR" altLang="fr-FR" sz="800" dirty="0">
                <a:solidFill>
                  <a:schemeClr val="tx2"/>
                </a:solidFill>
                <a:latin typeface="Arial" charset="0"/>
              </a:endParaRPr>
            </a:p>
            <a:p>
              <a:pPr algn="ctr" eaLnBrk="1" hangingPunct="1"/>
              <a:endParaRPr lang="fr-FR" altLang="fr-FR" sz="800" dirty="0">
                <a:latin typeface="Arial" charset="0"/>
              </a:endParaRPr>
            </a:p>
            <a:p>
              <a:pPr algn="ctr" eaLnBrk="1" hangingPunct="1"/>
              <a:endParaRPr lang="fr-FR" altLang="fr-FR" sz="800" dirty="0">
                <a:latin typeface="Arial" charset="0"/>
              </a:endParaRPr>
            </a:p>
            <a:p>
              <a:pPr algn="ctr" eaLnBrk="1" hangingPunct="1"/>
              <a:endParaRPr lang="fr-FR" altLang="fr-FR" sz="800" dirty="0">
                <a:latin typeface="Arial" charset="0"/>
              </a:endParaRPr>
            </a:p>
            <a:p>
              <a:pPr algn="ctr" eaLnBrk="1" hangingPunct="1"/>
              <a:endParaRPr lang="fr-FR" altLang="fr-FR" sz="800" dirty="0">
                <a:latin typeface="Arial" charset="0"/>
              </a:endParaRPr>
            </a:p>
            <a:p>
              <a:pPr algn="ctr" eaLnBrk="1" hangingPunct="1"/>
              <a:endParaRPr lang="fr-FR" altLang="fr-FR" sz="800" dirty="0">
                <a:latin typeface="Arial" charset="0"/>
              </a:endParaRPr>
            </a:p>
            <a:p>
              <a:pPr algn="ctr" eaLnBrk="1" hangingPunct="1"/>
              <a:r>
                <a:rPr lang="fr-FR" altLang="fr-FR" sz="800" dirty="0">
                  <a:latin typeface="Arial" charset="0"/>
                </a:rPr>
                <a:t> </a:t>
              </a:r>
            </a:p>
          </p:txBody>
        </p:sp>
      </p:grpSp>
      <p:pic>
        <p:nvPicPr>
          <p:cNvPr id="79" name="Picture 9"/>
          <p:cNvPicPr>
            <a:picLocks noChangeAspect="1" noChangeArrowheads="1"/>
          </p:cNvPicPr>
          <p:nvPr/>
        </p:nvPicPr>
        <p:blipFill rotWithShape="1">
          <a:blip r:embed="rId20" cstate="print">
            <a:extLst>
              <a:ext uri="{28A0092B-C50C-407E-A947-70E740481C1C}">
                <a14:useLocalDpi xmlns:a14="http://schemas.microsoft.com/office/drawing/2010/main" val="0"/>
              </a:ext>
            </a:extLst>
          </a:blip>
          <a:srcRect l="1861"/>
          <a:stretch/>
        </p:blipFill>
        <p:spPr bwMode="auto">
          <a:xfrm>
            <a:off x="1451674" y="2183251"/>
            <a:ext cx="842444" cy="2299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0" name="ZoneTexte 79"/>
          <p:cNvSpPr txBox="1"/>
          <p:nvPr/>
        </p:nvSpPr>
        <p:spPr>
          <a:xfrm>
            <a:off x="2294118" y="2075882"/>
            <a:ext cx="481222" cy="215444"/>
          </a:xfrm>
          <a:prstGeom prst="rect">
            <a:avLst/>
          </a:prstGeom>
          <a:noFill/>
        </p:spPr>
        <p:txBody>
          <a:bodyPr wrap="none" rtlCol="0">
            <a:spAutoFit/>
          </a:bodyPr>
          <a:lstStyle/>
          <a:p>
            <a:r>
              <a:rPr lang="fr-FR" sz="800" dirty="0"/>
              <a:t>Dépôt</a:t>
            </a:r>
          </a:p>
        </p:txBody>
      </p:sp>
      <p:pic>
        <p:nvPicPr>
          <p:cNvPr id="81" name="Picture 75" descr="WinZip"/>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288526" y="4570204"/>
            <a:ext cx="186514" cy="146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 name="Picture 81" descr="Volume Manager"/>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5075518" y="4439908"/>
            <a:ext cx="228191" cy="162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3" name="Groupe 1"/>
          <p:cNvGrpSpPr>
            <a:grpSpLocks/>
          </p:cNvGrpSpPr>
          <p:nvPr/>
        </p:nvGrpSpPr>
        <p:grpSpPr bwMode="auto">
          <a:xfrm>
            <a:off x="1001504" y="3426129"/>
            <a:ext cx="1296316" cy="2272263"/>
            <a:chOff x="160337" y="2087563"/>
            <a:chExt cx="2217738" cy="4495801"/>
          </a:xfrm>
        </p:grpSpPr>
        <p:grpSp>
          <p:nvGrpSpPr>
            <p:cNvPr id="84" name="Group 46"/>
            <p:cNvGrpSpPr>
              <a:grpSpLocks/>
            </p:cNvGrpSpPr>
            <p:nvPr/>
          </p:nvGrpSpPr>
          <p:grpSpPr bwMode="auto">
            <a:xfrm>
              <a:off x="160337" y="2087563"/>
              <a:ext cx="2217738" cy="4495801"/>
              <a:chOff x="101" y="1315"/>
              <a:chExt cx="1397" cy="2832"/>
            </a:xfrm>
          </p:grpSpPr>
          <p:sp>
            <p:nvSpPr>
              <p:cNvPr id="86" name="Text Box 20"/>
              <p:cNvSpPr txBox="1">
                <a:spLocks noChangeArrowheads="1"/>
              </p:cNvSpPr>
              <p:nvPr/>
            </p:nvSpPr>
            <p:spPr bwMode="auto">
              <a:xfrm>
                <a:off x="101" y="3725"/>
                <a:ext cx="1397"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987425" eaLnBrk="0" hangingPunct="0">
                  <a:defRPr sz="2000" b="1">
                    <a:solidFill>
                      <a:schemeClr val="tx1"/>
                    </a:solidFill>
                    <a:latin typeface="Helvetica 45 Light" pitchFamily="34" charset="0"/>
                  </a:defRPr>
                </a:lvl1pPr>
                <a:lvl2pPr marL="742950" indent="-285750" defTabSz="987425" eaLnBrk="0" hangingPunct="0">
                  <a:defRPr sz="2000" b="1">
                    <a:solidFill>
                      <a:schemeClr val="tx1"/>
                    </a:solidFill>
                    <a:latin typeface="Helvetica 45 Light" pitchFamily="34" charset="0"/>
                  </a:defRPr>
                </a:lvl2pPr>
                <a:lvl3pPr marL="1143000" indent="-228600" defTabSz="987425" eaLnBrk="0" hangingPunct="0">
                  <a:defRPr sz="2000" b="1">
                    <a:solidFill>
                      <a:schemeClr val="tx1"/>
                    </a:solidFill>
                    <a:latin typeface="Helvetica 45 Light" pitchFamily="34" charset="0"/>
                  </a:defRPr>
                </a:lvl3pPr>
                <a:lvl4pPr marL="1600200" indent="-228600" defTabSz="987425" eaLnBrk="0" hangingPunct="0">
                  <a:defRPr sz="2000" b="1">
                    <a:solidFill>
                      <a:schemeClr val="tx1"/>
                    </a:solidFill>
                    <a:latin typeface="Helvetica 45 Light" pitchFamily="34" charset="0"/>
                  </a:defRPr>
                </a:lvl4pPr>
                <a:lvl5pPr marL="2057400" indent="-228600" defTabSz="987425" eaLnBrk="0" hangingPunct="0">
                  <a:defRPr sz="2000" b="1">
                    <a:solidFill>
                      <a:schemeClr val="tx1"/>
                    </a:solidFill>
                    <a:latin typeface="Helvetica 45 Light" pitchFamily="34" charset="0"/>
                  </a:defRPr>
                </a:lvl5pPr>
                <a:lvl6pPr marL="2514600" indent="-228600" defTabSz="987425" eaLnBrk="0" fontAlgn="base" hangingPunct="0">
                  <a:spcBef>
                    <a:spcPct val="0"/>
                  </a:spcBef>
                  <a:spcAft>
                    <a:spcPct val="0"/>
                  </a:spcAft>
                  <a:defRPr sz="2000" b="1">
                    <a:solidFill>
                      <a:schemeClr val="tx1"/>
                    </a:solidFill>
                    <a:latin typeface="Helvetica 45 Light" pitchFamily="34" charset="0"/>
                  </a:defRPr>
                </a:lvl6pPr>
                <a:lvl7pPr marL="2971800" indent="-228600" defTabSz="987425" eaLnBrk="0" fontAlgn="base" hangingPunct="0">
                  <a:spcBef>
                    <a:spcPct val="0"/>
                  </a:spcBef>
                  <a:spcAft>
                    <a:spcPct val="0"/>
                  </a:spcAft>
                  <a:defRPr sz="2000" b="1">
                    <a:solidFill>
                      <a:schemeClr val="tx1"/>
                    </a:solidFill>
                    <a:latin typeface="Helvetica 45 Light" pitchFamily="34" charset="0"/>
                  </a:defRPr>
                </a:lvl7pPr>
                <a:lvl8pPr marL="3429000" indent="-228600" defTabSz="987425" eaLnBrk="0" fontAlgn="base" hangingPunct="0">
                  <a:spcBef>
                    <a:spcPct val="0"/>
                  </a:spcBef>
                  <a:spcAft>
                    <a:spcPct val="0"/>
                  </a:spcAft>
                  <a:defRPr sz="2000" b="1">
                    <a:solidFill>
                      <a:schemeClr val="tx1"/>
                    </a:solidFill>
                    <a:latin typeface="Helvetica 45 Light" pitchFamily="34" charset="0"/>
                  </a:defRPr>
                </a:lvl8pPr>
                <a:lvl9pPr marL="3886200" indent="-228600" defTabSz="987425" eaLnBrk="0" fontAlgn="base" hangingPunct="0">
                  <a:spcBef>
                    <a:spcPct val="0"/>
                  </a:spcBef>
                  <a:spcAft>
                    <a:spcPct val="0"/>
                  </a:spcAft>
                  <a:defRPr sz="2000" b="1">
                    <a:solidFill>
                      <a:schemeClr val="tx1"/>
                    </a:solidFill>
                    <a:latin typeface="Helvetica 45 Light" pitchFamily="34" charset="0"/>
                  </a:defRPr>
                </a:lvl9pPr>
              </a:lstStyle>
              <a:p>
                <a:pPr algn="r" eaLnBrk="1" hangingPunct="1"/>
                <a:r>
                  <a:rPr lang="fr-FR" altLang="fr-FR" sz="800" dirty="0" err="1">
                    <a:latin typeface="Arial" charset="0"/>
                  </a:rPr>
                  <a:t>checkout</a:t>
                </a:r>
                <a:r>
                  <a:rPr lang="fr-FR" altLang="fr-FR" sz="800" dirty="0">
                    <a:latin typeface="Arial" charset="0"/>
                  </a:rPr>
                  <a:t>, commit, update, </a:t>
                </a:r>
                <a:r>
                  <a:rPr lang="fr-FR" altLang="fr-FR" sz="800" dirty="0" err="1">
                    <a:latin typeface="Arial" charset="0"/>
                  </a:rPr>
                  <a:t>merge</a:t>
                </a:r>
                <a:endParaRPr lang="fr-FR" altLang="fr-FR" sz="800" dirty="0">
                  <a:latin typeface="Arial" charset="0"/>
                </a:endParaRPr>
              </a:p>
            </p:txBody>
          </p:sp>
          <p:sp>
            <p:nvSpPr>
              <p:cNvPr id="87" name="AutoShape 23"/>
              <p:cNvSpPr>
                <a:spLocks noChangeArrowheads="1"/>
              </p:cNvSpPr>
              <p:nvPr/>
            </p:nvSpPr>
            <p:spPr bwMode="auto">
              <a:xfrm>
                <a:off x="190" y="1315"/>
                <a:ext cx="885" cy="1969"/>
              </a:xfrm>
              <a:prstGeom prst="roundRect">
                <a:avLst>
                  <a:gd name="adj" fmla="val 16667"/>
                </a:avLst>
              </a:prstGeom>
              <a:noFill/>
              <a:ln w="254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b"/>
              <a:lstStyle>
                <a:lvl1pPr defTabSz="987425" eaLnBrk="0" hangingPunct="0">
                  <a:defRPr sz="2000" b="1">
                    <a:solidFill>
                      <a:schemeClr val="tx1"/>
                    </a:solidFill>
                    <a:latin typeface="Helvetica 45 Light" pitchFamily="34" charset="0"/>
                  </a:defRPr>
                </a:lvl1pPr>
                <a:lvl2pPr marL="742950" indent="-285750" defTabSz="987425" eaLnBrk="0" hangingPunct="0">
                  <a:defRPr sz="2000" b="1">
                    <a:solidFill>
                      <a:schemeClr val="tx1"/>
                    </a:solidFill>
                    <a:latin typeface="Helvetica 45 Light" pitchFamily="34" charset="0"/>
                  </a:defRPr>
                </a:lvl2pPr>
                <a:lvl3pPr marL="1143000" indent="-228600" defTabSz="987425" eaLnBrk="0" hangingPunct="0">
                  <a:defRPr sz="2000" b="1">
                    <a:solidFill>
                      <a:schemeClr val="tx1"/>
                    </a:solidFill>
                    <a:latin typeface="Helvetica 45 Light" pitchFamily="34" charset="0"/>
                  </a:defRPr>
                </a:lvl3pPr>
                <a:lvl4pPr marL="1600200" indent="-228600" defTabSz="987425" eaLnBrk="0" hangingPunct="0">
                  <a:defRPr sz="2000" b="1">
                    <a:solidFill>
                      <a:schemeClr val="tx1"/>
                    </a:solidFill>
                    <a:latin typeface="Helvetica 45 Light" pitchFamily="34" charset="0"/>
                  </a:defRPr>
                </a:lvl4pPr>
                <a:lvl5pPr marL="2057400" indent="-228600" defTabSz="987425" eaLnBrk="0" hangingPunct="0">
                  <a:defRPr sz="2000" b="1">
                    <a:solidFill>
                      <a:schemeClr val="tx1"/>
                    </a:solidFill>
                    <a:latin typeface="Helvetica 45 Light" pitchFamily="34" charset="0"/>
                  </a:defRPr>
                </a:lvl5pPr>
                <a:lvl6pPr marL="2514600" indent="-228600" defTabSz="987425" eaLnBrk="0" fontAlgn="base" hangingPunct="0">
                  <a:spcBef>
                    <a:spcPct val="0"/>
                  </a:spcBef>
                  <a:spcAft>
                    <a:spcPct val="0"/>
                  </a:spcAft>
                  <a:defRPr sz="2000" b="1">
                    <a:solidFill>
                      <a:schemeClr val="tx1"/>
                    </a:solidFill>
                    <a:latin typeface="Helvetica 45 Light" pitchFamily="34" charset="0"/>
                  </a:defRPr>
                </a:lvl6pPr>
                <a:lvl7pPr marL="2971800" indent="-228600" defTabSz="987425" eaLnBrk="0" fontAlgn="base" hangingPunct="0">
                  <a:spcBef>
                    <a:spcPct val="0"/>
                  </a:spcBef>
                  <a:spcAft>
                    <a:spcPct val="0"/>
                  </a:spcAft>
                  <a:defRPr sz="2000" b="1">
                    <a:solidFill>
                      <a:schemeClr val="tx1"/>
                    </a:solidFill>
                    <a:latin typeface="Helvetica 45 Light" pitchFamily="34" charset="0"/>
                  </a:defRPr>
                </a:lvl7pPr>
                <a:lvl8pPr marL="3429000" indent="-228600" defTabSz="987425" eaLnBrk="0" fontAlgn="base" hangingPunct="0">
                  <a:spcBef>
                    <a:spcPct val="0"/>
                  </a:spcBef>
                  <a:spcAft>
                    <a:spcPct val="0"/>
                  </a:spcAft>
                  <a:defRPr sz="2000" b="1">
                    <a:solidFill>
                      <a:schemeClr val="tx1"/>
                    </a:solidFill>
                    <a:latin typeface="Helvetica 45 Light" pitchFamily="34" charset="0"/>
                  </a:defRPr>
                </a:lvl8pPr>
                <a:lvl9pPr marL="3886200" indent="-228600" defTabSz="987425" eaLnBrk="0" fontAlgn="base" hangingPunct="0">
                  <a:spcBef>
                    <a:spcPct val="0"/>
                  </a:spcBef>
                  <a:spcAft>
                    <a:spcPct val="0"/>
                  </a:spcAft>
                  <a:defRPr sz="2000" b="1">
                    <a:solidFill>
                      <a:schemeClr val="tx1"/>
                    </a:solidFill>
                    <a:latin typeface="Helvetica 45 Light" pitchFamily="34" charset="0"/>
                  </a:defRPr>
                </a:lvl9pPr>
              </a:lstStyle>
              <a:p>
                <a:pPr algn="ctr" eaLnBrk="1" hangingPunct="1"/>
                <a:r>
                  <a:rPr lang="fr-FR" altLang="fr-FR" sz="800">
                    <a:latin typeface="Arial" charset="0"/>
                  </a:rPr>
                  <a:t>SCM</a:t>
                </a:r>
              </a:p>
            </p:txBody>
          </p:sp>
          <p:pic>
            <p:nvPicPr>
              <p:cNvPr id="88" name="Picture 24" descr="subversion"/>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229" y="1703"/>
                <a:ext cx="796"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9" name="Object 25"/>
              <p:cNvGraphicFramePr>
                <a:graphicFrameLocks noChangeAspect="1"/>
              </p:cNvGraphicFramePr>
              <p:nvPr/>
            </p:nvGraphicFramePr>
            <p:xfrm>
              <a:off x="919" y="1929"/>
              <a:ext cx="435" cy="527"/>
            </p:xfrm>
            <a:graphic>
              <a:graphicData uri="http://schemas.openxmlformats.org/presentationml/2006/ole">
                <mc:AlternateContent xmlns:mc="http://schemas.openxmlformats.org/markup-compatibility/2006">
                  <mc:Choice xmlns:v="urn:schemas-microsoft-com:vml" Requires="v">
                    <p:oleObj name="Visio" r:id="rId23" imgW="741883" imgH="944270" progId="Visio.Drawing.11">
                      <p:embed/>
                    </p:oleObj>
                  </mc:Choice>
                  <mc:Fallback>
                    <p:oleObj name="Visio" r:id="rId23" imgW="741883" imgH="944270" progId="Visio.Drawing.11">
                      <p:embed/>
                      <p:pic>
                        <p:nvPicPr>
                          <p:cNvPr id="89" name="Object 25"/>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919" y="1929"/>
                            <a:ext cx="435" cy="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90" name="AutoShape 63"/>
              <p:cNvCxnSpPr>
                <a:cxnSpLocks noChangeShapeType="1"/>
                <a:stCxn id="87" idx="2"/>
              </p:cNvCxnSpPr>
              <p:nvPr/>
            </p:nvCxnSpPr>
            <p:spPr bwMode="auto">
              <a:xfrm rot="16200000" flipH="1">
                <a:off x="856" y="3061"/>
                <a:ext cx="419" cy="865"/>
              </a:xfrm>
              <a:prstGeom prst="bentConnector2">
                <a:avLst/>
              </a:prstGeom>
              <a:noFill/>
              <a:ln w="25400">
                <a:solidFill>
                  <a:schemeClr val="tx2"/>
                </a:solidFill>
                <a:miter lim="800000"/>
                <a:headEnd/>
                <a:tailEnd type="none" w="lg" len="lg"/>
              </a:ln>
              <a:extLst>
                <a:ext uri="{909E8E84-426E-40DD-AFC4-6F175D3DCCD1}">
                  <a14:hiddenFill xmlns:a14="http://schemas.microsoft.com/office/drawing/2010/main">
                    <a:noFill/>
                  </a14:hiddenFill>
                </a:ext>
              </a:extLst>
            </p:spPr>
          </p:cxnSp>
        </p:grpSp>
        <p:pic>
          <p:nvPicPr>
            <p:cNvPr id="85" name="Picture 54" descr="Git Synology"/>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483375" y="3299596"/>
              <a:ext cx="674725" cy="27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1" name="Rectangle 90"/>
          <p:cNvSpPr/>
          <p:nvPr/>
        </p:nvSpPr>
        <p:spPr>
          <a:xfrm>
            <a:off x="10029610" y="7128073"/>
            <a:ext cx="416140" cy="276999"/>
          </a:xfrm>
          <a:prstGeom prst="rect">
            <a:avLst/>
          </a:prstGeom>
        </p:spPr>
        <p:txBody>
          <a:bodyPr wrap="none">
            <a:spAutoFit/>
          </a:bodyPr>
          <a:lstStyle/>
          <a:p>
            <a:pPr marL="80010">
              <a:spcBef>
                <a:spcPts val="65"/>
              </a:spcBef>
            </a:pPr>
            <a:r>
              <a:rPr lang="fr-FR" sz="1200" spc="-25" dirty="0">
                <a:solidFill>
                  <a:schemeClr val="bg1"/>
                </a:solidFill>
                <a:latin typeface="Calibri"/>
                <a:cs typeface="Calibri"/>
              </a:rPr>
              <a:t>28</a:t>
            </a:r>
          </a:p>
        </p:txBody>
      </p:sp>
    </p:spTree>
    <p:extLst>
      <p:ext uri="{BB962C8B-B14F-4D97-AF65-F5344CB8AC3E}">
        <p14:creationId xmlns:p14="http://schemas.microsoft.com/office/powerpoint/2010/main" val="4054403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53" presetClass="entr" presetSubtype="16"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par>
                                <p:cTn id="15" presetID="53" presetClass="entr" presetSubtype="16"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ppt_w</p:attrName>
                                        </p:attrNameLst>
                                      </p:cBhvr>
                                      <p:tavLst>
                                        <p:tav tm="0">
                                          <p:val>
                                            <p:fltVal val="0"/>
                                          </p:val>
                                        </p:tav>
                                        <p:tav tm="100000">
                                          <p:val>
                                            <p:strVal val="#ppt_w"/>
                                          </p:val>
                                        </p:tav>
                                      </p:tavLst>
                                    </p:anim>
                                    <p:anim calcmode="lin" valueType="num">
                                      <p:cBhvr>
                                        <p:cTn id="18" dur="500" fill="hold"/>
                                        <p:tgtEl>
                                          <p:spTgt spid="9"/>
                                        </p:tgtEl>
                                        <p:attrNameLst>
                                          <p:attrName>ppt_h</p:attrName>
                                        </p:attrNameLst>
                                      </p:cBhvr>
                                      <p:tavLst>
                                        <p:tav tm="0">
                                          <p:val>
                                            <p:fltVal val="0"/>
                                          </p:val>
                                        </p:tav>
                                        <p:tav tm="100000">
                                          <p:val>
                                            <p:strVal val="#ppt_h"/>
                                          </p:val>
                                        </p:tav>
                                      </p:tavLst>
                                    </p:anim>
                                    <p:animEffect transition="in" filter="fade">
                                      <p:cBhvr>
                                        <p:cTn id="19" dur="500"/>
                                        <p:tgtEl>
                                          <p:spTgt spid="9"/>
                                        </p:tgtEl>
                                      </p:cBhvr>
                                    </p:animEffect>
                                  </p:childTnLst>
                                </p:cTn>
                              </p:par>
                              <p:par>
                                <p:cTn id="20" presetID="53" presetClass="entr" presetSubtype="16"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 calcmode="lin" valueType="num">
                                      <p:cBhvr>
                                        <p:cTn id="22" dur="500" fill="hold"/>
                                        <p:tgtEl>
                                          <p:spTgt spid="15"/>
                                        </p:tgtEl>
                                        <p:attrNameLst>
                                          <p:attrName>ppt_w</p:attrName>
                                        </p:attrNameLst>
                                      </p:cBhvr>
                                      <p:tavLst>
                                        <p:tav tm="0">
                                          <p:val>
                                            <p:fltVal val="0"/>
                                          </p:val>
                                        </p:tav>
                                        <p:tav tm="100000">
                                          <p:val>
                                            <p:strVal val="#ppt_w"/>
                                          </p:val>
                                        </p:tav>
                                      </p:tavLst>
                                    </p:anim>
                                    <p:anim calcmode="lin" valueType="num">
                                      <p:cBhvr>
                                        <p:cTn id="23" dur="500" fill="hold"/>
                                        <p:tgtEl>
                                          <p:spTgt spid="15"/>
                                        </p:tgtEl>
                                        <p:attrNameLst>
                                          <p:attrName>ppt_h</p:attrName>
                                        </p:attrNameLst>
                                      </p:cBhvr>
                                      <p:tavLst>
                                        <p:tav tm="0">
                                          <p:val>
                                            <p:fltVal val="0"/>
                                          </p:val>
                                        </p:tav>
                                        <p:tav tm="100000">
                                          <p:val>
                                            <p:strVal val="#ppt_h"/>
                                          </p:val>
                                        </p:tav>
                                      </p:tavLst>
                                    </p:anim>
                                    <p:animEffect transition="in" filter="fade">
                                      <p:cBhvr>
                                        <p:cTn id="24" dur="500"/>
                                        <p:tgtEl>
                                          <p:spTgt spid="15"/>
                                        </p:tgtEl>
                                      </p:cBhvr>
                                    </p:animEffect>
                                  </p:childTnLst>
                                </p:cTn>
                              </p:par>
                              <p:par>
                                <p:cTn id="25" presetID="53" presetClass="entr" presetSubtype="16"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p:cTn id="27" dur="500" fill="hold"/>
                                        <p:tgtEl>
                                          <p:spTgt spid="19"/>
                                        </p:tgtEl>
                                        <p:attrNameLst>
                                          <p:attrName>ppt_w</p:attrName>
                                        </p:attrNameLst>
                                      </p:cBhvr>
                                      <p:tavLst>
                                        <p:tav tm="0">
                                          <p:val>
                                            <p:fltVal val="0"/>
                                          </p:val>
                                        </p:tav>
                                        <p:tav tm="100000">
                                          <p:val>
                                            <p:strVal val="#ppt_w"/>
                                          </p:val>
                                        </p:tav>
                                      </p:tavLst>
                                    </p:anim>
                                    <p:anim calcmode="lin" valueType="num">
                                      <p:cBhvr>
                                        <p:cTn id="28" dur="500" fill="hold"/>
                                        <p:tgtEl>
                                          <p:spTgt spid="19"/>
                                        </p:tgtEl>
                                        <p:attrNameLst>
                                          <p:attrName>ppt_h</p:attrName>
                                        </p:attrNameLst>
                                      </p:cBhvr>
                                      <p:tavLst>
                                        <p:tav tm="0">
                                          <p:val>
                                            <p:fltVal val="0"/>
                                          </p:val>
                                        </p:tav>
                                        <p:tav tm="100000">
                                          <p:val>
                                            <p:strVal val="#ppt_h"/>
                                          </p:val>
                                        </p:tav>
                                      </p:tavLst>
                                    </p:anim>
                                    <p:animEffect transition="in" filter="fade">
                                      <p:cBhvr>
                                        <p:cTn id="29" dur="500"/>
                                        <p:tgtEl>
                                          <p:spTgt spid="19"/>
                                        </p:tgtEl>
                                      </p:cBhvr>
                                    </p:animEffect>
                                  </p:childTnLst>
                                </p:cTn>
                              </p:par>
                              <p:par>
                                <p:cTn id="30" presetID="53" presetClass="entr" presetSubtype="16" fill="hold" nodeType="withEffect">
                                  <p:stCondLst>
                                    <p:cond delay="0"/>
                                  </p:stCondLst>
                                  <p:childTnLst>
                                    <p:set>
                                      <p:cBhvr>
                                        <p:cTn id="31" dur="1" fill="hold">
                                          <p:stCondLst>
                                            <p:cond delay="0"/>
                                          </p:stCondLst>
                                        </p:cTn>
                                        <p:tgtEl>
                                          <p:spTgt spid="23"/>
                                        </p:tgtEl>
                                        <p:attrNameLst>
                                          <p:attrName>style.visibility</p:attrName>
                                        </p:attrNameLst>
                                      </p:cBhvr>
                                      <p:to>
                                        <p:strVal val="visible"/>
                                      </p:to>
                                    </p:set>
                                    <p:anim calcmode="lin" valueType="num">
                                      <p:cBhvr>
                                        <p:cTn id="32" dur="500" fill="hold"/>
                                        <p:tgtEl>
                                          <p:spTgt spid="23"/>
                                        </p:tgtEl>
                                        <p:attrNameLst>
                                          <p:attrName>ppt_w</p:attrName>
                                        </p:attrNameLst>
                                      </p:cBhvr>
                                      <p:tavLst>
                                        <p:tav tm="0">
                                          <p:val>
                                            <p:fltVal val="0"/>
                                          </p:val>
                                        </p:tav>
                                        <p:tav tm="100000">
                                          <p:val>
                                            <p:strVal val="#ppt_w"/>
                                          </p:val>
                                        </p:tav>
                                      </p:tavLst>
                                    </p:anim>
                                    <p:anim calcmode="lin" valueType="num">
                                      <p:cBhvr>
                                        <p:cTn id="33" dur="500" fill="hold"/>
                                        <p:tgtEl>
                                          <p:spTgt spid="23"/>
                                        </p:tgtEl>
                                        <p:attrNameLst>
                                          <p:attrName>ppt_h</p:attrName>
                                        </p:attrNameLst>
                                      </p:cBhvr>
                                      <p:tavLst>
                                        <p:tav tm="0">
                                          <p:val>
                                            <p:fltVal val="0"/>
                                          </p:val>
                                        </p:tav>
                                        <p:tav tm="100000">
                                          <p:val>
                                            <p:strVal val="#ppt_h"/>
                                          </p:val>
                                        </p:tav>
                                      </p:tavLst>
                                    </p:anim>
                                    <p:animEffect transition="in" filter="fade">
                                      <p:cBhvr>
                                        <p:cTn id="34" dur="500"/>
                                        <p:tgtEl>
                                          <p:spTgt spid="23"/>
                                        </p:tgtEl>
                                      </p:cBhvr>
                                    </p:animEffect>
                                  </p:childTnLst>
                                </p:cTn>
                              </p:par>
                              <p:par>
                                <p:cTn id="35" presetID="53" presetClass="entr" presetSubtype="16" fill="hold" nodeType="withEffect">
                                  <p:stCondLst>
                                    <p:cond delay="0"/>
                                  </p:stCondLst>
                                  <p:childTnLst>
                                    <p:set>
                                      <p:cBhvr>
                                        <p:cTn id="36" dur="1" fill="hold">
                                          <p:stCondLst>
                                            <p:cond delay="0"/>
                                          </p:stCondLst>
                                        </p:cTn>
                                        <p:tgtEl>
                                          <p:spTgt spid="31"/>
                                        </p:tgtEl>
                                        <p:attrNameLst>
                                          <p:attrName>style.visibility</p:attrName>
                                        </p:attrNameLst>
                                      </p:cBhvr>
                                      <p:to>
                                        <p:strVal val="visible"/>
                                      </p:to>
                                    </p:set>
                                    <p:anim calcmode="lin" valueType="num">
                                      <p:cBhvr>
                                        <p:cTn id="37" dur="500" fill="hold"/>
                                        <p:tgtEl>
                                          <p:spTgt spid="31"/>
                                        </p:tgtEl>
                                        <p:attrNameLst>
                                          <p:attrName>ppt_w</p:attrName>
                                        </p:attrNameLst>
                                      </p:cBhvr>
                                      <p:tavLst>
                                        <p:tav tm="0">
                                          <p:val>
                                            <p:fltVal val="0"/>
                                          </p:val>
                                        </p:tav>
                                        <p:tav tm="100000">
                                          <p:val>
                                            <p:strVal val="#ppt_w"/>
                                          </p:val>
                                        </p:tav>
                                      </p:tavLst>
                                    </p:anim>
                                    <p:anim calcmode="lin" valueType="num">
                                      <p:cBhvr>
                                        <p:cTn id="38" dur="500" fill="hold"/>
                                        <p:tgtEl>
                                          <p:spTgt spid="31"/>
                                        </p:tgtEl>
                                        <p:attrNameLst>
                                          <p:attrName>ppt_h</p:attrName>
                                        </p:attrNameLst>
                                      </p:cBhvr>
                                      <p:tavLst>
                                        <p:tav tm="0">
                                          <p:val>
                                            <p:fltVal val="0"/>
                                          </p:val>
                                        </p:tav>
                                        <p:tav tm="100000">
                                          <p:val>
                                            <p:strVal val="#ppt_h"/>
                                          </p:val>
                                        </p:tav>
                                      </p:tavLst>
                                    </p:anim>
                                    <p:animEffect transition="in" filter="fade">
                                      <p:cBhvr>
                                        <p:cTn id="39" dur="500"/>
                                        <p:tgtEl>
                                          <p:spTgt spid="31"/>
                                        </p:tgtEl>
                                      </p:cBhvr>
                                    </p:animEffect>
                                  </p:childTnLst>
                                </p:cTn>
                              </p:par>
                              <p:par>
                                <p:cTn id="40" presetID="53" presetClass="entr" presetSubtype="16" fill="hold" nodeType="withEffect">
                                  <p:stCondLst>
                                    <p:cond delay="0"/>
                                  </p:stCondLst>
                                  <p:childTnLst>
                                    <p:set>
                                      <p:cBhvr>
                                        <p:cTn id="41" dur="1" fill="hold">
                                          <p:stCondLst>
                                            <p:cond delay="0"/>
                                          </p:stCondLst>
                                        </p:cTn>
                                        <p:tgtEl>
                                          <p:spTgt spid="35"/>
                                        </p:tgtEl>
                                        <p:attrNameLst>
                                          <p:attrName>style.visibility</p:attrName>
                                        </p:attrNameLst>
                                      </p:cBhvr>
                                      <p:to>
                                        <p:strVal val="visible"/>
                                      </p:to>
                                    </p:set>
                                    <p:anim calcmode="lin" valueType="num">
                                      <p:cBhvr>
                                        <p:cTn id="42" dur="500" fill="hold"/>
                                        <p:tgtEl>
                                          <p:spTgt spid="35"/>
                                        </p:tgtEl>
                                        <p:attrNameLst>
                                          <p:attrName>ppt_w</p:attrName>
                                        </p:attrNameLst>
                                      </p:cBhvr>
                                      <p:tavLst>
                                        <p:tav tm="0">
                                          <p:val>
                                            <p:fltVal val="0"/>
                                          </p:val>
                                        </p:tav>
                                        <p:tav tm="100000">
                                          <p:val>
                                            <p:strVal val="#ppt_w"/>
                                          </p:val>
                                        </p:tav>
                                      </p:tavLst>
                                    </p:anim>
                                    <p:anim calcmode="lin" valueType="num">
                                      <p:cBhvr>
                                        <p:cTn id="43" dur="500" fill="hold"/>
                                        <p:tgtEl>
                                          <p:spTgt spid="35"/>
                                        </p:tgtEl>
                                        <p:attrNameLst>
                                          <p:attrName>ppt_h</p:attrName>
                                        </p:attrNameLst>
                                      </p:cBhvr>
                                      <p:tavLst>
                                        <p:tav tm="0">
                                          <p:val>
                                            <p:fltVal val="0"/>
                                          </p:val>
                                        </p:tav>
                                        <p:tav tm="100000">
                                          <p:val>
                                            <p:strVal val="#ppt_h"/>
                                          </p:val>
                                        </p:tav>
                                      </p:tavLst>
                                    </p:anim>
                                    <p:animEffect transition="in" filter="fade">
                                      <p:cBhvr>
                                        <p:cTn id="44" dur="500"/>
                                        <p:tgtEl>
                                          <p:spTgt spid="35"/>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36"/>
                                        </p:tgtEl>
                                        <p:attrNameLst>
                                          <p:attrName>style.visibility</p:attrName>
                                        </p:attrNameLst>
                                      </p:cBhvr>
                                      <p:to>
                                        <p:strVal val="visible"/>
                                      </p:to>
                                    </p:set>
                                    <p:anim calcmode="lin" valueType="num">
                                      <p:cBhvr>
                                        <p:cTn id="47" dur="500" fill="hold"/>
                                        <p:tgtEl>
                                          <p:spTgt spid="36"/>
                                        </p:tgtEl>
                                        <p:attrNameLst>
                                          <p:attrName>ppt_w</p:attrName>
                                        </p:attrNameLst>
                                      </p:cBhvr>
                                      <p:tavLst>
                                        <p:tav tm="0">
                                          <p:val>
                                            <p:fltVal val="0"/>
                                          </p:val>
                                        </p:tav>
                                        <p:tav tm="100000">
                                          <p:val>
                                            <p:strVal val="#ppt_w"/>
                                          </p:val>
                                        </p:tav>
                                      </p:tavLst>
                                    </p:anim>
                                    <p:anim calcmode="lin" valueType="num">
                                      <p:cBhvr>
                                        <p:cTn id="48" dur="500" fill="hold"/>
                                        <p:tgtEl>
                                          <p:spTgt spid="36"/>
                                        </p:tgtEl>
                                        <p:attrNameLst>
                                          <p:attrName>ppt_h</p:attrName>
                                        </p:attrNameLst>
                                      </p:cBhvr>
                                      <p:tavLst>
                                        <p:tav tm="0">
                                          <p:val>
                                            <p:fltVal val="0"/>
                                          </p:val>
                                        </p:tav>
                                        <p:tav tm="100000">
                                          <p:val>
                                            <p:strVal val="#ppt_h"/>
                                          </p:val>
                                        </p:tav>
                                      </p:tavLst>
                                    </p:anim>
                                    <p:animEffect transition="in" filter="fade">
                                      <p:cBhvr>
                                        <p:cTn id="49" dur="500"/>
                                        <p:tgtEl>
                                          <p:spTgt spid="36"/>
                                        </p:tgtEl>
                                      </p:cBhvr>
                                    </p:animEffect>
                                  </p:childTnLst>
                                </p:cTn>
                              </p:par>
                              <p:par>
                                <p:cTn id="50" presetID="53" presetClass="entr" presetSubtype="16" fill="hold" nodeType="withEffect">
                                  <p:stCondLst>
                                    <p:cond delay="0"/>
                                  </p:stCondLst>
                                  <p:childTnLst>
                                    <p:set>
                                      <p:cBhvr>
                                        <p:cTn id="51" dur="1" fill="hold">
                                          <p:stCondLst>
                                            <p:cond delay="0"/>
                                          </p:stCondLst>
                                        </p:cTn>
                                        <p:tgtEl>
                                          <p:spTgt spid="44"/>
                                        </p:tgtEl>
                                        <p:attrNameLst>
                                          <p:attrName>style.visibility</p:attrName>
                                        </p:attrNameLst>
                                      </p:cBhvr>
                                      <p:to>
                                        <p:strVal val="visible"/>
                                      </p:to>
                                    </p:set>
                                    <p:anim calcmode="lin" valueType="num">
                                      <p:cBhvr>
                                        <p:cTn id="52" dur="500" fill="hold"/>
                                        <p:tgtEl>
                                          <p:spTgt spid="44"/>
                                        </p:tgtEl>
                                        <p:attrNameLst>
                                          <p:attrName>ppt_w</p:attrName>
                                        </p:attrNameLst>
                                      </p:cBhvr>
                                      <p:tavLst>
                                        <p:tav tm="0">
                                          <p:val>
                                            <p:fltVal val="0"/>
                                          </p:val>
                                        </p:tav>
                                        <p:tav tm="100000">
                                          <p:val>
                                            <p:strVal val="#ppt_w"/>
                                          </p:val>
                                        </p:tav>
                                      </p:tavLst>
                                    </p:anim>
                                    <p:anim calcmode="lin" valueType="num">
                                      <p:cBhvr>
                                        <p:cTn id="53" dur="500" fill="hold"/>
                                        <p:tgtEl>
                                          <p:spTgt spid="44"/>
                                        </p:tgtEl>
                                        <p:attrNameLst>
                                          <p:attrName>ppt_h</p:attrName>
                                        </p:attrNameLst>
                                      </p:cBhvr>
                                      <p:tavLst>
                                        <p:tav tm="0">
                                          <p:val>
                                            <p:fltVal val="0"/>
                                          </p:val>
                                        </p:tav>
                                        <p:tav tm="100000">
                                          <p:val>
                                            <p:strVal val="#ppt_h"/>
                                          </p:val>
                                        </p:tav>
                                      </p:tavLst>
                                    </p:anim>
                                    <p:animEffect transition="in" filter="fade">
                                      <p:cBhvr>
                                        <p:cTn id="54" dur="500"/>
                                        <p:tgtEl>
                                          <p:spTgt spid="44"/>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65"/>
                                        </p:tgtEl>
                                        <p:attrNameLst>
                                          <p:attrName>style.visibility</p:attrName>
                                        </p:attrNameLst>
                                      </p:cBhvr>
                                      <p:to>
                                        <p:strVal val="visible"/>
                                      </p:to>
                                    </p:set>
                                    <p:anim calcmode="lin" valueType="num">
                                      <p:cBhvr>
                                        <p:cTn id="57" dur="500" fill="hold"/>
                                        <p:tgtEl>
                                          <p:spTgt spid="65"/>
                                        </p:tgtEl>
                                        <p:attrNameLst>
                                          <p:attrName>ppt_w</p:attrName>
                                        </p:attrNameLst>
                                      </p:cBhvr>
                                      <p:tavLst>
                                        <p:tav tm="0">
                                          <p:val>
                                            <p:fltVal val="0"/>
                                          </p:val>
                                        </p:tav>
                                        <p:tav tm="100000">
                                          <p:val>
                                            <p:strVal val="#ppt_w"/>
                                          </p:val>
                                        </p:tav>
                                      </p:tavLst>
                                    </p:anim>
                                    <p:anim calcmode="lin" valueType="num">
                                      <p:cBhvr>
                                        <p:cTn id="58" dur="500" fill="hold"/>
                                        <p:tgtEl>
                                          <p:spTgt spid="65"/>
                                        </p:tgtEl>
                                        <p:attrNameLst>
                                          <p:attrName>ppt_h</p:attrName>
                                        </p:attrNameLst>
                                      </p:cBhvr>
                                      <p:tavLst>
                                        <p:tav tm="0">
                                          <p:val>
                                            <p:fltVal val="0"/>
                                          </p:val>
                                        </p:tav>
                                        <p:tav tm="100000">
                                          <p:val>
                                            <p:strVal val="#ppt_h"/>
                                          </p:val>
                                        </p:tav>
                                      </p:tavLst>
                                    </p:anim>
                                    <p:animEffect transition="in" filter="fade">
                                      <p:cBhvr>
                                        <p:cTn id="59" dur="500"/>
                                        <p:tgtEl>
                                          <p:spTgt spid="65"/>
                                        </p:tgtEl>
                                      </p:cBhvr>
                                    </p:animEffect>
                                  </p:childTnLst>
                                </p:cTn>
                              </p:par>
                              <p:par>
                                <p:cTn id="60" presetID="53" presetClass="entr" presetSubtype="16" fill="hold" nodeType="withEffect">
                                  <p:stCondLst>
                                    <p:cond delay="0"/>
                                  </p:stCondLst>
                                  <p:childTnLst>
                                    <p:set>
                                      <p:cBhvr>
                                        <p:cTn id="61" dur="1" fill="hold">
                                          <p:stCondLst>
                                            <p:cond delay="0"/>
                                          </p:stCondLst>
                                        </p:cTn>
                                        <p:tgtEl>
                                          <p:spTgt spid="66"/>
                                        </p:tgtEl>
                                        <p:attrNameLst>
                                          <p:attrName>style.visibility</p:attrName>
                                        </p:attrNameLst>
                                      </p:cBhvr>
                                      <p:to>
                                        <p:strVal val="visible"/>
                                      </p:to>
                                    </p:set>
                                    <p:anim calcmode="lin" valueType="num">
                                      <p:cBhvr>
                                        <p:cTn id="62" dur="500" fill="hold"/>
                                        <p:tgtEl>
                                          <p:spTgt spid="66"/>
                                        </p:tgtEl>
                                        <p:attrNameLst>
                                          <p:attrName>ppt_w</p:attrName>
                                        </p:attrNameLst>
                                      </p:cBhvr>
                                      <p:tavLst>
                                        <p:tav tm="0">
                                          <p:val>
                                            <p:fltVal val="0"/>
                                          </p:val>
                                        </p:tav>
                                        <p:tav tm="100000">
                                          <p:val>
                                            <p:strVal val="#ppt_w"/>
                                          </p:val>
                                        </p:tav>
                                      </p:tavLst>
                                    </p:anim>
                                    <p:anim calcmode="lin" valueType="num">
                                      <p:cBhvr>
                                        <p:cTn id="63" dur="500" fill="hold"/>
                                        <p:tgtEl>
                                          <p:spTgt spid="66"/>
                                        </p:tgtEl>
                                        <p:attrNameLst>
                                          <p:attrName>ppt_h</p:attrName>
                                        </p:attrNameLst>
                                      </p:cBhvr>
                                      <p:tavLst>
                                        <p:tav tm="0">
                                          <p:val>
                                            <p:fltVal val="0"/>
                                          </p:val>
                                        </p:tav>
                                        <p:tav tm="100000">
                                          <p:val>
                                            <p:strVal val="#ppt_h"/>
                                          </p:val>
                                        </p:tav>
                                      </p:tavLst>
                                    </p:anim>
                                    <p:animEffect transition="in" filter="fade">
                                      <p:cBhvr>
                                        <p:cTn id="64" dur="500"/>
                                        <p:tgtEl>
                                          <p:spTgt spid="66"/>
                                        </p:tgtEl>
                                      </p:cBhvr>
                                    </p:animEffect>
                                  </p:childTnLst>
                                </p:cTn>
                              </p:par>
                              <p:par>
                                <p:cTn id="65" presetID="53" presetClass="entr" presetSubtype="16" fill="hold" nodeType="withEffect">
                                  <p:stCondLst>
                                    <p:cond delay="0"/>
                                  </p:stCondLst>
                                  <p:childTnLst>
                                    <p:set>
                                      <p:cBhvr>
                                        <p:cTn id="66" dur="1" fill="hold">
                                          <p:stCondLst>
                                            <p:cond delay="0"/>
                                          </p:stCondLst>
                                        </p:cTn>
                                        <p:tgtEl>
                                          <p:spTgt spid="67"/>
                                        </p:tgtEl>
                                        <p:attrNameLst>
                                          <p:attrName>style.visibility</p:attrName>
                                        </p:attrNameLst>
                                      </p:cBhvr>
                                      <p:to>
                                        <p:strVal val="visible"/>
                                      </p:to>
                                    </p:set>
                                    <p:anim calcmode="lin" valueType="num">
                                      <p:cBhvr>
                                        <p:cTn id="67" dur="500" fill="hold"/>
                                        <p:tgtEl>
                                          <p:spTgt spid="67"/>
                                        </p:tgtEl>
                                        <p:attrNameLst>
                                          <p:attrName>ppt_w</p:attrName>
                                        </p:attrNameLst>
                                      </p:cBhvr>
                                      <p:tavLst>
                                        <p:tav tm="0">
                                          <p:val>
                                            <p:fltVal val="0"/>
                                          </p:val>
                                        </p:tav>
                                        <p:tav tm="100000">
                                          <p:val>
                                            <p:strVal val="#ppt_w"/>
                                          </p:val>
                                        </p:tav>
                                      </p:tavLst>
                                    </p:anim>
                                    <p:anim calcmode="lin" valueType="num">
                                      <p:cBhvr>
                                        <p:cTn id="68" dur="500" fill="hold"/>
                                        <p:tgtEl>
                                          <p:spTgt spid="67"/>
                                        </p:tgtEl>
                                        <p:attrNameLst>
                                          <p:attrName>ppt_h</p:attrName>
                                        </p:attrNameLst>
                                      </p:cBhvr>
                                      <p:tavLst>
                                        <p:tav tm="0">
                                          <p:val>
                                            <p:fltVal val="0"/>
                                          </p:val>
                                        </p:tav>
                                        <p:tav tm="100000">
                                          <p:val>
                                            <p:strVal val="#ppt_h"/>
                                          </p:val>
                                        </p:tav>
                                      </p:tavLst>
                                    </p:anim>
                                    <p:animEffect transition="in" filter="fade">
                                      <p:cBhvr>
                                        <p:cTn id="69" dur="500"/>
                                        <p:tgtEl>
                                          <p:spTgt spid="67"/>
                                        </p:tgtEl>
                                      </p:cBhvr>
                                    </p:animEffect>
                                  </p:childTnLst>
                                </p:cTn>
                              </p:par>
                              <p:par>
                                <p:cTn id="70" presetID="53" presetClass="entr" presetSubtype="16" fill="hold" nodeType="withEffect">
                                  <p:stCondLst>
                                    <p:cond delay="0"/>
                                  </p:stCondLst>
                                  <p:childTnLst>
                                    <p:set>
                                      <p:cBhvr>
                                        <p:cTn id="71" dur="1" fill="hold">
                                          <p:stCondLst>
                                            <p:cond delay="0"/>
                                          </p:stCondLst>
                                        </p:cTn>
                                        <p:tgtEl>
                                          <p:spTgt spid="72"/>
                                        </p:tgtEl>
                                        <p:attrNameLst>
                                          <p:attrName>style.visibility</p:attrName>
                                        </p:attrNameLst>
                                      </p:cBhvr>
                                      <p:to>
                                        <p:strVal val="visible"/>
                                      </p:to>
                                    </p:set>
                                    <p:anim calcmode="lin" valueType="num">
                                      <p:cBhvr>
                                        <p:cTn id="72" dur="500" fill="hold"/>
                                        <p:tgtEl>
                                          <p:spTgt spid="72"/>
                                        </p:tgtEl>
                                        <p:attrNameLst>
                                          <p:attrName>ppt_w</p:attrName>
                                        </p:attrNameLst>
                                      </p:cBhvr>
                                      <p:tavLst>
                                        <p:tav tm="0">
                                          <p:val>
                                            <p:fltVal val="0"/>
                                          </p:val>
                                        </p:tav>
                                        <p:tav tm="100000">
                                          <p:val>
                                            <p:strVal val="#ppt_w"/>
                                          </p:val>
                                        </p:tav>
                                      </p:tavLst>
                                    </p:anim>
                                    <p:anim calcmode="lin" valueType="num">
                                      <p:cBhvr>
                                        <p:cTn id="73" dur="500" fill="hold"/>
                                        <p:tgtEl>
                                          <p:spTgt spid="72"/>
                                        </p:tgtEl>
                                        <p:attrNameLst>
                                          <p:attrName>ppt_h</p:attrName>
                                        </p:attrNameLst>
                                      </p:cBhvr>
                                      <p:tavLst>
                                        <p:tav tm="0">
                                          <p:val>
                                            <p:fltVal val="0"/>
                                          </p:val>
                                        </p:tav>
                                        <p:tav tm="100000">
                                          <p:val>
                                            <p:strVal val="#ppt_h"/>
                                          </p:val>
                                        </p:tav>
                                      </p:tavLst>
                                    </p:anim>
                                    <p:animEffect transition="in" filter="fade">
                                      <p:cBhvr>
                                        <p:cTn id="74" dur="500"/>
                                        <p:tgtEl>
                                          <p:spTgt spid="72"/>
                                        </p:tgtEl>
                                      </p:cBhvr>
                                    </p:animEffect>
                                  </p:childTnLst>
                                </p:cTn>
                              </p:par>
                              <p:par>
                                <p:cTn id="75" presetID="53" presetClass="entr" presetSubtype="16" fill="hold" nodeType="withEffect">
                                  <p:stCondLst>
                                    <p:cond delay="0"/>
                                  </p:stCondLst>
                                  <p:childTnLst>
                                    <p:set>
                                      <p:cBhvr>
                                        <p:cTn id="76" dur="1" fill="hold">
                                          <p:stCondLst>
                                            <p:cond delay="0"/>
                                          </p:stCondLst>
                                        </p:cTn>
                                        <p:tgtEl>
                                          <p:spTgt spid="76"/>
                                        </p:tgtEl>
                                        <p:attrNameLst>
                                          <p:attrName>style.visibility</p:attrName>
                                        </p:attrNameLst>
                                      </p:cBhvr>
                                      <p:to>
                                        <p:strVal val="visible"/>
                                      </p:to>
                                    </p:set>
                                    <p:anim calcmode="lin" valueType="num">
                                      <p:cBhvr>
                                        <p:cTn id="77" dur="500" fill="hold"/>
                                        <p:tgtEl>
                                          <p:spTgt spid="76"/>
                                        </p:tgtEl>
                                        <p:attrNameLst>
                                          <p:attrName>ppt_w</p:attrName>
                                        </p:attrNameLst>
                                      </p:cBhvr>
                                      <p:tavLst>
                                        <p:tav tm="0">
                                          <p:val>
                                            <p:fltVal val="0"/>
                                          </p:val>
                                        </p:tav>
                                        <p:tav tm="100000">
                                          <p:val>
                                            <p:strVal val="#ppt_w"/>
                                          </p:val>
                                        </p:tav>
                                      </p:tavLst>
                                    </p:anim>
                                    <p:anim calcmode="lin" valueType="num">
                                      <p:cBhvr>
                                        <p:cTn id="78" dur="500" fill="hold"/>
                                        <p:tgtEl>
                                          <p:spTgt spid="76"/>
                                        </p:tgtEl>
                                        <p:attrNameLst>
                                          <p:attrName>ppt_h</p:attrName>
                                        </p:attrNameLst>
                                      </p:cBhvr>
                                      <p:tavLst>
                                        <p:tav tm="0">
                                          <p:val>
                                            <p:fltVal val="0"/>
                                          </p:val>
                                        </p:tav>
                                        <p:tav tm="100000">
                                          <p:val>
                                            <p:strVal val="#ppt_h"/>
                                          </p:val>
                                        </p:tav>
                                      </p:tavLst>
                                    </p:anim>
                                    <p:animEffect transition="in" filter="fade">
                                      <p:cBhvr>
                                        <p:cTn id="79" dur="500"/>
                                        <p:tgtEl>
                                          <p:spTgt spid="76"/>
                                        </p:tgtEl>
                                      </p:cBhvr>
                                    </p:animEffect>
                                  </p:childTnLst>
                                </p:cTn>
                              </p:par>
                              <p:par>
                                <p:cTn id="80" presetID="53" presetClass="entr" presetSubtype="16" fill="hold" nodeType="withEffect">
                                  <p:stCondLst>
                                    <p:cond delay="0"/>
                                  </p:stCondLst>
                                  <p:childTnLst>
                                    <p:set>
                                      <p:cBhvr>
                                        <p:cTn id="81" dur="1" fill="hold">
                                          <p:stCondLst>
                                            <p:cond delay="0"/>
                                          </p:stCondLst>
                                        </p:cTn>
                                        <p:tgtEl>
                                          <p:spTgt spid="79"/>
                                        </p:tgtEl>
                                        <p:attrNameLst>
                                          <p:attrName>style.visibility</p:attrName>
                                        </p:attrNameLst>
                                      </p:cBhvr>
                                      <p:to>
                                        <p:strVal val="visible"/>
                                      </p:to>
                                    </p:set>
                                    <p:anim calcmode="lin" valueType="num">
                                      <p:cBhvr>
                                        <p:cTn id="82" dur="500" fill="hold"/>
                                        <p:tgtEl>
                                          <p:spTgt spid="79"/>
                                        </p:tgtEl>
                                        <p:attrNameLst>
                                          <p:attrName>ppt_w</p:attrName>
                                        </p:attrNameLst>
                                      </p:cBhvr>
                                      <p:tavLst>
                                        <p:tav tm="0">
                                          <p:val>
                                            <p:fltVal val="0"/>
                                          </p:val>
                                        </p:tav>
                                        <p:tav tm="100000">
                                          <p:val>
                                            <p:strVal val="#ppt_w"/>
                                          </p:val>
                                        </p:tav>
                                      </p:tavLst>
                                    </p:anim>
                                    <p:anim calcmode="lin" valueType="num">
                                      <p:cBhvr>
                                        <p:cTn id="83" dur="500" fill="hold"/>
                                        <p:tgtEl>
                                          <p:spTgt spid="79"/>
                                        </p:tgtEl>
                                        <p:attrNameLst>
                                          <p:attrName>ppt_h</p:attrName>
                                        </p:attrNameLst>
                                      </p:cBhvr>
                                      <p:tavLst>
                                        <p:tav tm="0">
                                          <p:val>
                                            <p:fltVal val="0"/>
                                          </p:val>
                                        </p:tav>
                                        <p:tav tm="100000">
                                          <p:val>
                                            <p:strVal val="#ppt_h"/>
                                          </p:val>
                                        </p:tav>
                                      </p:tavLst>
                                    </p:anim>
                                    <p:animEffect transition="in" filter="fade">
                                      <p:cBhvr>
                                        <p:cTn id="84" dur="500"/>
                                        <p:tgtEl>
                                          <p:spTgt spid="79"/>
                                        </p:tgtEl>
                                      </p:cBhvr>
                                    </p:animEffect>
                                  </p:childTnLst>
                                </p:cTn>
                              </p:par>
                              <p:par>
                                <p:cTn id="85" presetID="53" presetClass="entr" presetSubtype="16" fill="hold" grpId="0" nodeType="withEffect">
                                  <p:stCondLst>
                                    <p:cond delay="0"/>
                                  </p:stCondLst>
                                  <p:childTnLst>
                                    <p:set>
                                      <p:cBhvr>
                                        <p:cTn id="86" dur="1" fill="hold">
                                          <p:stCondLst>
                                            <p:cond delay="0"/>
                                          </p:stCondLst>
                                        </p:cTn>
                                        <p:tgtEl>
                                          <p:spTgt spid="80"/>
                                        </p:tgtEl>
                                        <p:attrNameLst>
                                          <p:attrName>style.visibility</p:attrName>
                                        </p:attrNameLst>
                                      </p:cBhvr>
                                      <p:to>
                                        <p:strVal val="visible"/>
                                      </p:to>
                                    </p:set>
                                    <p:anim calcmode="lin" valueType="num">
                                      <p:cBhvr>
                                        <p:cTn id="87" dur="500" fill="hold"/>
                                        <p:tgtEl>
                                          <p:spTgt spid="80"/>
                                        </p:tgtEl>
                                        <p:attrNameLst>
                                          <p:attrName>ppt_w</p:attrName>
                                        </p:attrNameLst>
                                      </p:cBhvr>
                                      <p:tavLst>
                                        <p:tav tm="0">
                                          <p:val>
                                            <p:fltVal val="0"/>
                                          </p:val>
                                        </p:tav>
                                        <p:tav tm="100000">
                                          <p:val>
                                            <p:strVal val="#ppt_w"/>
                                          </p:val>
                                        </p:tav>
                                      </p:tavLst>
                                    </p:anim>
                                    <p:anim calcmode="lin" valueType="num">
                                      <p:cBhvr>
                                        <p:cTn id="88" dur="500" fill="hold"/>
                                        <p:tgtEl>
                                          <p:spTgt spid="80"/>
                                        </p:tgtEl>
                                        <p:attrNameLst>
                                          <p:attrName>ppt_h</p:attrName>
                                        </p:attrNameLst>
                                      </p:cBhvr>
                                      <p:tavLst>
                                        <p:tav tm="0">
                                          <p:val>
                                            <p:fltVal val="0"/>
                                          </p:val>
                                        </p:tav>
                                        <p:tav tm="100000">
                                          <p:val>
                                            <p:strVal val="#ppt_h"/>
                                          </p:val>
                                        </p:tav>
                                      </p:tavLst>
                                    </p:anim>
                                    <p:animEffect transition="in" filter="fade">
                                      <p:cBhvr>
                                        <p:cTn id="89" dur="500"/>
                                        <p:tgtEl>
                                          <p:spTgt spid="80"/>
                                        </p:tgtEl>
                                      </p:cBhvr>
                                    </p:animEffect>
                                  </p:childTnLst>
                                </p:cTn>
                              </p:par>
                              <p:par>
                                <p:cTn id="90" presetID="53" presetClass="entr" presetSubtype="16" fill="hold" nodeType="withEffect">
                                  <p:stCondLst>
                                    <p:cond delay="0"/>
                                  </p:stCondLst>
                                  <p:childTnLst>
                                    <p:set>
                                      <p:cBhvr>
                                        <p:cTn id="91" dur="1" fill="hold">
                                          <p:stCondLst>
                                            <p:cond delay="0"/>
                                          </p:stCondLst>
                                        </p:cTn>
                                        <p:tgtEl>
                                          <p:spTgt spid="81"/>
                                        </p:tgtEl>
                                        <p:attrNameLst>
                                          <p:attrName>style.visibility</p:attrName>
                                        </p:attrNameLst>
                                      </p:cBhvr>
                                      <p:to>
                                        <p:strVal val="visible"/>
                                      </p:to>
                                    </p:set>
                                    <p:anim calcmode="lin" valueType="num">
                                      <p:cBhvr>
                                        <p:cTn id="92" dur="500" fill="hold"/>
                                        <p:tgtEl>
                                          <p:spTgt spid="81"/>
                                        </p:tgtEl>
                                        <p:attrNameLst>
                                          <p:attrName>ppt_w</p:attrName>
                                        </p:attrNameLst>
                                      </p:cBhvr>
                                      <p:tavLst>
                                        <p:tav tm="0">
                                          <p:val>
                                            <p:fltVal val="0"/>
                                          </p:val>
                                        </p:tav>
                                        <p:tav tm="100000">
                                          <p:val>
                                            <p:strVal val="#ppt_w"/>
                                          </p:val>
                                        </p:tav>
                                      </p:tavLst>
                                    </p:anim>
                                    <p:anim calcmode="lin" valueType="num">
                                      <p:cBhvr>
                                        <p:cTn id="93" dur="500" fill="hold"/>
                                        <p:tgtEl>
                                          <p:spTgt spid="81"/>
                                        </p:tgtEl>
                                        <p:attrNameLst>
                                          <p:attrName>ppt_h</p:attrName>
                                        </p:attrNameLst>
                                      </p:cBhvr>
                                      <p:tavLst>
                                        <p:tav tm="0">
                                          <p:val>
                                            <p:fltVal val="0"/>
                                          </p:val>
                                        </p:tav>
                                        <p:tav tm="100000">
                                          <p:val>
                                            <p:strVal val="#ppt_h"/>
                                          </p:val>
                                        </p:tav>
                                      </p:tavLst>
                                    </p:anim>
                                    <p:animEffect transition="in" filter="fade">
                                      <p:cBhvr>
                                        <p:cTn id="94" dur="500"/>
                                        <p:tgtEl>
                                          <p:spTgt spid="81"/>
                                        </p:tgtEl>
                                      </p:cBhvr>
                                    </p:animEffect>
                                  </p:childTnLst>
                                </p:cTn>
                              </p:par>
                              <p:par>
                                <p:cTn id="95" presetID="53" presetClass="entr" presetSubtype="16" fill="hold" nodeType="withEffect">
                                  <p:stCondLst>
                                    <p:cond delay="0"/>
                                  </p:stCondLst>
                                  <p:childTnLst>
                                    <p:set>
                                      <p:cBhvr>
                                        <p:cTn id="96" dur="1" fill="hold">
                                          <p:stCondLst>
                                            <p:cond delay="0"/>
                                          </p:stCondLst>
                                        </p:cTn>
                                        <p:tgtEl>
                                          <p:spTgt spid="10"/>
                                        </p:tgtEl>
                                        <p:attrNameLst>
                                          <p:attrName>style.visibility</p:attrName>
                                        </p:attrNameLst>
                                      </p:cBhvr>
                                      <p:to>
                                        <p:strVal val="visible"/>
                                      </p:to>
                                    </p:set>
                                    <p:anim calcmode="lin" valueType="num">
                                      <p:cBhvr>
                                        <p:cTn id="97" dur="500" fill="hold"/>
                                        <p:tgtEl>
                                          <p:spTgt spid="10"/>
                                        </p:tgtEl>
                                        <p:attrNameLst>
                                          <p:attrName>ppt_w</p:attrName>
                                        </p:attrNameLst>
                                      </p:cBhvr>
                                      <p:tavLst>
                                        <p:tav tm="0">
                                          <p:val>
                                            <p:fltVal val="0"/>
                                          </p:val>
                                        </p:tav>
                                        <p:tav tm="100000">
                                          <p:val>
                                            <p:strVal val="#ppt_w"/>
                                          </p:val>
                                        </p:tav>
                                      </p:tavLst>
                                    </p:anim>
                                    <p:anim calcmode="lin" valueType="num">
                                      <p:cBhvr>
                                        <p:cTn id="98" dur="500" fill="hold"/>
                                        <p:tgtEl>
                                          <p:spTgt spid="10"/>
                                        </p:tgtEl>
                                        <p:attrNameLst>
                                          <p:attrName>ppt_h</p:attrName>
                                        </p:attrNameLst>
                                      </p:cBhvr>
                                      <p:tavLst>
                                        <p:tav tm="0">
                                          <p:val>
                                            <p:fltVal val="0"/>
                                          </p:val>
                                        </p:tav>
                                        <p:tav tm="100000">
                                          <p:val>
                                            <p:strVal val="#ppt_h"/>
                                          </p:val>
                                        </p:tav>
                                      </p:tavLst>
                                    </p:anim>
                                    <p:animEffect transition="in" filter="fade">
                                      <p:cBhvr>
                                        <p:cTn id="99" dur="500"/>
                                        <p:tgtEl>
                                          <p:spTgt spid="10"/>
                                        </p:tgtEl>
                                      </p:cBhvr>
                                    </p:animEffect>
                                  </p:childTnLst>
                                </p:cTn>
                              </p:par>
                            </p:childTnLst>
                          </p:cTn>
                        </p:par>
                      </p:childTnLst>
                    </p:cTn>
                  </p:par>
                  <p:par>
                    <p:cTn id="100" fill="hold">
                      <p:stCondLst>
                        <p:cond delay="indefinite"/>
                      </p:stCondLst>
                      <p:childTnLst>
                        <p:par>
                          <p:cTn id="101" fill="hold">
                            <p:stCondLst>
                              <p:cond delay="0"/>
                            </p:stCondLst>
                            <p:childTnLst>
                              <p:par>
                                <p:cTn id="102" presetID="2" presetClass="entr" presetSubtype="4" fill="hold" nodeType="clickEffect">
                                  <p:stCondLst>
                                    <p:cond delay="0"/>
                                  </p:stCondLst>
                                  <p:childTnLst>
                                    <p:set>
                                      <p:cBhvr>
                                        <p:cTn id="103" dur="1" fill="hold">
                                          <p:stCondLst>
                                            <p:cond delay="0"/>
                                          </p:stCondLst>
                                        </p:cTn>
                                        <p:tgtEl>
                                          <p:spTgt spid="16"/>
                                        </p:tgtEl>
                                        <p:attrNameLst>
                                          <p:attrName>style.visibility</p:attrName>
                                        </p:attrNameLst>
                                      </p:cBhvr>
                                      <p:to>
                                        <p:strVal val="visible"/>
                                      </p:to>
                                    </p:set>
                                    <p:anim calcmode="lin" valueType="num">
                                      <p:cBhvr additive="base">
                                        <p:cTn id="104" dur="500" fill="hold"/>
                                        <p:tgtEl>
                                          <p:spTgt spid="16"/>
                                        </p:tgtEl>
                                        <p:attrNameLst>
                                          <p:attrName>ppt_x</p:attrName>
                                        </p:attrNameLst>
                                      </p:cBhvr>
                                      <p:tavLst>
                                        <p:tav tm="0">
                                          <p:val>
                                            <p:strVal val="#ppt_x"/>
                                          </p:val>
                                        </p:tav>
                                        <p:tav tm="100000">
                                          <p:val>
                                            <p:strVal val="#ppt_x"/>
                                          </p:val>
                                        </p:tav>
                                      </p:tavLst>
                                    </p:anim>
                                    <p:anim calcmode="lin" valueType="num">
                                      <p:cBhvr additive="base">
                                        <p:cTn id="105" dur="500" fill="hold"/>
                                        <p:tgtEl>
                                          <p:spTgt spid="16"/>
                                        </p:tgtEl>
                                        <p:attrNameLst>
                                          <p:attrName>ppt_y</p:attrName>
                                        </p:attrNameLst>
                                      </p:cBhvr>
                                      <p:tavLst>
                                        <p:tav tm="0">
                                          <p:val>
                                            <p:strVal val="1+#ppt_h/2"/>
                                          </p:val>
                                        </p:tav>
                                        <p:tav tm="100000">
                                          <p:val>
                                            <p:strVal val="#ppt_y"/>
                                          </p:val>
                                        </p:tav>
                                      </p:tavLst>
                                    </p:anim>
                                  </p:childTnLst>
                                </p:cTn>
                              </p:par>
                              <p:par>
                                <p:cTn id="106" presetID="2" presetClass="entr" presetSubtype="4" fill="hold" nodeType="withEffect">
                                  <p:stCondLst>
                                    <p:cond delay="0"/>
                                  </p:stCondLst>
                                  <p:childTnLst>
                                    <p:set>
                                      <p:cBhvr>
                                        <p:cTn id="107" dur="1" fill="hold">
                                          <p:stCondLst>
                                            <p:cond delay="0"/>
                                          </p:stCondLst>
                                        </p:cTn>
                                        <p:tgtEl>
                                          <p:spTgt spid="71"/>
                                        </p:tgtEl>
                                        <p:attrNameLst>
                                          <p:attrName>style.visibility</p:attrName>
                                        </p:attrNameLst>
                                      </p:cBhvr>
                                      <p:to>
                                        <p:strVal val="visible"/>
                                      </p:to>
                                    </p:set>
                                    <p:anim calcmode="lin" valueType="num">
                                      <p:cBhvr additive="base">
                                        <p:cTn id="108" dur="500" fill="hold"/>
                                        <p:tgtEl>
                                          <p:spTgt spid="71"/>
                                        </p:tgtEl>
                                        <p:attrNameLst>
                                          <p:attrName>ppt_x</p:attrName>
                                        </p:attrNameLst>
                                      </p:cBhvr>
                                      <p:tavLst>
                                        <p:tav tm="0">
                                          <p:val>
                                            <p:strVal val="#ppt_x"/>
                                          </p:val>
                                        </p:tav>
                                        <p:tav tm="100000">
                                          <p:val>
                                            <p:strVal val="#ppt_x"/>
                                          </p:val>
                                        </p:tav>
                                      </p:tavLst>
                                    </p:anim>
                                    <p:anim calcmode="lin" valueType="num">
                                      <p:cBhvr additive="base">
                                        <p:cTn id="109" dur="500" fill="hold"/>
                                        <p:tgtEl>
                                          <p:spTgt spid="71"/>
                                        </p:tgtEl>
                                        <p:attrNameLst>
                                          <p:attrName>ppt_y</p:attrName>
                                        </p:attrNameLst>
                                      </p:cBhvr>
                                      <p:tavLst>
                                        <p:tav tm="0">
                                          <p:val>
                                            <p:strVal val="1+#ppt_h/2"/>
                                          </p:val>
                                        </p:tav>
                                        <p:tav tm="100000">
                                          <p:val>
                                            <p:strVal val="#ppt_y"/>
                                          </p:val>
                                        </p:tav>
                                      </p:tavLst>
                                    </p:anim>
                                  </p:childTnLst>
                                </p:cTn>
                              </p:par>
                              <p:par>
                                <p:cTn id="110" presetID="2" presetClass="entr" presetSubtype="4" fill="hold" grpId="0" nodeType="withEffect">
                                  <p:stCondLst>
                                    <p:cond delay="0"/>
                                  </p:stCondLst>
                                  <p:childTnLst>
                                    <p:set>
                                      <p:cBhvr>
                                        <p:cTn id="111" dur="1" fill="hold">
                                          <p:stCondLst>
                                            <p:cond delay="0"/>
                                          </p:stCondLst>
                                        </p:cTn>
                                        <p:tgtEl>
                                          <p:spTgt spid="42"/>
                                        </p:tgtEl>
                                        <p:attrNameLst>
                                          <p:attrName>style.visibility</p:attrName>
                                        </p:attrNameLst>
                                      </p:cBhvr>
                                      <p:to>
                                        <p:strVal val="visible"/>
                                      </p:to>
                                    </p:set>
                                    <p:anim calcmode="lin" valueType="num">
                                      <p:cBhvr additive="base">
                                        <p:cTn id="112" dur="500" fill="hold"/>
                                        <p:tgtEl>
                                          <p:spTgt spid="42"/>
                                        </p:tgtEl>
                                        <p:attrNameLst>
                                          <p:attrName>ppt_x</p:attrName>
                                        </p:attrNameLst>
                                      </p:cBhvr>
                                      <p:tavLst>
                                        <p:tav tm="0">
                                          <p:val>
                                            <p:strVal val="#ppt_x"/>
                                          </p:val>
                                        </p:tav>
                                        <p:tav tm="100000">
                                          <p:val>
                                            <p:strVal val="#ppt_x"/>
                                          </p:val>
                                        </p:tav>
                                      </p:tavLst>
                                    </p:anim>
                                    <p:anim calcmode="lin" valueType="num">
                                      <p:cBhvr additive="base">
                                        <p:cTn id="113" dur="500" fill="hold"/>
                                        <p:tgtEl>
                                          <p:spTgt spid="42"/>
                                        </p:tgtEl>
                                        <p:attrNameLst>
                                          <p:attrName>ppt_y</p:attrName>
                                        </p:attrNameLst>
                                      </p:cBhvr>
                                      <p:tavLst>
                                        <p:tav tm="0">
                                          <p:val>
                                            <p:strVal val="1+#ppt_h/2"/>
                                          </p:val>
                                        </p:tav>
                                        <p:tav tm="100000">
                                          <p:val>
                                            <p:strVal val="#ppt_y"/>
                                          </p:val>
                                        </p:tav>
                                      </p:tavLst>
                                    </p:anim>
                                  </p:childTnLst>
                                </p:cTn>
                              </p:par>
                              <p:par>
                                <p:cTn id="114" presetID="2" presetClass="entr" presetSubtype="4" fill="hold" nodeType="withEffect">
                                  <p:stCondLst>
                                    <p:cond delay="0"/>
                                  </p:stCondLst>
                                  <p:childTnLst>
                                    <p:set>
                                      <p:cBhvr>
                                        <p:cTn id="115" dur="1" fill="hold">
                                          <p:stCondLst>
                                            <p:cond delay="0"/>
                                          </p:stCondLst>
                                        </p:cTn>
                                        <p:tgtEl>
                                          <p:spTgt spid="74"/>
                                        </p:tgtEl>
                                        <p:attrNameLst>
                                          <p:attrName>style.visibility</p:attrName>
                                        </p:attrNameLst>
                                      </p:cBhvr>
                                      <p:to>
                                        <p:strVal val="visible"/>
                                      </p:to>
                                    </p:set>
                                    <p:anim calcmode="lin" valueType="num">
                                      <p:cBhvr additive="base">
                                        <p:cTn id="116" dur="500" fill="hold"/>
                                        <p:tgtEl>
                                          <p:spTgt spid="74"/>
                                        </p:tgtEl>
                                        <p:attrNameLst>
                                          <p:attrName>ppt_x</p:attrName>
                                        </p:attrNameLst>
                                      </p:cBhvr>
                                      <p:tavLst>
                                        <p:tav tm="0">
                                          <p:val>
                                            <p:strVal val="#ppt_x"/>
                                          </p:val>
                                        </p:tav>
                                        <p:tav tm="100000">
                                          <p:val>
                                            <p:strVal val="#ppt_x"/>
                                          </p:val>
                                        </p:tav>
                                      </p:tavLst>
                                    </p:anim>
                                    <p:anim calcmode="lin" valueType="num">
                                      <p:cBhvr additive="base">
                                        <p:cTn id="117" dur="500" fill="hold"/>
                                        <p:tgtEl>
                                          <p:spTgt spid="74"/>
                                        </p:tgtEl>
                                        <p:attrNameLst>
                                          <p:attrName>ppt_y</p:attrName>
                                        </p:attrNameLst>
                                      </p:cBhvr>
                                      <p:tavLst>
                                        <p:tav tm="0">
                                          <p:val>
                                            <p:strVal val="1+#ppt_h/2"/>
                                          </p:val>
                                        </p:tav>
                                        <p:tav tm="100000">
                                          <p:val>
                                            <p:strVal val="#ppt_y"/>
                                          </p:val>
                                        </p:tav>
                                      </p:tavLst>
                                    </p:anim>
                                  </p:childTnLst>
                                </p:cTn>
                              </p:par>
                              <p:par>
                                <p:cTn id="118" presetID="2" presetClass="entr" presetSubtype="4" fill="hold" grpId="0" nodeType="withEffect">
                                  <p:stCondLst>
                                    <p:cond delay="0"/>
                                  </p:stCondLst>
                                  <p:childTnLst>
                                    <p:set>
                                      <p:cBhvr>
                                        <p:cTn id="119" dur="1" fill="hold">
                                          <p:stCondLst>
                                            <p:cond delay="0"/>
                                          </p:stCondLst>
                                        </p:cTn>
                                        <p:tgtEl>
                                          <p:spTgt spid="75"/>
                                        </p:tgtEl>
                                        <p:attrNameLst>
                                          <p:attrName>style.visibility</p:attrName>
                                        </p:attrNameLst>
                                      </p:cBhvr>
                                      <p:to>
                                        <p:strVal val="visible"/>
                                      </p:to>
                                    </p:set>
                                    <p:anim calcmode="lin" valueType="num">
                                      <p:cBhvr additive="base">
                                        <p:cTn id="120" dur="500" fill="hold"/>
                                        <p:tgtEl>
                                          <p:spTgt spid="75"/>
                                        </p:tgtEl>
                                        <p:attrNameLst>
                                          <p:attrName>ppt_x</p:attrName>
                                        </p:attrNameLst>
                                      </p:cBhvr>
                                      <p:tavLst>
                                        <p:tav tm="0">
                                          <p:val>
                                            <p:strVal val="#ppt_x"/>
                                          </p:val>
                                        </p:tav>
                                        <p:tav tm="100000">
                                          <p:val>
                                            <p:strVal val="#ppt_x"/>
                                          </p:val>
                                        </p:tav>
                                      </p:tavLst>
                                    </p:anim>
                                    <p:anim calcmode="lin" valueType="num">
                                      <p:cBhvr additive="base">
                                        <p:cTn id="121" dur="500" fill="hold"/>
                                        <p:tgtEl>
                                          <p:spTgt spid="75"/>
                                        </p:tgtEl>
                                        <p:attrNameLst>
                                          <p:attrName>ppt_y</p:attrName>
                                        </p:attrNameLst>
                                      </p:cBhvr>
                                      <p:tavLst>
                                        <p:tav tm="0">
                                          <p:val>
                                            <p:strVal val="1+#ppt_h/2"/>
                                          </p:val>
                                        </p:tav>
                                        <p:tav tm="100000">
                                          <p:val>
                                            <p:strVal val="#ppt_y"/>
                                          </p:val>
                                        </p:tav>
                                      </p:tavLst>
                                    </p:anim>
                                  </p:childTnLst>
                                </p:cTn>
                              </p:par>
                              <p:par>
                                <p:cTn id="122" presetID="2" presetClass="entr" presetSubtype="4" fill="hold" nodeType="withEffect">
                                  <p:stCondLst>
                                    <p:cond delay="0"/>
                                  </p:stCondLst>
                                  <p:childTnLst>
                                    <p:set>
                                      <p:cBhvr>
                                        <p:cTn id="123" dur="1" fill="hold">
                                          <p:stCondLst>
                                            <p:cond delay="0"/>
                                          </p:stCondLst>
                                        </p:cTn>
                                        <p:tgtEl>
                                          <p:spTgt spid="43"/>
                                        </p:tgtEl>
                                        <p:attrNameLst>
                                          <p:attrName>style.visibility</p:attrName>
                                        </p:attrNameLst>
                                      </p:cBhvr>
                                      <p:to>
                                        <p:strVal val="visible"/>
                                      </p:to>
                                    </p:set>
                                    <p:anim calcmode="lin" valueType="num">
                                      <p:cBhvr additive="base">
                                        <p:cTn id="124" dur="500" fill="hold"/>
                                        <p:tgtEl>
                                          <p:spTgt spid="43"/>
                                        </p:tgtEl>
                                        <p:attrNameLst>
                                          <p:attrName>ppt_x</p:attrName>
                                        </p:attrNameLst>
                                      </p:cBhvr>
                                      <p:tavLst>
                                        <p:tav tm="0">
                                          <p:val>
                                            <p:strVal val="#ppt_x"/>
                                          </p:val>
                                        </p:tav>
                                        <p:tav tm="100000">
                                          <p:val>
                                            <p:strVal val="#ppt_x"/>
                                          </p:val>
                                        </p:tav>
                                      </p:tavLst>
                                    </p:anim>
                                    <p:anim calcmode="lin" valueType="num">
                                      <p:cBhvr additive="base">
                                        <p:cTn id="125" dur="500" fill="hold"/>
                                        <p:tgtEl>
                                          <p:spTgt spid="43"/>
                                        </p:tgtEl>
                                        <p:attrNameLst>
                                          <p:attrName>ppt_y</p:attrName>
                                        </p:attrNameLst>
                                      </p:cBhvr>
                                      <p:tavLst>
                                        <p:tav tm="0">
                                          <p:val>
                                            <p:strVal val="1+#ppt_h/2"/>
                                          </p:val>
                                        </p:tav>
                                        <p:tav tm="100000">
                                          <p:val>
                                            <p:strVal val="#ppt_y"/>
                                          </p:val>
                                        </p:tav>
                                      </p:tavLst>
                                    </p:anim>
                                  </p:childTnLst>
                                </p:cTn>
                              </p:par>
                              <p:par>
                                <p:cTn id="126" presetID="2" presetClass="entr" presetSubtype="4" fill="hold" grpId="0" nodeType="withEffect">
                                  <p:stCondLst>
                                    <p:cond delay="0"/>
                                  </p:stCondLst>
                                  <p:childTnLst>
                                    <p:set>
                                      <p:cBhvr>
                                        <p:cTn id="127" dur="1" fill="hold">
                                          <p:stCondLst>
                                            <p:cond delay="0"/>
                                          </p:stCondLst>
                                        </p:cTn>
                                        <p:tgtEl>
                                          <p:spTgt spid="70"/>
                                        </p:tgtEl>
                                        <p:attrNameLst>
                                          <p:attrName>style.visibility</p:attrName>
                                        </p:attrNameLst>
                                      </p:cBhvr>
                                      <p:to>
                                        <p:strVal val="visible"/>
                                      </p:to>
                                    </p:set>
                                    <p:anim calcmode="lin" valueType="num">
                                      <p:cBhvr additive="base">
                                        <p:cTn id="128" dur="500" fill="hold"/>
                                        <p:tgtEl>
                                          <p:spTgt spid="70"/>
                                        </p:tgtEl>
                                        <p:attrNameLst>
                                          <p:attrName>ppt_x</p:attrName>
                                        </p:attrNameLst>
                                      </p:cBhvr>
                                      <p:tavLst>
                                        <p:tav tm="0">
                                          <p:val>
                                            <p:strVal val="#ppt_x"/>
                                          </p:val>
                                        </p:tav>
                                        <p:tav tm="100000">
                                          <p:val>
                                            <p:strVal val="#ppt_x"/>
                                          </p:val>
                                        </p:tav>
                                      </p:tavLst>
                                    </p:anim>
                                    <p:anim calcmode="lin" valueType="num">
                                      <p:cBhvr additive="base">
                                        <p:cTn id="129" dur="500" fill="hold"/>
                                        <p:tgtEl>
                                          <p:spTgt spid="70"/>
                                        </p:tgtEl>
                                        <p:attrNameLst>
                                          <p:attrName>ppt_y</p:attrName>
                                        </p:attrNameLst>
                                      </p:cBhvr>
                                      <p:tavLst>
                                        <p:tav tm="0">
                                          <p:val>
                                            <p:strVal val="1+#ppt_h/2"/>
                                          </p:val>
                                        </p:tav>
                                        <p:tav tm="100000">
                                          <p:val>
                                            <p:strVal val="#ppt_y"/>
                                          </p:val>
                                        </p:tav>
                                      </p:tavLst>
                                    </p:anim>
                                  </p:childTnLst>
                                </p:cTn>
                              </p:par>
                              <p:par>
                                <p:cTn id="130" presetID="2" presetClass="entr" presetSubtype="4" fill="hold" nodeType="withEffect">
                                  <p:stCondLst>
                                    <p:cond delay="0"/>
                                  </p:stCondLst>
                                  <p:childTnLst>
                                    <p:set>
                                      <p:cBhvr>
                                        <p:cTn id="131" dur="1" fill="hold">
                                          <p:stCondLst>
                                            <p:cond delay="0"/>
                                          </p:stCondLst>
                                        </p:cTn>
                                        <p:tgtEl>
                                          <p:spTgt spid="82"/>
                                        </p:tgtEl>
                                        <p:attrNameLst>
                                          <p:attrName>style.visibility</p:attrName>
                                        </p:attrNameLst>
                                      </p:cBhvr>
                                      <p:to>
                                        <p:strVal val="visible"/>
                                      </p:to>
                                    </p:set>
                                    <p:anim calcmode="lin" valueType="num">
                                      <p:cBhvr additive="base">
                                        <p:cTn id="132" dur="500" fill="hold"/>
                                        <p:tgtEl>
                                          <p:spTgt spid="82"/>
                                        </p:tgtEl>
                                        <p:attrNameLst>
                                          <p:attrName>ppt_x</p:attrName>
                                        </p:attrNameLst>
                                      </p:cBhvr>
                                      <p:tavLst>
                                        <p:tav tm="0">
                                          <p:val>
                                            <p:strVal val="#ppt_x"/>
                                          </p:val>
                                        </p:tav>
                                        <p:tav tm="100000">
                                          <p:val>
                                            <p:strVal val="#ppt_x"/>
                                          </p:val>
                                        </p:tav>
                                      </p:tavLst>
                                    </p:anim>
                                    <p:anim calcmode="lin" valueType="num">
                                      <p:cBhvr additive="base">
                                        <p:cTn id="133" dur="500" fill="hold"/>
                                        <p:tgtEl>
                                          <p:spTgt spid="82"/>
                                        </p:tgtEl>
                                        <p:attrNameLst>
                                          <p:attrName>ppt_y</p:attrName>
                                        </p:attrNameLst>
                                      </p:cBhvr>
                                      <p:tavLst>
                                        <p:tav tm="0">
                                          <p:val>
                                            <p:strVal val="1+#ppt_h/2"/>
                                          </p:val>
                                        </p:tav>
                                        <p:tav tm="100000">
                                          <p:val>
                                            <p:strVal val="#ppt_y"/>
                                          </p:val>
                                        </p:tav>
                                      </p:tavLst>
                                    </p:anim>
                                  </p:childTnLst>
                                </p:cTn>
                              </p:par>
                            </p:childTnLst>
                          </p:cTn>
                        </p:par>
                      </p:childTnLst>
                    </p:cTn>
                  </p:par>
                  <p:par>
                    <p:cTn id="134" fill="hold">
                      <p:stCondLst>
                        <p:cond delay="indefinite"/>
                      </p:stCondLst>
                      <p:childTnLst>
                        <p:par>
                          <p:cTn id="135" fill="hold">
                            <p:stCondLst>
                              <p:cond delay="0"/>
                            </p:stCondLst>
                            <p:childTnLst>
                              <p:par>
                                <p:cTn id="136" presetID="53" presetClass="entr" presetSubtype="16" fill="hold" nodeType="clickEffect">
                                  <p:stCondLst>
                                    <p:cond delay="0"/>
                                  </p:stCondLst>
                                  <p:childTnLst>
                                    <p:set>
                                      <p:cBhvr>
                                        <p:cTn id="137" dur="1" fill="hold">
                                          <p:stCondLst>
                                            <p:cond delay="0"/>
                                          </p:stCondLst>
                                        </p:cTn>
                                        <p:tgtEl>
                                          <p:spTgt spid="37"/>
                                        </p:tgtEl>
                                        <p:attrNameLst>
                                          <p:attrName>style.visibility</p:attrName>
                                        </p:attrNameLst>
                                      </p:cBhvr>
                                      <p:to>
                                        <p:strVal val="visible"/>
                                      </p:to>
                                    </p:set>
                                    <p:anim calcmode="lin" valueType="num">
                                      <p:cBhvr>
                                        <p:cTn id="138" dur="500" fill="hold"/>
                                        <p:tgtEl>
                                          <p:spTgt spid="37"/>
                                        </p:tgtEl>
                                        <p:attrNameLst>
                                          <p:attrName>ppt_w</p:attrName>
                                        </p:attrNameLst>
                                      </p:cBhvr>
                                      <p:tavLst>
                                        <p:tav tm="0">
                                          <p:val>
                                            <p:fltVal val="0"/>
                                          </p:val>
                                        </p:tav>
                                        <p:tav tm="100000">
                                          <p:val>
                                            <p:strVal val="#ppt_w"/>
                                          </p:val>
                                        </p:tav>
                                      </p:tavLst>
                                    </p:anim>
                                    <p:anim calcmode="lin" valueType="num">
                                      <p:cBhvr>
                                        <p:cTn id="139" dur="500" fill="hold"/>
                                        <p:tgtEl>
                                          <p:spTgt spid="37"/>
                                        </p:tgtEl>
                                        <p:attrNameLst>
                                          <p:attrName>ppt_h</p:attrName>
                                        </p:attrNameLst>
                                      </p:cBhvr>
                                      <p:tavLst>
                                        <p:tav tm="0">
                                          <p:val>
                                            <p:fltVal val="0"/>
                                          </p:val>
                                        </p:tav>
                                        <p:tav tm="100000">
                                          <p:val>
                                            <p:strVal val="#ppt_h"/>
                                          </p:val>
                                        </p:tav>
                                      </p:tavLst>
                                    </p:anim>
                                    <p:animEffect transition="in" filter="fade">
                                      <p:cBhvr>
                                        <p:cTn id="140" dur="500"/>
                                        <p:tgtEl>
                                          <p:spTgt spid="37"/>
                                        </p:tgtEl>
                                      </p:cBhvr>
                                    </p:animEffect>
                                  </p:childTnLst>
                                </p:cTn>
                              </p:par>
                              <p:par>
                                <p:cTn id="141" presetID="53" presetClass="entr" presetSubtype="16" fill="hold" nodeType="withEffect">
                                  <p:stCondLst>
                                    <p:cond delay="0"/>
                                  </p:stCondLst>
                                  <p:childTnLst>
                                    <p:set>
                                      <p:cBhvr>
                                        <p:cTn id="142" dur="1" fill="hold">
                                          <p:stCondLst>
                                            <p:cond delay="0"/>
                                          </p:stCondLst>
                                        </p:cTn>
                                        <p:tgtEl>
                                          <p:spTgt spid="59"/>
                                        </p:tgtEl>
                                        <p:attrNameLst>
                                          <p:attrName>style.visibility</p:attrName>
                                        </p:attrNameLst>
                                      </p:cBhvr>
                                      <p:to>
                                        <p:strVal val="visible"/>
                                      </p:to>
                                    </p:set>
                                    <p:anim calcmode="lin" valueType="num">
                                      <p:cBhvr>
                                        <p:cTn id="143" dur="500" fill="hold"/>
                                        <p:tgtEl>
                                          <p:spTgt spid="59"/>
                                        </p:tgtEl>
                                        <p:attrNameLst>
                                          <p:attrName>ppt_w</p:attrName>
                                        </p:attrNameLst>
                                      </p:cBhvr>
                                      <p:tavLst>
                                        <p:tav tm="0">
                                          <p:val>
                                            <p:fltVal val="0"/>
                                          </p:val>
                                        </p:tav>
                                        <p:tav tm="100000">
                                          <p:val>
                                            <p:strVal val="#ppt_w"/>
                                          </p:val>
                                        </p:tav>
                                      </p:tavLst>
                                    </p:anim>
                                    <p:anim calcmode="lin" valueType="num">
                                      <p:cBhvr>
                                        <p:cTn id="144" dur="500" fill="hold"/>
                                        <p:tgtEl>
                                          <p:spTgt spid="59"/>
                                        </p:tgtEl>
                                        <p:attrNameLst>
                                          <p:attrName>ppt_h</p:attrName>
                                        </p:attrNameLst>
                                      </p:cBhvr>
                                      <p:tavLst>
                                        <p:tav tm="0">
                                          <p:val>
                                            <p:fltVal val="0"/>
                                          </p:val>
                                        </p:tav>
                                        <p:tav tm="100000">
                                          <p:val>
                                            <p:strVal val="#ppt_h"/>
                                          </p:val>
                                        </p:tav>
                                      </p:tavLst>
                                    </p:anim>
                                    <p:animEffect transition="in" filter="fade">
                                      <p:cBhvr>
                                        <p:cTn id="145" dur="500"/>
                                        <p:tgtEl>
                                          <p:spTgt spid="59"/>
                                        </p:tgtEl>
                                      </p:cBhvr>
                                    </p:animEffect>
                                  </p:childTnLst>
                                </p:cTn>
                              </p:par>
                            </p:childTnLst>
                          </p:cTn>
                        </p:par>
                      </p:childTnLst>
                    </p:cTn>
                  </p:par>
                  <p:par>
                    <p:cTn id="146" fill="hold">
                      <p:stCondLst>
                        <p:cond delay="indefinite"/>
                      </p:stCondLst>
                      <p:childTnLst>
                        <p:par>
                          <p:cTn id="147" fill="hold">
                            <p:stCondLst>
                              <p:cond delay="0"/>
                            </p:stCondLst>
                            <p:childTnLst>
                              <p:par>
                                <p:cTn id="148" presetID="53" presetClass="entr" presetSubtype="16" fill="hold" nodeType="clickEffect">
                                  <p:stCondLst>
                                    <p:cond delay="0"/>
                                  </p:stCondLst>
                                  <p:childTnLst>
                                    <p:set>
                                      <p:cBhvr>
                                        <p:cTn id="149" dur="1" fill="hold">
                                          <p:stCondLst>
                                            <p:cond delay="0"/>
                                          </p:stCondLst>
                                        </p:cTn>
                                        <p:tgtEl>
                                          <p:spTgt spid="45"/>
                                        </p:tgtEl>
                                        <p:attrNameLst>
                                          <p:attrName>style.visibility</p:attrName>
                                        </p:attrNameLst>
                                      </p:cBhvr>
                                      <p:to>
                                        <p:strVal val="visible"/>
                                      </p:to>
                                    </p:set>
                                    <p:anim calcmode="lin" valueType="num">
                                      <p:cBhvr>
                                        <p:cTn id="150" dur="500" fill="hold"/>
                                        <p:tgtEl>
                                          <p:spTgt spid="45"/>
                                        </p:tgtEl>
                                        <p:attrNameLst>
                                          <p:attrName>ppt_w</p:attrName>
                                        </p:attrNameLst>
                                      </p:cBhvr>
                                      <p:tavLst>
                                        <p:tav tm="0">
                                          <p:val>
                                            <p:fltVal val="0"/>
                                          </p:val>
                                        </p:tav>
                                        <p:tav tm="100000">
                                          <p:val>
                                            <p:strVal val="#ppt_w"/>
                                          </p:val>
                                        </p:tav>
                                      </p:tavLst>
                                    </p:anim>
                                    <p:anim calcmode="lin" valueType="num">
                                      <p:cBhvr>
                                        <p:cTn id="151" dur="500" fill="hold"/>
                                        <p:tgtEl>
                                          <p:spTgt spid="45"/>
                                        </p:tgtEl>
                                        <p:attrNameLst>
                                          <p:attrName>ppt_h</p:attrName>
                                        </p:attrNameLst>
                                      </p:cBhvr>
                                      <p:tavLst>
                                        <p:tav tm="0">
                                          <p:val>
                                            <p:fltVal val="0"/>
                                          </p:val>
                                        </p:tav>
                                        <p:tav tm="100000">
                                          <p:val>
                                            <p:strVal val="#ppt_h"/>
                                          </p:val>
                                        </p:tav>
                                      </p:tavLst>
                                    </p:anim>
                                    <p:animEffect transition="in" filter="fade">
                                      <p:cBhvr>
                                        <p:cTn id="152" dur="500"/>
                                        <p:tgtEl>
                                          <p:spTgt spid="45"/>
                                        </p:tgtEl>
                                      </p:cBhvr>
                                    </p:animEffect>
                                  </p:childTnLst>
                                </p:cTn>
                              </p:par>
                              <p:par>
                                <p:cTn id="153" presetID="53" presetClass="entr" presetSubtype="16" fill="hold" nodeType="withEffect">
                                  <p:stCondLst>
                                    <p:cond delay="0"/>
                                  </p:stCondLst>
                                  <p:childTnLst>
                                    <p:set>
                                      <p:cBhvr>
                                        <p:cTn id="154" dur="1" fill="hold">
                                          <p:stCondLst>
                                            <p:cond delay="0"/>
                                          </p:stCondLst>
                                        </p:cTn>
                                        <p:tgtEl>
                                          <p:spTgt spid="52"/>
                                        </p:tgtEl>
                                        <p:attrNameLst>
                                          <p:attrName>style.visibility</p:attrName>
                                        </p:attrNameLst>
                                      </p:cBhvr>
                                      <p:to>
                                        <p:strVal val="visible"/>
                                      </p:to>
                                    </p:set>
                                    <p:anim calcmode="lin" valueType="num">
                                      <p:cBhvr>
                                        <p:cTn id="155" dur="500" fill="hold"/>
                                        <p:tgtEl>
                                          <p:spTgt spid="52"/>
                                        </p:tgtEl>
                                        <p:attrNameLst>
                                          <p:attrName>ppt_w</p:attrName>
                                        </p:attrNameLst>
                                      </p:cBhvr>
                                      <p:tavLst>
                                        <p:tav tm="0">
                                          <p:val>
                                            <p:fltVal val="0"/>
                                          </p:val>
                                        </p:tav>
                                        <p:tav tm="100000">
                                          <p:val>
                                            <p:strVal val="#ppt_w"/>
                                          </p:val>
                                        </p:tav>
                                      </p:tavLst>
                                    </p:anim>
                                    <p:anim calcmode="lin" valueType="num">
                                      <p:cBhvr>
                                        <p:cTn id="156" dur="500" fill="hold"/>
                                        <p:tgtEl>
                                          <p:spTgt spid="52"/>
                                        </p:tgtEl>
                                        <p:attrNameLst>
                                          <p:attrName>ppt_h</p:attrName>
                                        </p:attrNameLst>
                                      </p:cBhvr>
                                      <p:tavLst>
                                        <p:tav tm="0">
                                          <p:val>
                                            <p:fltVal val="0"/>
                                          </p:val>
                                        </p:tav>
                                        <p:tav tm="100000">
                                          <p:val>
                                            <p:strVal val="#ppt_h"/>
                                          </p:val>
                                        </p:tav>
                                      </p:tavLst>
                                    </p:anim>
                                    <p:animEffect transition="in" filter="fade">
                                      <p:cBhvr>
                                        <p:cTn id="157" dur="500"/>
                                        <p:tgtEl>
                                          <p:spTgt spid="52"/>
                                        </p:tgtEl>
                                      </p:cBhvr>
                                    </p:animEffect>
                                  </p:childTnLst>
                                </p:cTn>
                              </p:par>
                              <p:par>
                                <p:cTn id="158" presetID="53" presetClass="entr" presetSubtype="16" fill="hold" nodeType="withEffect">
                                  <p:stCondLst>
                                    <p:cond delay="0"/>
                                  </p:stCondLst>
                                  <p:childTnLst>
                                    <p:set>
                                      <p:cBhvr>
                                        <p:cTn id="159" dur="1" fill="hold">
                                          <p:stCondLst>
                                            <p:cond delay="0"/>
                                          </p:stCondLst>
                                        </p:cTn>
                                        <p:tgtEl>
                                          <p:spTgt spid="68"/>
                                        </p:tgtEl>
                                        <p:attrNameLst>
                                          <p:attrName>style.visibility</p:attrName>
                                        </p:attrNameLst>
                                      </p:cBhvr>
                                      <p:to>
                                        <p:strVal val="visible"/>
                                      </p:to>
                                    </p:set>
                                    <p:anim calcmode="lin" valueType="num">
                                      <p:cBhvr>
                                        <p:cTn id="160" dur="500" fill="hold"/>
                                        <p:tgtEl>
                                          <p:spTgt spid="68"/>
                                        </p:tgtEl>
                                        <p:attrNameLst>
                                          <p:attrName>ppt_w</p:attrName>
                                        </p:attrNameLst>
                                      </p:cBhvr>
                                      <p:tavLst>
                                        <p:tav tm="0">
                                          <p:val>
                                            <p:fltVal val="0"/>
                                          </p:val>
                                        </p:tav>
                                        <p:tav tm="100000">
                                          <p:val>
                                            <p:strVal val="#ppt_w"/>
                                          </p:val>
                                        </p:tav>
                                      </p:tavLst>
                                    </p:anim>
                                    <p:anim calcmode="lin" valueType="num">
                                      <p:cBhvr>
                                        <p:cTn id="161" dur="500" fill="hold"/>
                                        <p:tgtEl>
                                          <p:spTgt spid="68"/>
                                        </p:tgtEl>
                                        <p:attrNameLst>
                                          <p:attrName>ppt_h</p:attrName>
                                        </p:attrNameLst>
                                      </p:cBhvr>
                                      <p:tavLst>
                                        <p:tav tm="0">
                                          <p:val>
                                            <p:fltVal val="0"/>
                                          </p:val>
                                        </p:tav>
                                        <p:tav tm="100000">
                                          <p:val>
                                            <p:strVal val="#ppt_h"/>
                                          </p:val>
                                        </p:tav>
                                      </p:tavLst>
                                    </p:anim>
                                    <p:animEffect transition="in" filter="fade">
                                      <p:cBhvr>
                                        <p:cTn id="162" dur="500"/>
                                        <p:tgtEl>
                                          <p:spTgt spid="68"/>
                                        </p:tgtEl>
                                      </p:cBhvr>
                                    </p:animEffect>
                                  </p:childTnLst>
                                </p:cTn>
                              </p:par>
                              <p:par>
                                <p:cTn id="163" presetID="53" presetClass="entr" presetSubtype="16" fill="hold" nodeType="withEffect">
                                  <p:stCondLst>
                                    <p:cond delay="0"/>
                                  </p:stCondLst>
                                  <p:childTnLst>
                                    <p:set>
                                      <p:cBhvr>
                                        <p:cTn id="164" dur="1" fill="hold">
                                          <p:stCondLst>
                                            <p:cond delay="0"/>
                                          </p:stCondLst>
                                        </p:cTn>
                                        <p:tgtEl>
                                          <p:spTgt spid="69"/>
                                        </p:tgtEl>
                                        <p:attrNameLst>
                                          <p:attrName>style.visibility</p:attrName>
                                        </p:attrNameLst>
                                      </p:cBhvr>
                                      <p:to>
                                        <p:strVal val="visible"/>
                                      </p:to>
                                    </p:set>
                                    <p:anim calcmode="lin" valueType="num">
                                      <p:cBhvr>
                                        <p:cTn id="165" dur="500" fill="hold"/>
                                        <p:tgtEl>
                                          <p:spTgt spid="69"/>
                                        </p:tgtEl>
                                        <p:attrNameLst>
                                          <p:attrName>ppt_w</p:attrName>
                                        </p:attrNameLst>
                                      </p:cBhvr>
                                      <p:tavLst>
                                        <p:tav tm="0">
                                          <p:val>
                                            <p:fltVal val="0"/>
                                          </p:val>
                                        </p:tav>
                                        <p:tav tm="100000">
                                          <p:val>
                                            <p:strVal val="#ppt_w"/>
                                          </p:val>
                                        </p:tav>
                                      </p:tavLst>
                                    </p:anim>
                                    <p:anim calcmode="lin" valueType="num">
                                      <p:cBhvr>
                                        <p:cTn id="166" dur="500" fill="hold"/>
                                        <p:tgtEl>
                                          <p:spTgt spid="69"/>
                                        </p:tgtEl>
                                        <p:attrNameLst>
                                          <p:attrName>ppt_h</p:attrName>
                                        </p:attrNameLst>
                                      </p:cBhvr>
                                      <p:tavLst>
                                        <p:tav tm="0">
                                          <p:val>
                                            <p:fltVal val="0"/>
                                          </p:val>
                                        </p:tav>
                                        <p:tav tm="100000">
                                          <p:val>
                                            <p:strVal val="#ppt_h"/>
                                          </p:val>
                                        </p:tav>
                                      </p:tavLst>
                                    </p:anim>
                                    <p:animEffect transition="in" filter="fade">
                                      <p:cBhvr>
                                        <p:cTn id="167" dur="500"/>
                                        <p:tgtEl>
                                          <p:spTgt spid="69"/>
                                        </p:tgtEl>
                                      </p:cBhvr>
                                    </p:animEffect>
                                  </p:childTnLst>
                                </p:cTn>
                              </p:par>
                              <p:par>
                                <p:cTn id="168" presetID="53" presetClass="entr" presetSubtype="16" fill="hold" grpId="0" nodeType="withEffect">
                                  <p:stCondLst>
                                    <p:cond delay="0"/>
                                  </p:stCondLst>
                                  <p:childTnLst>
                                    <p:set>
                                      <p:cBhvr>
                                        <p:cTn id="169" dur="1" fill="hold">
                                          <p:stCondLst>
                                            <p:cond delay="0"/>
                                          </p:stCondLst>
                                        </p:cTn>
                                        <p:tgtEl>
                                          <p:spTgt spid="73"/>
                                        </p:tgtEl>
                                        <p:attrNameLst>
                                          <p:attrName>style.visibility</p:attrName>
                                        </p:attrNameLst>
                                      </p:cBhvr>
                                      <p:to>
                                        <p:strVal val="visible"/>
                                      </p:to>
                                    </p:set>
                                    <p:anim calcmode="lin" valueType="num">
                                      <p:cBhvr>
                                        <p:cTn id="170" dur="500" fill="hold"/>
                                        <p:tgtEl>
                                          <p:spTgt spid="73"/>
                                        </p:tgtEl>
                                        <p:attrNameLst>
                                          <p:attrName>ppt_w</p:attrName>
                                        </p:attrNameLst>
                                      </p:cBhvr>
                                      <p:tavLst>
                                        <p:tav tm="0">
                                          <p:val>
                                            <p:fltVal val="0"/>
                                          </p:val>
                                        </p:tav>
                                        <p:tav tm="100000">
                                          <p:val>
                                            <p:strVal val="#ppt_w"/>
                                          </p:val>
                                        </p:tav>
                                      </p:tavLst>
                                    </p:anim>
                                    <p:anim calcmode="lin" valueType="num">
                                      <p:cBhvr>
                                        <p:cTn id="171" dur="500" fill="hold"/>
                                        <p:tgtEl>
                                          <p:spTgt spid="73"/>
                                        </p:tgtEl>
                                        <p:attrNameLst>
                                          <p:attrName>ppt_h</p:attrName>
                                        </p:attrNameLst>
                                      </p:cBhvr>
                                      <p:tavLst>
                                        <p:tav tm="0">
                                          <p:val>
                                            <p:fltVal val="0"/>
                                          </p:val>
                                        </p:tav>
                                        <p:tav tm="100000">
                                          <p:val>
                                            <p:strVal val="#ppt_h"/>
                                          </p:val>
                                        </p:tav>
                                      </p:tavLst>
                                    </p:anim>
                                    <p:animEffect transition="in" filter="fade">
                                      <p:cBhvr>
                                        <p:cTn id="172" dur="500"/>
                                        <p:tgtEl>
                                          <p:spTgt spid="73"/>
                                        </p:tgtEl>
                                      </p:cBhvr>
                                    </p:animEffect>
                                  </p:childTnLst>
                                </p:cTn>
                              </p:par>
                              <p:par>
                                <p:cTn id="173" presetID="53" presetClass="entr" presetSubtype="16" fill="hold" nodeType="withEffect">
                                  <p:stCondLst>
                                    <p:cond delay="0"/>
                                  </p:stCondLst>
                                  <p:childTnLst>
                                    <p:set>
                                      <p:cBhvr>
                                        <p:cTn id="174" dur="1" fill="hold">
                                          <p:stCondLst>
                                            <p:cond delay="0"/>
                                          </p:stCondLst>
                                        </p:cTn>
                                        <p:tgtEl>
                                          <p:spTgt spid="83"/>
                                        </p:tgtEl>
                                        <p:attrNameLst>
                                          <p:attrName>style.visibility</p:attrName>
                                        </p:attrNameLst>
                                      </p:cBhvr>
                                      <p:to>
                                        <p:strVal val="visible"/>
                                      </p:to>
                                    </p:set>
                                    <p:anim calcmode="lin" valueType="num">
                                      <p:cBhvr>
                                        <p:cTn id="175" dur="500" fill="hold"/>
                                        <p:tgtEl>
                                          <p:spTgt spid="83"/>
                                        </p:tgtEl>
                                        <p:attrNameLst>
                                          <p:attrName>ppt_w</p:attrName>
                                        </p:attrNameLst>
                                      </p:cBhvr>
                                      <p:tavLst>
                                        <p:tav tm="0">
                                          <p:val>
                                            <p:fltVal val="0"/>
                                          </p:val>
                                        </p:tav>
                                        <p:tav tm="100000">
                                          <p:val>
                                            <p:strVal val="#ppt_w"/>
                                          </p:val>
                                        </p:tav>
                                      </p:tavLst>
                                    </p:anim>
                                    <p:anim calcmode="lin" valueType="num">
                                      <p:cBhvr>
                                        <p:cTn id="176" dur="500" fill="hold"/>
                                        <p:tgtEl>
                                          <p:spTgt spid="83"/>
                                        </p:tgtEl>
                                        <p:attrNameLst>
                                          <p:attrName>ppt_h</p:attrName>
                                        </p:attrNameLst>
                                      </p:cBhvr>
                                      <p:tavLst>
                                        <p:tav tm="0">
                                          <p:val>
                                            <p:fltVal val="0"/>
                                          </p:val>
                                        </p:tav>
                                        <p:tav tm="100000">
                                          <p:val>
                                            <p:strVal val="#ppt_h"/>
                                          </p:val>
                                        </p:tav>
                                      </p:tavLst>
                                    </p:anim>
                                    <p:animEffect transition="in" filter="fade">
                                      <p:cBhvr>
                                        <p:cTn id="177"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6" grpId="0"/>
      <p:bldP spid="42" grpId="0"/>
      <p:bldP spid="65" grpId="0"/>
      <p:bldP spid="70" grpId="0"/>
      <p:bldP spid="73" grpId="0"/>
      <p:bldP spid="75" grpId="0"/>
      <p:bldP spid="8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54048" y="98310"/>
            <a:ext cx="8572603" cy="984885"/>
          </a:xfrm>
        </p:spPr>
        <p:txBody>
          <a:bodyPr/>
          <a:lstStyle/>
          <a:p>
            <a:r>
              <a:rPr lang="fr-FR" b="1" spc="125" dirty="0"/>
              <a:t>Présentation de Jenkins</a:t>
            </a:r>
            <a:br>
              <a:rPr lang="fr-FR" b="1" spc="125" dirty="0"/>
            </a:br>
            <a:r>
              <a:rPr lang="fr-FR" sz="2800" dirty="0"/>
              <a:t>Une organisation par vues</a:t>
            </a:r>
          </a:p>
        </p:txBody>
      </p:sp>
      <p:sp>
        <p:nvSpPr>
          <p:cNvPr id="3" name="Espace réservé du texte 2"/>
          <p:cNvSpPr>
            <a:spLocks noGrp="1"/>
          </p:cNvSpPr>
          <p:nvPr>
            <p:ph type="body" idx="1"/>
          </p:nvPr>
        </p:nvSpPr>
        <p:spPr>
          <a:xfrm>
            <a:off x="577672" y="1588692"/>
            <a:ext cx="9131300" cy="3545073"/>
          </a:xfrm>
        </p:spPr>
        <p:txBody>
          <a:bodyPr/>
          <a:lstStyle/>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fr-FR" sz="2000" u="sng" kern="1200" dirty="0">
                <a:solidFill>
                  <a:prstClr val="black"/>
                </a:solidFill>
                <a:cs typeface="+mn-cs"/>
              </a:rPr>
              <a:t>VUE</a:t>
            </a:r>
            <a:r>
              <a:rPr lang="fr-FR" sz="2000" kern="1200" dirty="0">
                <a:solidFill>
                  <a:prstClr val="black"/>
                </a:solidFill>
                <a:cs typeface="+mn-cs"/>
              </a:rPr>
              <a:t> (ou regroupement de jobs)</a:t>
            </a:r>
          </a:p>
          <a:p>
            <a:pPr marL="6858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endParaRPr lang="fr-FR" sz="2000" kern="1200" dirty="0">
              <a:solidFill>
                <a:prstClr val="black"/>
              </a:solidFill>
            </a:endParaRPr>
          </a:p>
          <a:p>
            <a:pPr marL="6858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lang="fr-FR" sz="2000" kern="1200" dirty="0">
                <a:solidFill>
                  <a:prstClr val="black"/>
                </a:solidFill>
              </a:rPr>
              <a:t>Par défaut, tous les jobs sont listés dans la vue ALL.</a:t>
            </a:r>
          </a:p>
          <a:p>
            <a:pPr marL="6858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endParaRPr lang="fr-FR" sz="2000" kern="1200" dirty="0">
              <a:solidFill>
                <a:prstClr val="black"/>
              </a:solidFill>
            </a:endParaRPr>
          </a:p>
          <a:p>
            <a:pPr marL="6858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lang="fr-FR" sz="2000" kern="1200" dirty="0">
                <a:solidFill>
                  <a:prstClr val="black"/>
                </a:solidFill>
              </a:rPr>
              <a:t>Possibilité de créer de nouvelles vues, partagées entre les utilisateurs, pour organiser les jobs par thèmes (environnements, habilitations, modules, processus, etc.).</a:t>
            </a:r>
          </a:p>
          <a:p>
            <a:pPr marL="6858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endParaRPr lang="fr-FR" sz="2000" kern="1200" dirty="0">
              <a:solidFill>
                <a:prstClr val="black"/>
              </a:solidFill>
            </a:endParaRPr>
          </a:p>
          <a:p>
            <a:pPr marL="6858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lang="fr-FR" sz="2000" kern="1200" dirty="0">
                <a:solidFill>
                  <a:prstClr val="black"/>
                </a:solidFill>
              </a:rPr>
              <a:t>Possibilité d’appliquer des filtres pour rendre les vues dynamiques: </a:t>
            </a:r>
          </a:p>
          <a:p>
            <a:pPr marL="6858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lang="fr-FR" sz="2000" kern="1200" dirty="0">
                <a:solidFill>
                  <a:prstClr val="black"/>
                </a:solidFill>
              </a:rPr>
              <a:t>Ex </a:t>
            </a:r>
            <a:r>
              <a:rPr lang="fr-FR" sz="2000" kern="1200" dirty="0">
                <a:solidFill>
                  <a:prstClr val="black"/>
                </a:solidFill>
                <a:sym typeface="Wingdings" panose="05000000000000000000" pitchFamily="2" charset="2"/>
              </a:rPr>
              <a:t> </a:t>
            </a:r>
            <a:r>
              <a:rPr lang="fr-FR" sz="2000" kern="1200" dirty="0">
                <a:solidFill>
                  <a:prstClr val="black"/>
                </a:solidFill>
              </a:rPr>
              <a:t>lister tous les jobs dont la dernière exécution est en échec.</a:t>
            </a:r>
          </a:p>
          <a:p>
            <a:endParaRPr lang="fr-FR" dirty="0"/>
          </a:p>
        </p:txBody>
      </p:sp>
      <p:sp>
        <p:nvSpPr>
          <p:cNvPr id="5" name="object 2"/>
          <p:cNvSpPr txBox="1"/>
          <p:nvPr/>
        </p:nvSpPr>
        <p:spPr>
          <a:xfrm>
            <a:off x="466373" y="190131"/>
            <a:ext cx="194945" cy="391160"/>
          </a:xfrm>
          <a:prstGeom prst="rect">
            <a:avLst/>
          </a:prstGeom>
        </p:spPr>
        <p:txBody>
          <a:bodyPr vert="horz" wrap="square" lIns="0" tIns="12700" rIns="0" bIns="0" rtlCol="0">
            <a:spAutoFit/>
          </a:bodyPr>
          <a:lstStyle/>
          <a:p>
            <a:pPr marL="12700">
              <a:lnSpc>
                <a:spcPct val="100000"/>
              </a:lnSpc>
              <a:spcBef>
                <a:spcPts val="100"/>
              </a:spcBef>
            </a:pPr>
            <a:r>
              <a:rPr sz="2400" b="1" spc="70" dirty="0">
                <a:solidFill>
                  <a:srgbClr val="164052"/>
                </a:solidFill>
                <a:latin typeface="Calibri"/>
                <a:cs typeface="Calibri"/>
              </a:rPr>
              <a:t>1</a:t>
            </a:r>
            <a:endParaRPr sz="2400" dirty="0">
              <a:latin typeface="Calibri"/>
              <a:cs typeface="Calibri"/>
            </a:endParaRPr>
          </a:p>
        </p:txBody>
      </p:sp>
      <p:pic>
        <p:nvPicPr>
          <p:cNvPr id="6"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t="11733" r="1521" b="7504"/>
          <a:stretch/>
        </p:blipFill>
        <p:spPr bwMode="auto">
          <a:xfrm>
            <a:off x="1861689" y="5302250"/>
            <a:ext cx="6957320" cy="10149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9988550" y="7128073"/>
            <a:ext cx="416140" cy="276999"/>
          </a:xfrm>
          <a:prstGeom prst="rect">
            <a:avLst/>
          </a:prstGeom>
        </p:spPr>
        <p:txBody>
          <a:bodyPr wrap="none">
            <a:spAutoFit/>
          </a:bodyPr>
          <a:lstStyle/>
          <a:p>
            <a:pPr marL="80010">
              <a:spcBef>
                <a:spcPts val="65"/>
              </a:spcBef>
            </a:pPr>
            <a:r>
              <a:rPr lang="fr-FR" sz="1200" spc="-25" dirty="0">
                <a:solidFill>
                  <a:schemeClr val="bg1"/>
                </a:solidFill>
                <a:latin typeface="Calibri"/>
                <a:cs typeface="Calibri"/>
              </a:rPr>
              <a:t>29</a:t>
            </a:r>
          </a:p>
        </p:txBody>
      </p:sp>
    </p:spTree>
    <p:extLst>
      <p:ext uri="{BB962C8B-B14F-4D97-AF65-F5344CB8AC3E}">
        <p14:creationId xmlns:p14="http://schemas.microsoft.com/office/powerpoint/2010/main" val="39618306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54048" y="98310"/>
            <a:ext cx="8572603" cy="984885"/>
          </a:xfrm>
        </p:spPr>
        <p:txBody>
          <a:bodyPr/>
          <a:lstStyle/>
          <a:p>
            <a:r>
              <a:rPr lang="fr-FR" b="1" spc="125" dirty="0"/>
              <a:t>Présentation de Jenkins</a:t>
            </a:r>
            <a:br>
              <a:rPr lang="fr-FR" b="1" spc="125" dirty="0"/>
            </a:br>
            <a:r>
              <a:rPr lang="fr-FR" sz="2800" dirty="0"/>
              <a:t>Structure du tableau de bord Jenkins</a:t>
            </a:r>
          </a:p>
        </p:txBody>
      </p:sp>
      <p:sp>
        <p:nvSpPr>
          <p:cNvPr id="5" name="object 2"/>
          <p:cNvSpPr txBox="1"/>
          <p:nvPr/>
        </p:nvSpPr>
        <p:spPr>
          <a:xfrm>
            <a:off x="466373" y="190131"/>
            <a:ext cx="194945" cy="391160"/>
          </a:xfrm>
          <a:prstGeom prst="rect">
            <a:avLst/>
          </a:prstGeom>
        </p:spPr>
        <p:txBody>
          <a:bodyPr vert="horz" wrap="square" lIns="0" tIns="12700" rIns="0" bIns="0" rtlCol="0">
            <a:spAutoFit/>
          </a:bodyPr>
          <a:lstStyle/>
          <a:p>
            <a:pPr marL="12700">
              <a:lnSpc>
                <a:spcPct val="100000"/>
              </a:lnSpc>
              <a:spcBef>
                <a:spcPts val="100"/>
              </a:spcBef>
            </a:pPr>
            <a:r>
              <a:rPr sz="2400" b="1" spc="70" dirty="0">
                <a:solidFill>
                  <a:srgbClr val="164052"/>
                </a:solidFill>
                <a:latin typeface="Calibri"/>
                <a:cs typeface="Calibri"/>
              </a:rPr>
              <a:t>1</a:t>
            </a:r>
            <a:endParaRPr sz="2400" dirty="0">
              <a:latin typeface="Calibri"/>
              <a:cs typeface="Calibri"/>
            </a:endParaRPr>
          </a:p>
        </p:txBody>
      </p:sp>
      <p:pic>
        <p:nvPicPr>
          <p:cNvPr id="7"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8913" y="1720850"/>
            <a:ext cx="9953974" cy="47507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7"/>
          <p:cNvSpPr/>
          <p:nvPr/>
        </p:nvSpPr>
        <p:spPr>
          <a:xfrm>
            <a:off x="9988550" y="7128073"/>
            <a:ext cx="416140" cy="276999"/>
          </a:xfrm>
          <a:prstGeom prst="rect">
            <a:avLst/>
          </a:prstGeom>
        </p:spPr>
        <p:txBody>
          <a:bodyPr wrap="none">
            <a:spAutoFit/>
          </a:bodyPr>
          <a:lstStyle/>
          <a:p>
            <a:pPr marL="80010">
              <a:spcBef>
                <a:spcPts val="65"/>
              </a:spcBef>
            </a:pPr>
            <a:r>
              <a:rPr lang="fr-FR" sz="1200" spc="-25" dirty="0">
                <a:solidFill>
                  <a:schemeClr val="bg1"/>
                </a:solidFill>
                <a:latin typeface="Calibri"/>
                <a:cs typeface="Calibri"/>
              </a:rPr>
              <a:t>30</a:t>
            </a:r>
          </a:p>
        </p:txBody>
      </p:sp>
    </p:spTree>
    <p:extLst>
      <p:ext uri="{BB962C8B-B14F-4D97-AF65-F5344CB8AC3E}">
        <p14:creationId xmlns:p14="http://schemas.microsoft.com/office/powerpoint/2010/main" val="7314622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54048" y="98310"/>
            <a:ext cx="8572603" cy="1107996"/>
          </a:xfrm>
        </p:spPr>
        <p:txBody>
          <a:bodyPr/>
          <a:lstStyle/>
          <a:p>
            <a:r>
              <a:rPr lang="fr-FR" b="1" spc="125" dirty="0"/>
              <a:t>Terminologie Jenkins (master, </a:t>
            </a:r>
            <a:r>
              <a:rPr lang="fr-FR" b="1" spc="125" dirty="0" err="1"/>
              <a:t>node</a:t>
            </a:r>
            <a:r>
              <a:rPr lang="fr-FR" b="1" spc="125" dirty="0"/>
              <a:t>, job, agent…)</a:t>
            </a:r>
          </a:p>
        </p:txBody>
      </p:sp>
      <p:sp>
        <p:nvSpPr>
          <p:cNvPr id="3" name="Espace réservé du texte 2"/>
          <p:cNvSpPr>
            <a:spLocks noGrp="1"/>
          </p:cNvSpPr>
          <p:nvPr>
            <p:ph type="body" idx="1"/>
          </p:nvPr>
        </p:nvSpPr>
        <p:spPr>
          <a:xfrm>
            <a:off x="577672" y="1588692"/>
            <a:ext cx="9131300" cy="4662815"/>
          </a:xfrm>
        </p:spPr>
        <p:txBody>
          <a:bodyPr/>
          <a:lstStyle/>
          <a:p>
            <a:pPr marL="285750" indent="-285750"/>
            <a:r>
              <a:rPr lang="fr-FR" sz="2000" u="sng" dirty="0"/>
              <a:t>LANCEUR DE COMPILATION</a:t>
            </a:r>
            <a:r>
              <a:rPr lang="fr-FR" sz="2000" dirty="0"/>
              <a:t> (ou exécuteurs)</a:t>
            </a:r>
          </a:p>
          <a:p>
            <a:pPr marL="687388" lvl="1" indent="-285750"/>
            <a:r>
              <a:rPr lang="fr-FR" sz="2000" dirty="0"/>
              <a:t>threads dédiés à l’exécution des jobs (par défaut : 2 threads)</a:t>
            </a:r>
          </a:p>
          <a:p>
            <a:pPr marL="673101" lvl="1" indent="-271463"/>
            <a:r>
              <a:rPr lang="fr-FR" sz="2000" dirty="0"/>
              <a:t>un seul </a:t>
            </a:r>
            <a:r>
              <a:rPr lang="fr-FR" sz="2000" dirty="0" err="1"/>
              <a:t>build</a:t>
            </a:r>
            <a:r>
              <a:rPr lang="fr-FR" sz="2000" dirty="0"/>
              <a:t> à la fois par thread (file d’attente)</a:t>
            </a:r>
          </a:p>
          <a:p>
            <a:pPr marL="673101" lvl="1" indent="-271463"/>
            <a:r>
              <a:rPr lang="fr-FR" sz="2000" dirty="0"/>
              <a:t>Possibilité d’annuler l’exécution d’un job en cours </a:t>
            </a:r>
          </a:p>
          <a:p>
            <a:pPr marL="673101" lvl="1" indent="-271463"/>
            <a:endParaRPr lang="fr-FR" sz="2000" dirty="0"/>
          </a:p>
          <a:p>
            <a:pPr marL="285750" indent="-285750"/>
            <a:r>
              <a:rPr lang="fr-FR" sz="2000" dirty="0"/>
              <a:t>Jenkins et l’architecture MASTER / SLAVE (ferme de </a:t>
            </a:r>
            <a:r>
              <a:rPr lang="fr-FR" sz="2000" dirty="0" err="1"/>
              <a:t>build</a:t>
            </a:r>
            <a:r>
              <a:rPr lang="fr-FR" sz="2000" dirty="0"/>
              <a:t> distribuée) :</a:t>
            </a:r>
          </a:p>
          <a:p>
            <a:pPr marL="673101" lvl="1" indent="-271463"/>
            <a:r>
              <a:rPr lang="fr-FR" sz="2000" dirty="0"/>
              <a:t>Nœud MASTER : porte toutes les configurations et gère l’orchestration.</a:t>
            </a:r>
          </a:p>
          <a:p>
            <a:pPr marL="673101" lvl="1" indent="-271463"/>
            <a:r>
              <a:rPr lang="fr-FR" sz="2000" dirty="0"/>
              <a:t>Nœud SLAVE : lanceur de compilation rattaché à un MASTER.</a:t>
            </a:r>
          </a:p>
          <a:p>
            <a:pPr marL="673101" lvl="1" indent="-271463"/>
            <a:endParaRPr lang="fr-FR" sz="2000" dirty="0"/>
          </a:p>
          <a:p>
            <a:pPr marL="285750" indent="-285750"/>
            <a:r>
              <a:rPr lang="fr-FR" sz="2000" dirty="0"/>
              <a:t>Avantages de cette architecture :</a:t>
            </a:r>
          </a:p>
          <a:p>
            <a:pPr marL="673100" lvl="4" indent="-317500">
              <a:lnSpc>
                <a:spcPct val="100000"/>
              </a:lnSpc>
            </a:pPr>
            <a:r>
              <a:rPr lang="fr-FR" sz="2000" dirty="0"/>
              <a:t>isolation des processus</a:t>
            </a:r>
          </a:p>
          <a:p>
            <a:pPr marL="673100" lvl="4" indent="-317500">
              <a:lnSpc>
                <a:spcPct val="100000"/>
              </a:lnSpc>
            </a:pPr>
            <a:r>
              <a:rPr lang="fr-FR" sz="2000" dirty="0"/>
              <a:t>libération des ressources</a:t>
            </a:r>
          </a:p>
          <a:p>
            <a:pPr marL="673100" lvl="4" indent="-317500">
              <a:lnSpc>
                <a:spcPct val="100000"/>
              </a:lnSpc>
            </a:pPr>
            <a:r>
              <a:rPr lang="fr-FR" sz="2000" dirty="0"/>
              <a:t>problématiques réseaux</a:t>
            </a:r>
          </a:p>
          <a:p>
            <a:pPr marL="673100" lvl="4" indent="-317500">
              <a:lnSpc>
                <a:spcPct val="100000"/>
              </a:lnSpc>
            </a:pPr>
            <a:r>
              <a:rPr lang="fr-FR" sz="2000" dirty="0"/>
              <a:t>etc.</a:t>
            </a:r>
          </a:p>
          <a:p>
            <a:endParaRPr lang="fr-FR" dirty="0"/>
          </a:p>
        </p:txBody>
      </p:sp>
      <p:sp>
        <p:nvSpPr>
          <p:cNvPr id="5" name="object 2"/>
          <p:cNvSpPr txBox="1"/>
          <p:nvPr/>
        </p:nvSpPr>
        <p:spPr>
          <a:xfrm>
            <a:off x="466373" y="190131"/>
            <a:ext cx="194945" cy="391160"/>
          </a:xfrm>
          <a:prstGeom prst="rect">
            <a:avLst/>
          </a:prstGeom>
        </p:spPr>
        <p:txBody>
          <a:bodyPr vert="horz" wrap="square" lIns="0" tIns="12700" rIns="0" bIns="0" rtlCol="0">
            <a:spAutoFit/>
          </a:bodyPr>
          <a:lstStyle/>
          <a:p>
            <a:pPr marL="12700">
              <a:lnSpc>
                <a:spcPct val="100000"/>
              </a:lnSpc>
              <a:spcBef>
                <a:spcPts val="100"/>
              </a:spcBef>
            </a:pPr>
            <a:r>
              <a:rPr lang="fr-FR" sz="2400" b="1" spc="70" dirty="0">
                <a:solidFill>
                  <a:srgbClr val="164052"/>
                </a:solidFill>
                <a:latin typeface="Calibri"/>
                <a:cs typeface="Calibri"/>
              </a:rPr>
              <a:t>2</a:t>
            </a:r>
            <a:endParaRPr sz="2400" dirty="0">
              <a:latin typeface="Calibri"/>
              <a:cs typeface="Calibri"/>
            </a:endParaRPr>
          </a:p>
        </p:txBody>
      </p:sp>
      <p:grpSp>
        <p:nvGrpSpPr>
          <p:cNvPr id="7" name="Groupe 6"/>
          <p:cNvGrpSpPr/>
          <p:nvPr/>
        </p:nvGrpSpPr>
        <p:grpSpPr>
          <a:xfrm>
            <a:off x="5416550" y="4836666"/>
            <a:ext cx="1215326" cy="1591941"/>
            <a:chOff x="2051720" y="3435846"/>
            <a:chExt cx="1215326" cy="1591941"/>
          </a:xfrm>
        </p:grpSpPr>
        <p:pic>
          <p:nvPicPr>
            <p:cNvPr id="8" name="Picture 4" descr="https://blog.rosehosting.com/blog/wp-content/uploads/2014/11/jenkins.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51720" y="3435846"/>
              <a:ext cx="1215326" cy="1215326"/>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2051720" y="3435846"/>
              <a:ext cx="1215326" cy="121532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2223499" y="4658455"/>
              <a:ext cx="667170" cy="369332"/>
            </a:xfrm>
            <a:prstGeom prst="rect">
              <a:avLst/>
            </a:prstGeom>
            <a:noFill/>
          </p:spPr>
          <p:txBody>
            <a:bodyPr wrap="none" rtlCol="0">
              <a:spAutoFit/>
            </a:bodyPr>
            <a:lstStyle/>
            <a:p>
              <a:r>
                <a:rPr lang="fr-FR" dirty="0"/>
                <a:t>Main</a:t>
              </a:r>
            </a:p>
          </p:txBody>
        </p:sp>
      </p:grpSp>
      <p:grpSp>
        <p:nvGrpSpPr>
          <p:cNvPr id="11" name="Groupe 10"/>
          <p:cNvGrpSpPr/>
          <p:nvPr/>
        </p:nvGrpSpPr>
        <p:grpSpPr>
          <a:xfrm>
            <a:off x="8625139" y="5817048"/>
            <a:ext cx="481222" cy="538963"/>
            <a:chOff x="2019969" y="3435846"/>
            <a:chExt cx="1293869" cy="1833556"/>
          </a:xfrm>
        </p:grpSpPr>
        <p:pic>
          <p:nvPicPr>
            <p:cNvPr id="12" name="Picture 4" descr="https://blog.rosehosting.com/blog/wp-content/uploads/2014/11/jenkin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51720" y="3435846"/>
              <a:ext cx="1215326" cy="1215326"/>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2051720" y="3435846"/>
              <a:ext cx="1215326" cy="121532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p:cNvSpPr txBox="1"/>
            <p:nvPr/>
          </p:nvSpPr>
          <p:spPr>
            <a:xfrm>
              <a:off x="2019969" y="4536460"/>
              <a:ext cx="1293869" cy="732942"/>
            </a:xfrm>
            <a:prstGeom prst="rect">
              <a:avLst/>
            </a:prstGeom>
            <a:noFill/>
          </p:spPr>
          <p:txBody>
            <a:bodyPr wrap="none" rtlCol="0">
              <a:spAutoFit/>
            </a:bodyPr>
            <a:lstStyle/>
            <a:p>
              <a:r>
                <a:rPr lang="fr-FR" sz="800" dirty="0" err="1"/>
                <a:t>worker</a:t>
              </a:r>
              <a:endParaRPr lang="fr-FR" sz="800" dirty="0"/>
            </a:p>
          </p:txBody>
        </p:sp>
      </p:grpSp>
      <p:grpSp>
        <p:nvGrpSpPr>
          <p:cNvPr id="15" name="Groupe 14"/>
          <p:cNvGrpSpPr/>
          <p:nvPr/>
        </p:nvGrpSpPr>
        <p:grpSpPr>
          <a:xfrm>
            <a:off x="8625139" y="4692650"/>
            <a:ext cx="481222" cy="538963"/>
            <a:chOff x="2019969" y="3435846"/>
            <a:chExt cx="1293869" cy="1833556"/>
          </a:xfrm>
        </p:grpSpPr>
        <p:pic>
          <p:nvPicPr>
            <p:cNvPr id="16" name="Picture 4" descr="https://blog.rosehosting.com/blog/wp-content/uploads/2014/11/jenkin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51720" y="3435846"/>
              <a:ext cx="1215326" cy="1215326"/>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p:cNvSpPr/>
            <p:nvPr/>
          </p:nvSpPr>
          <p:spPr>
            <a:xfrm>
              <a:off x="2051720" y="3435846"/>
              <a:ext cx="1215326" cy="121532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p:cNvSpPr txBox="1"/>
            <p:nvPr/>
          </p:nvSpPr>
          <p:spPr>
            <a:xfrm>
              <a:off x="2019969" y="4536460"/>
              <a:ext cx="1293869" cy="732942"/>
            </a:xfrm>
            <a:prstGeom prst="rect">
              <a:avLst/>
            </a:prstGeom>
            <a:noFill/>
          </p:spPr>
          <p:txBody>
            <a:bodyPr wrap="none" rtlCol="0">
              <a:spAutoFit/>
            </a:bodyPr>
            <a:lstStyle/>
            <a:p>
              <a:r>
                <a:rPr lang="fr-FR" sz="800" dirty="0" err="1"/>
                <a:t>worker</a:t>
              </a:r>
              <a:endParaRPr lang="fr-FR" sz="800" dirty="0"/>
            </a:p>
          </p:txBody>
        </p:sp>
      </p:grpSp>
      <p:grpSp>
        <p:nvGrpSpPr>
          <p:cNvPr id="19" name="Groupe 18"/>
          <p:cNvGrpSpPr/>
          <p:nvPr/>
        </p:nvGrpSpPr>
        <p:grpSpPr>
          <a:xfrm>
            <a:off x="8634470" y="5240984"/>
            <a:ext cx="481222" cy="538963"/>
            <a:chOff x="2045057" y="3435846"/>
            <a:chExt cx="1293869" cy="1833556"/>
          </a:xfrm>
        </p:grpSpPr>
        <p:pic>
          <p:nvPicPr>
            <p:cNvPr id="20" name="Picture 4" descr="https://blog.rosehosting.com/blog/wp-content/uploads/2014/11/jenkin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51720" y="3435846"/>
              <a:ext cx="1215326" cy="1215326"/>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20"/>
            <p:cNvSpPr/>
            <p:nvPr/>
          </p:nvSpPr>
          <p:spPr>
            <a:xfrm>
              <a:off x="2051720" y="3435846"/>
              <a:ext cx="1215326" cy="121532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p:cNvSpPr txBox="1"/>
            <p:nvPr/>
          </p:nvSpPr>
          <p:spPr>
            <a:xfrm>
              <a:off x="2045057" y="4536460"/>
              <a:ext cx="1293869" cy="732942"/>
            </a:xfrm>
            <a:prstGeom prst="rect">
              <a:avLst/>
            </a:prstGeom>
            <a:noFill/>
          </p:spPr>
          <p:txBody>
            <a:bodyPr wrap="none" rtlCol="0">
              <a:spAutoFit/>
            </a:bodyPr>
            <a:lstStyle/>
            <a:p>
              <a:r>
                <a:rPr lang="fr-FR" sz="800" dirty="0" err="1"/>
                <a:t>worker</a:t>
              </a:r>
              <a:endParaRPr lang="fr-FR" sz="800" dirty="0"/>
            </a:p>
          </p:txBody>
        </p:sp>
      </p:grpSp>
      <p:cxnSp>
        <p:nvCxnSpPr>
          <p:cNvPr id="23" name="Connecteur droit avec flèche 22"/>
          <p:cNvCxnSpPr>
            <a:stCxn id="9" idx="3"/>
            <a:endCxn id="20" idx="1"/>
          </p:cNvCxnSpPr>
          <p:nvPr/>
        </p:nvCxnSpPr>
        <p:spPr>
          <a:xfrm flipV="1">
            <a:off x="6631876" y="5419603"/>
            <a:ext cx="2005072" cy="2472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Connecteur droit avec flèche 23"/>
          <p:cNvCxnSpPr>
            <a:stCxn id="9" idx="3"/>
            <a:endCxn id="16" idx="1"/>
          </p:cNvCxnSpPr>
          <p:nvPr/>
        </p:nvCxnSpPr>
        <p:spPr>
          <a:xfrm flipV="1">
            <a:off x="6631876" y="4871269"/>
            <a:ext cx="2005072" cy="5730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Connecteur droit avec flèche 24"/>
          <p:cNvCxnSpPr>
            <a:endCxn id="13" idx="1"/>
          </p:cNvCxnSpPr>
          <p:nvPr/>
        </p:nvCxnSpPr>
        <p:spPr>
          <a:xfrm>
            <a:off x="6631876" y="5444329"/>
            <a:ext cx="2005072" cy="5513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 name="ZoneTexte 25"/>
          <p:cNvSpPr txBox="1"/>
          <p:nvPr/>
        </p:nvSpPr>
        <p:spPr>
          <a:xfrm>
            <a:off x="7277675" y="5196706"/>
            <a:ext cx="659155" cy="261610"/>
          </a:xfrm>
          <a:prstGeom prst="rect">
            <a:avLst/>
          </a:prstGeom>
          <a:noFill/>
        </p:spPr>
        <p:txBody>
          <a:bodyPr wrap="none" rtlCol="0">
            <a:spAutoFit/>
          </a:bodyPr>
          <a:lstStyle/>
          <a:p>
            <a:r>
              <a:rPr lang="fr-FR" sz="1100" dirty="0"/>
              <a:t>TCP/IP</a:t>
            </a:r>
          </a:p>
        </p:txBody>
      </p:sp>
      <p:pic>
        <p:nvPicPr>
          <p:cNvPr id="27" name="Image 26"/>
          <p:cNvPicPr>
            <a:picLocks noChangeAspect="1"/>
          </p:cNvPicPr>
          <p:nvPr/>
        </p:nvPicPr>
        <p:blipFill>
          <a:blip r:embed="rId4"/>
          <a:stretch>
            <a:fillRect/>
          </a:stretch>
        </p:blipFill>
        <p:spPr>
          <a:xfrm>
            <a:off x="7607252" y="1270532"/>
            <a:ext cx="2735186" cy="1551538"/>
          </a:xfrm>
          <a:prstGeom prst="rect">
            <a:avLst/>
          </a:prstGeom>
        </p:spPr>
      </p:pic>
      <p:sp>
        <p:nvSpPr>
          <p:cNvPr id="28" name="Rectangle 27"/>
          <p:cNvSpPr/>
          <p:nvPr/>
        </p:nvSpPr>
        <p:spPr>
          <a:xfrm>
            <a:off x="9988550" y="7128073"/>
            <a:ext cx="416140" cy="276999"/>
          </a:xfrm>
          <a:prstGeom prst="rect">
            <a:avLst/>
          </a:prstGeom>
        </p:spPr>
        <p:txBody>
          <a:bodyPr wrap="none">
            <a:spAutoFit/>
          </a:bodyPr>
          <a:lstStyle/>
          <a:p>
            <a:pPr marL="80010">
              <a:spcBef>
                <a:spcPts val="65"/>
              </a:spcBef>
            </a:pPr>
            <a:r>
              <a:rPr lang="fr-FR" sz="1200" spc="-25" dirty="0">
                <a:solidFill>
                  <a:schemeClr val="bg1"/>
                </a:solidFill>
                <a:latin typeface="Calibri"/>
                <a:cs typeface="Calibri"/>
              </a:rPr>
              <a:t>31</a:t>
            </a:r>
          </a:p>
        </p:txBody>
      </p:sp>
    </p:spTree>
    <p:extLst>
      <p:ext uri="{BB962C8B-B14F-4D97-AF65-F5344CB8AC3E}">
        <p14:creationId xmlns:p14="http://schemas.microsoft.com/office/powerpoint/2010/main" val="9129533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6A43B-39C2-6411-B2E8-3B4695F1843D}"/>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5B61A105-984C-84E4-7162-2719EC21FE94}"/>
              </a:ext>
            </a:extLst>
          </p:cNvPr>
          <p:cNvSpPr txBox="1">
            <a:spLocks noGrp="1"/>
          </p:cNvSpPr>
          <p:nvPr>
            <p:ph type="sldNum" sz="quarter" idx="7"/>
          </p:nvPr>
        </p:nvSpPr>
        <p:spPr>
          <a:prstGeom prst="rect">
            <a:avLst/>
          </a:prstGeom>
        </p:spPr>
        <p:txBody>
          <a:bodyPr vert="horz" wrap="square" lIns="0" tIns="8255" rIns="0" bIns="0" rtlCol="0">
            <a:spAutoFit/>
          </a:bodyPr>
          <a:lstStyle/>
          <a:p>
            <a:pPr marL="80010" marR="0" lvl="0" indent="0" defTabSz="914400" eaLnBrk="1" fontAlgn="auto" latinLnBrk="0" hangingPunct="1">
              <a:lnSpc>
                <a:spcPct val="100000"/>
              </a:lnSpc>
              <a:spcBef>
                <a:spcPts val="65"/>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prstClr val="white"/>
                </a:solidFill>
                <a:effectLst/>
                <a:uLnTx/>
                <a:uFillTx/>
                <a:latin typeface="Calibri"/>
                <a:cs typeface="Calibri"/>
              </a:rPr>
              <a:pPr marL="80010" marR="0" lvl="0" indent="0" defTabSz="914400" eaLnBrk="1" fontAlgn="auto" latinLnBrk="0" hangingPunct="1">
                <a:lnSpc>
                  <a:spcPct val="100000"/>
                </a:lnSpc>
                <a:spcBef>
                  <a:spcPts val="65"/>
                </a:spcBef>
                <a:spcAft>
                  <a:spcPts val="0"/>
                </a:spcAft>
                <a:buClrTx/>
                <a:buSzTx/>
                <a:buFontTx/>
                <a:buNone/>
                <a:tabLst/>
                <a:defRPr/>
              </a:pPr>
              <a:t>32</a:t>
            </a:fld>
            <a:endParaRPr kumimoji="0" sz="1200" b="0" i="0" u="none" strike="noStrike" kern="0" cap="none" spc="-25" normalizeH="0" baseline="0" noProof="0" dirty="0">
              <a:ln>
                <a:noFill/>
              </a:ln>
              <a:solidFill>
                <a:prstClr val="white"/>
              </a:solidFill>
              <a:effectLst/>
              <a:uLnTx/>
              <a:uFillTx/>
              <a:latin typeface="Calibri"/>
              <a:cs typeface="Calibri"/>
            </a:endParaRPr>
          </a:p>
        </p:txBody>
      </p:sp>
      <p:sp>
        <p:nvSpPr>
          <p:cNvPr id="4" name="object 4">
            <a:extLst>
              <a:ext uri="{FF2B5EF4-FFF2-40B4-BE49-F238E27FC236}">
                <a16:creationId xmlns:a16="http://schemas.microsoft.com/office/drawing/2014/main" id="{563AAB79-004D-17CE-5DA9-9BC6C4DCC3D2}"/>
              </a:ext>
            </a:extLst>
          </p:cNvPr>
          <p:cNvSpPr txBox="1"/>
          <p:nvPr/>
        </p:nvSpPr>
        <p:spPr>
          <a:xfrm>
            <a:off x="466373"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b="1" spc="70" dirty="0">
                <a:solidFill>
                  <a:srgbClr val="164052"/>
                </a:solidFill>
                <a:latin typeface="Calibri"/>
                <a:cs typeface="Calibri"/>
              </a:rPr>
              <a:t>3</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5" name="object 5">
            <a:extLst>
              <a:ext uri="{FF2B5EF4-FFF2-40B4-BE49-F238E27FC236}">
                <a16:creationId xmlns:a16="http://schemas.microsoft.com/office/drawing/2014/main" id="{A442236C-74FE-279F-CA99-CD68F371549D}"/>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fr-FR" spc="-10" dirty="0"/>
              <a:t>Structure des répertoires de Jenkins</a:t>
            </a:r>
            <a:endParaRPr spc="-10" dirty="0"/>
          </a:p>
        </p:txBody>
      </p:sp>
      <p:sp>
        <p:nvSpPr>
          <p:cNvPr id="8" name="Rectangle 7">
            <a:extLst>
              <a:ext uri="{FF2B5EF4-FFF2-40B4-BE49-F238E27FC236}">
                <a16:creationId xmlns:a16="http://schemas.microsoft.com/office/drawing/2014/main" id="{F08C019C-24BD-02E6-DC96-CCE0F79B08B5}"/>
              </a:ext>
            </a:extLst>
          </p:cNvPr>
          <p:cNvSpPr/>
          <p:nvPr/>
        </p:nvSpPr>
        <p:spPr>
          <a:xfrm>
            <a:off x="896627" y="1339850"/>
            <a:ext cx="9575199" cy="4779642"/>
          </a:xfrm>
          <a:prstGeom prst="rect">
            <a:avLst/>
          </a:prstGeom>
        </p:spPr>
        <p:txBody>
          <a:bodyPr wrap="square">
            <a:spAutoFit/>
          </a:bodyPr>
          <a:lstStyle/>
          <a:p>
            <a:pPr marR="0" lvl="0" defTabSz="914400" eaLnBrk="1" fontAlgn="auto" latinLnBrk="0" hangingPunct="1">
              <a:lnSpc>
                <a:spcPct val="150000"/>
              </a:lnSpc>
              <a:spcBef>
                <a:spcPts val="0"/>
              </a:spcBef>
              <a:spcAft>
                <a:spcPts val="0"/>
              </a:spcAft>
              <a:buClrTx/>
              <a:buSzTx/>
              <a:tabLst/>
              <a:defRPr/>
            </a:pPr>
            <a:r>
              <a:rPr kumimoji="0" lang="fr-FR" sz="2200" b="0" i="0" u="none" strike="noStrike" kern="0" cap="none" spc="0" normalizeH="0" baseline="0" noProof="0" dirty="0">
                <a:ln>
                  <a:noFill/>
                </a:ln>
                <a:solidFill>
                  <a:sysClr val="windowText" lastClr="000000"/>
                </a:solidFill>
                <a:effectLst/>
                <a:uLnTx/>
                <a:uFillTx/>
                <a:latin typeface="Calibri"/>
              </a:rPr>
              <a:t>Jenkins stocke ses données dans un répertoire central appelé JENKINS_HOME. Ce répertoire contient toutes les configurations, les jobs, les plugins, les logs et d’autres fichiers essentiels.</a:t>
            </a:r>
          </a:p>
          <a:p>
            <a:pPr marR="0" lvl="0" defTabSz="914400" eaLnBrk="1" fontAlgn="auto" latinLnBrk="0" hangingPunct="1">
              <a:lnSpc>
                <a:spcPct val="150000"/>
              </a:lnSpc>
              <a:spcBef>
                <a:spcPts val="0"/>
              </a:spcBef>
              <a:spcAft>
                <a:spcPts val="0"/>
              </a:spcAft>
              <a:buClrTx/>
              <a:buSzTx/>
              <a:tabLst/>
              <a:defRPr/>
            </a:pPr>
            <a:r>
              <a:rPr kumimoji="0" lang="fr-FR" sz="2200" b="0" i="0" u="none" strike="noStrike" kern="0" cap="none" spc="0" normalizeH="0" baseline="0" noProof="0" dirty="0">
                <a:ln>
                  <a:noFill/>
                </a:ln>
                <a:solidFill>
                  <a:sysClr val="windowText" lastClr="000000"/>
                </a:solidFill>
                <a:effectLst/>
                <a:uLnTx/>
                <a:uFillTx/>
                <a:latin typeface="Calibri"/>
              </a:rPr>
              <a:t>📌 </a:t>
            </a:r>
            <a:r>
              <a:rPr kumimoji="0" lang="fr-FR" sz="2200" b="1" i="0" u="none" strike="noStrike" kern="0" cap="none" spc="0" normalizeH="0" baseline="0" noProof="0" dirty="0">
                <a:ln>
                  <a:noFill/>
                </a:ln>
                <a:solidFill>
                  <a:sysClr val="windowText" lastClr="000000"/>
                </a:solidFill>
                <a:effectLst/>
                <a:uLnTx/>
                <a:uFillTx/>
                <a:latin typeface="Calibri"/>
              </a:rPr>
              <a:t>Localisation de </a:t>
            </a:r>
            <a:r>
              <a:rPr kumimoji="0" lang="fr-FR" sz="2200" b="0" i="0" u="none" strike="noStrike" kern="0" cap="none" spc="0" normalizeH="0" baseline="0" noProof="0" dirty="0">
                <a:ln>
                  <a:noFill/>
                </a:ln>
                <a:solidFill>
                  <a:sysClr val="windowText" lastClr="000000"/>
                </a:solidFill>
                <a:effectLst/>
                <a:uLnTx/>
                <a:uFillTx/>
                <a:latin typeface="Calibri"/>
              </a:rPr>
              <a:t>JENKINS_HOME</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lang="fr-FR" sz="2200" dirty="0">
                <a:latin typeface="Calibri"/>
              </a:rPr>
              <a:t>Par défaut:</a:t>
            </a:r>
          </a:p>
          <a:p>
            <a:pPr marL="720000" lvl="3" indent="-342900" algn="l">
              <a:buFontTx/>
              <a:buChar char="-"/>
            </a:pPr>
            <a:r>
              <a:rPr lang="fr-FR" sz="2200" b="1" dirty="0">
                <a:latin typeface="Calibri"/>
              </a:rPr>
              <a:t>Linux</a:t>
            </a:r>
            <a:r>
              <a:rPr lang="fr-FR" sz="2200" dirty="0">
                <a:latin typeface="Calibri"/>
              </a:rPr>
              <a:t>: /var/lib/</a:t>
            </a:r>
            <a:r>
              <a:rPr lang="fr-FR" sz="2200" dirty="0" err="1">
                <a:latin typeface="Calibri"/>
              </a:rPr>
              <a:t>jenkins</a:t>
            </a:r>
            <a:endParaRPr lang="fr-FR" sz="2200" dirty="0">
              <a:latin typeface="Calibri"/>
            </a:endParaRPr>
          </a:p>
          <a:p>
            <a:pPr marL="720000" lvl="1" indent="-342900">
              <a:buFontTx/>
              <a:buChar char="-"/>
            </a:pPr>
            <a:r>
              <a:rPr kumimoji="0" lang="fr-FR" sz="2200" b="1" i="0" u="none" strike="noStrike" kern="0" cap="none" spc="0" normalizeH="0" baseline="0" noProof="0" dirty="0">
                <a:ln>
                  <a:noFill/>
                </a:ln>
                <a:solidFill>
                  <a:sysClr val="windowText" lastClr="000000"/>
                </a:solidFill>
                <a:effectLst/>
                <a:uLnTx/>
                <a:uFillTx/>
                <a:latin typeface="Calibri"/>
              </a:rPr>
              <a:t>Windows</a:t>
            </a:r>
            <a:r>
              <a:rPr kumimoji="0" lang="fr-FR" sz="2200" b="0" i="0" u="none" strike="noStrike" kern="0" cap="none" spc="0" normalizeH="0" baseline="0" noProof="0" dirty="0">
                <a:ln>
                  <a:noFill/>
                </a:ln>
                <a:solidFill>
                  <a:sysClr val="windowText" lastClr="000000"/>
                </a:solidFill>
                <a:effectLst/>
                <a:uLnTx/>
                <a:uFillTx/>
                <a:latin typeface="Calibri"/>
              </a:rPr>
              <a:t>: C:\ProgramData\Jenkins </a:t>
            </a:r>
          </a:p>
          <a:p>
            <a:pPr marL="342900" indent="-342900">
              <a:lnSpc>
                <a:spcPct val="150000"/>
              </a:lnSpc>
              <a:buFont typeface="Arial" panose="020B0604020202020204" pitchFamily="34" charset="0"/>
              <a:buChar char="•"/>
            </a:pPr>
            <a:r>
              <a:rPr lang="fr-FR" sz="2200" dirty="0">
                <a:latin typeface="Calibri"/>
              </a:rPr>
              <a:t>On peut modifier l’emplacement en définissant la variable d’environnement JENKINS_HOME.</a:t>
            </a:r>
          </a:p>
          <a:p>
            <a:pPr marR="0" lvl="0" defTabSz="914400" eaLnBrk="1" fontAlgn="auto" latinLnBrk="0" hangingPunct="1">
              <a:lnSpc>
                <a:spcPct val="150000"/>
              </a:lnSpc>
              <a:spcBef>
                <a:spcPts val="0"/>
              </a:spcBef>
              <a:spcAft>
                <a:spcPts val="0"/>
              </a:spcAft>
              <a:buClrTx/>
              <a:buSzTx/>
              <a:tabLst/>
              <a:defRPr/>
            </a:pPr>
            <a:endParaRPr kumimoji="0" lang="fr-FR" sz="2200" b="0" i="0" u="none" strike="noStrike" kern="0" cap="none" spc="0" normalizeH="0" baseline="0" noProof="0" dirty="0">
              <a:ln>
                <a:noFill/>
              </a:ln>
              <a:solidFill>
                <a:sysClr val="windowText" lastClr="000000"/>
              </a:solidFill>
              <a:effectLst/>
              <a:uLnTx/>
              <a:uFillTx/>
              <a:latin typeface="Calibri"/>
            </a:endParaRPr>
          </a:p>
        </p:txBody>
      </p:sp>
    </p:spTree>
    <p:extLst>
      <p:ext uri="{BB962C8B-B14F-4D97-AF65-F5344CB8AC3E}">
        <p14:creationId xmlns:p14="http://schemas.microsoft.com/office/powerpoint/2010/main" val="11497729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F732F-07DB-C896-5EB9-52E8BD13AD94}"/>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08304328-9B71-8983-EE12-7718EAA6A099}"/>
              </a:ext>
            </a:extLst>
          </p:cNvPr>
          <p:cNvSpPr txBox="1">
            <a:spLocks noGrp="1"/>
          </p:cNvSpPr>
          <p:nvPr>
            <p:ph type="sldNum" sz="quarter" idx="7"/>
          </p:nvPr>
        </p:nvSpPr>
        <p:spPr>
          <a:prstGeom prst="rect">
            <a:avLst/>
          </a:prstGeom>
        </p:spPr>
        <p:txBody>
          <a:bodyPr vert="horz" wrap="square" lIns="0" tIns="8255" rIns="0" bIns="0" rtlCol="0">
            <a:spAutoFit/>
          </a:bodyPr>
          <a:lstStyle/>
          <a:p>
            <a:pPr marL="80010" marR="0" lvl="0" indent="0" defTabSz="914400" eaLnBrk="1" fontAlgn="auto" latinLnBrk="0" hangingPunct="1">
              <a:lnSpc>
                <a:spcPct val="100000"/>
              </a:lnSpc>
              <a:spcBef>
                <a:spcPts val="65"/>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prstClr val="white"/>
                </a:solidFill>
                <a:effectLst/>
                <a:uLnTx/>
                <a:uFillTx/>
                <a:latin typeface="Calibri"/>
                <a:cs typeface="Calibri"/>
              </a:rPr>
              <a:pPr marL="80010" marR="0" lvl="0" indent="0" defTabSz="914400" eaLnBrk="1" fontAlgn="auto" latinLnBrk="0" hangingPunct="1">
                <a:lnSpc>
                  <a:spcPct val="100000"/>
                </a:lnSpc>
                <a:spcBef>
                  <a:spcPts val="65"/>
                </a:spcBef>
                <a:spcAft>
                  <a:spcPts val="0"/>
                </a:spcAft>
                <a:buClrTx/>
                <a:buSzTx/>
                <a:buFontTx/>
                <a:buNone/>
                <a:tabLst/>
                <a:defRPr/>
              </a:pPr>
              <a:t>33</a:t>
            </a:fld>
            <a:endParaRPr kumimoji="0" sz="1200" b="0" i="0" u="none" strike="noStrike" kern="0" cap="none" spc="-25" normalizeH="0" baseline="0" noProof="0" dirty="0">
              <a:ln>
                <a:noFill/>
              </a:ln>
              <a:solidFill>
                <a:prstClr val="white"/>
              </a:solidFill>
              <a:effectLst/>
              <a:uLnTx/>
              <a:uFillTx/>
              <a:latin typeface="Calibri"/>
              <a:cs typeface="Calibri"/>
            </a:endParaRPr>
          </a:p>
        </p:txBody>
      </p:sp>
      <p:sp>
        <p:nvSpPr>
          <p:cNvPr id="4" name="object 4">
            <a:extLst>
              <a:ext uri="{FF2B5EF4-FFF2-40B4-BE49-F238E27FC236}">
                <a16:creationId xmlns:a16="http://schemas.microsoft.com/office/drawing/2014/main" id="{7C2A0656-C00C-725E-5660-CEC260A3516E}"/>
              </a:ext>
            </a:extLst>
          </p:cNvPr>
          <p:cNvSpPr txBox="1"/>
          <p:nvPr/>
        </p:nvSpPr>
        <p:spPr>
          <a:xfrm>
            <a:off x="466373"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b="1" spc="70" dirty="0">
                <a:solidFill>
                  <a:srgbClr val="164052"/>
                </a:solidFill>
                <a:latin typeface="Calibri"/>
                <a:cs typeface="Calibri"/>
              </a:rPr>
              <a:t>3</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5" name="object 5">
            <a:extLst>
              <a:ext uri="{FF2B5EF4-FFF2-40B4-BE49-F238E27FC236}">
                <a16:creationId xmlns:a16="http://schemas.microsoft.com/office/drawing/2014/main" id="{9BE6ABFB-CA3F-6A55-7D2C-215C5830924C}"/>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fr-FR" spc="-10" dirty="0"/>
              <a:t>Structure des répertoires de Jenkins</a:t>
            </a:r>
            <a:endParaRPr spc="-10" dirty="0"/>
          </a:p>
        </p:txBody>
      </p:sp>
      <p:sp>
        <p:nvSpPr>
          <p:cNvPr id="8" name="Rectangle 7">
            <a:extLst>
              <a:ext uri="{FF2B5EF4-FFF2-40B4-BE49-F238E27FC236}">
                <a16:creationId xmlns:a16="http://schemas.microsoft.com/office/drawing/2014/main" id="{B2DB61F0-A817-15DE-6D79-0EC8F01DEB87}"/>
              </a:ext>
            </a:extLst>
          </p:cNvPr>
          <p:cNvSpPr/>
          <p:nvPr/>
        </p:nvSpPr>
        <p:spPr>
          <a:xfrm>
            <a:off x="896627" y="1339850"/>
            <a:ext cx="9575199" cy="547714"/>
          </a:xfrm>
          <a:prstGeom prst="rect">
            <a:avLst/>
          </a:prstGeom>
        </p:spPr>
        <p:txBody>
          <a:bodyPr wrap="square">
            <a:spAutoFit/>
          </a:bodyPr>
          <a:lstStyle/>
          <a:p>
            <a:pPr marR="0" lvl="0" defTabSz="914400" eaLnBrk="1" fontAlgn="auto" latinLnBrk="0" hangingPunct="1">
              <a:lnSpc>
                <a:spcPct val="150000"/>
              </a:lnSpc>
              <a:spcBef>
                <a:spcPts val="0"/>
              </a:spcBef>
              <a:spcAft>
                <a:spcPts val="0"/>
              </a:spcAft>
              <a:buClrTx/>
              <a:buSzTx/>
              <a:tabLst/>
              <a:defRPr/>
            </a:pPr>
            <a:r>
              <a:rPr kumimoji="0" lang="fr-FR" sz="2200" b="0" i="0" u="none" strike="noStrike" kern="0" cap="none" spc="0" normalizeH="0" baseline="0" noProof="0" dirty="0">
                <a:ln>
                  <a:noFill/>
                </a:ln>
                <a:solidFill>
                  <a:sysClr val="windowText" lastClr="000000"/>
                </a:solidFill>
                <a:effectLst/>
                <a:uLnTx/>
                <a:uFillTx/>
                <a:latin typeface="Calibri"/>
              </a:rPr>
              <a:t>Voici les dossiers et fichiers les plus importants à connaître :</a:t>
            </a:r>
          </a:p>
        </p:txBody>
      </p:sp>
      <p:sp>
        <p:nvSpPr>
          <p:cNvPr id="11" name="TextBox 10">
            <a:extLst>
              <a:ext uri="{FF2B5EF4-FFF2-40B4-BE49-F238E27FC236}">
                <a16:creationId xmlns:a16="http://schemas.microsoft.com/office/drawing/2014/main" id="{4C2A036E-D2B3-9A1D-D0CB-F35CA498EAC9}"/>
              </a:ext>
            </a:extLst>
          </p:cNvPr>
          <p:cNvSpPr txBox="1"/>
          <p:nvPr/>
        </p:nvSpPr>
        <p:spPr>
          <a:xfrm>
            <a:off x="1042110" y="672350"/>
            <a:ext cx="5822240" cy="461665"/>
          </a:xfrm>
          <a:prstGeom prst="rect">
            <a:avLst/>
          </a:prstGeom>
          <a:noFill/>
        </p:spPr>
        <p:txBody>
          <a:bodyPr wrap="square">
            <a:spAutoFit/>
          </a:bodyPr>
          <a:lstStyle/>
          <a:p>
            <a:r>
              <a:rPr kumimoji="0" lang="fr-FR" sz="2400" b="0" i="0" u="none" strike="noStrike" kern="0" cap="none" spc="0" normalizeH="0" baseline="0" noProof="0" dirty="0">
                <a:ln>
                  <a:noFill/>
                </a:ln>
                <a:solidFill>
                  <a:srgbClr val="164052"/>
                </a:solidFill>
                <a:effectLst/>
                <a:uLnTx/>
                <a:uFillTx/>
                <a:latin typeface="Calibri"/>
                <a:ea typeface="+mj-ea"/>
                <a:cs typeface="Calibri"/>
              </a:rPr>
              <a:t>Contenu de JENKINS_HOME</a:t>
            </a:r>
            <a:endParaRPr lang="fr-FR" sz="1600" dirty="0"/>
          </a:p>
        </p:txBody>
      </p:sp>
      <p:graphicFrame>
        <p:nvGraphicFramePr>
          <p:cNvPr id="12" name="Table 11">
            <a:extLst>
              <a:ext uri="{FF2B5EF4-FFF2-40B4-BE49-F238E27FC236}">
                <a16:creationId xmlns:a16="http://schemas.microsoft.com/office/drawing/2014/main" id="{ADE32F0B-5D1A-8665-C170-0BD1AEBA2B40}"/>
              </a:ext>
            </a:extLst>
          </p:cNvPr>
          <p:cNvGraphicFramePr>
            <a:graphicFrameLocks noGrp="1"/>
          </p:cNvGraphicFramePr>
          <p:nvPr>
            <p:extLst>
              <p:ext uri="{D42A27DB-BD31-4B8C-83A1-F6EECF244321}">
                <p14:modId xmlns:p14="http://schemas.microsoft.com/office/powerpoint/2010/main" val="546323872"/>
              </p:ext>
            </p:extLst>
          </p:nvPr>
        </p:nvGraphicFramePr>
        <p:xfrm>
          <a:off x="661319" y="2093399"/>
          <a:ext cx="9251032" cy="4737935"/>
        </p:xfrm>
        <a:graphic>
          <a:graphicData uri="http://schemas.openxmlformats.org/drawingml/2006/table">
            <a:tbl>
              <a:tblPr>
                <a:tableStyleId>{5C22544A-7EE6-4342-B048-85BDC9FD1C3A}</a:tableStyleId>
              </a:tblPr>
              <a:tblGrid>
                <a:gridCol w="2570813">
                  <a:extLst>
                    <a:ext uri="{9D8B030D-6E8A-4147-A177-3AD203B41FA5}">
                      <a16:colId xmlns:a16="http://schemas.microsoft.com/office/drawing/2014/main" val="1461038509"/>
                    </a:ext>
                  </a:extLst>
                </a:gridCol>
                <a:gridCol w="6680219">
                  <a:extLst>
                    <a:ext uri="{9D8B030D-6E8A-4147-A177-3AD203B41FA5}">
                      <a16:colId xmlns:a16="http://schemas.microsoft.com/office/drawing/2014/main" val="2779555177"/>
                    </a:ext>
                  </a:extLst>
                </a:gridCol>
              </a:tblGrid>
              <a:tr h="412325">
                <a:tc>
                  <a:txBody>
                    <a:bodyPr/>
                    <a:lstStyle/>
                    <a:p>
                      <a:pPr algn="l" fontAlgn="ctr"/>
                      <a:r>
                        <a:rPr lang="fr-FR" sz="2200" b="1" u="none" strike="noStrike" dirty="0">
                          <a:effectLst/>
                        </a:rPr>
                        <a:t>Répertoire/Fichier</a:t>
                      </a:r>
                      <a:endParaRPr lang="fr-FR" sz="22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marL="0" algn="l" fontAlgn="ctr"/>
                      <a:r>
                        <a:rPr lang="fr-FR" sz="2200" b="1" u="none" strike="noStrike" dirty="0">
                          <a:solidFill>
                            <a:schemeClr val="dk1"/>
                          </a:solidFill>
                          <a:effectLst/>
                          <a:latin typeface="+mn-lt"/>
                          <a:ea typeface="+mn-ea"/>
                          <a:cs typeface="+mn-cs"/>
                        </a:rPr>
                        <a:t>Description</a:t>
                      </a:r>
                    </a:p>
                  </a:txBody>
                  <a:tcPr marL="7620" marR="7620" marT="7620" marB="0" anchor="ctr"/>
                </a:tc>
                <a:extLst>
                  <a:ext uri="{0D108BD9-81ED-4DB2-BD59-A6C34878D82A}">
                    <a16:rowId xmlns:a16="http://schemas.microsoft.com/office/drawing/2014/main" val="2458911204"/>
                  </a:ext>
                </a:extLst>
              </a:tr>
              <a:tr h="824650">
                <a:tc>
                  <a:txBody>
                    <a:bodyPr/>
                    <a:lstStyle/>
                    <a:p>
                      <a:pPr algn="l" fontAlgn="ctr"/>
                      <a:r>
                        <a:rPr lang="fr-FR" sz="2000" u="none" strike="noStrike" dirty="0">
                          <a:effectLst/>
                        </a:rPr>
                        <a:t>   </a:t>
                      </a:r>
                      <a:r>
                        <a:rPr lang="fr-FR" sz="2000" u="none" strike="noStrike" dirty="0">
                          <a:effectLst/>
                          <a:highlight>
                            <a:srgbClr val="C0C0C0"/>
                          </a:highlight>
                        </a:rPr>
                        <a:t>jobs/</a:t>
                      </a:r>
                      <a:endParaRPr lang="fr-FR" sz="2000" b="0" i="0" u="none" strike="noStrike" dirty="0">
                        <a:solidFill>
                          <a:srgbClr val="000000"/>
                        </a:solidFill>
                        <a:effectLst/>
                        <a:highlight>
                          <a:srgbClr val="C0C0C0"/>
                        </a:highlight>
                        <a:latin typeface="Arial Unicode MS"/>
                      </a:endParaRPr>
                    </a:p>
                  </a:txBody>
                  <a:tcPr marL="7620" marR="7620" marT="7620" marB="0" anchor="ctr"/>
                </a:tc>
                <a:tc>
                  <a:txBody>
                    <a:bodyPr/>
                    <a:lstStyle/>
                    <a:p>
                      <a:pPr algn="l" fontAlgn="ctr"/>
                      <a:r>
                        <a:rPr lang="fr-FR" sz="2000" u="none" strike="noStrike" dirty="0">
                          <a:effectLst/>
                        </a:rPr>
                        <a:t>Contient tous les jobs Jenkins (chaque job a son propre sous-dossier).</a:t>
                      </a:r>
                      <a:endParaRPr lang="fr-FR" sz="20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47068055"/>
                  </a:ext>
                </a:extLst>
              </a:tr>
              <a:tr h="412325">
                <a:tc>
                  <a:txBody>
                    <a:bodyPr/>
                    <a:lstStyle/>
                    <a:p>
                      <a:pPr marL="0" algn="l" fontAlgn="ctr"/>
                      <a:r>
                        <a:rPr lang="fr-FR" sz="2000" u="none" strike="noStrike" dirty="0">
                          <a:solidFill>
                            <a:schemeClr val="dk1"/>
                          </a:solidFill>
                          <a:effectLst/>
                          <a:latin typeface="+mn-lt"/>
                          <a:ea typeface="+mn-ea"/>
                          <a:cs typeface="+mn-cs"/>
                        </a:rPr>
                        <a:t>   </a:t>
                      </a:r>
                      <a:r>
                        <a:rPr lang="fr-FR" sz="2000" u="none" strike="noStrike" dirty="0">
                          <a:solidFill>
                            <a:schemeClr val="dk1"/>
                          </a:solidFill>
                          <a:effectLst/>
                          <a:highlight>
                            <a:srgbClr val="C0C0C0"/>
                          </a:highlight>
                          <a:latin typeface="+mn-lt"/>
                          <a:ea typeface="+mn-ea"/>
                          <a:cs typeface="+mn-cs"/>
                        </a:rPr>
                        <a:t>plugins/</a:t>
                      </a:r>
                    </a:p>
                  </a:txBody>
                  <a:tcPr marL="7620" marR="7620" marT="7620" marB="0" anchor="ctr"/>
                </a:tc>
                <a:tc>
                  <a:txBody>
                    <a:bodyPr/>
                    <a:lstStyle/>
                    <a:p>
                      <a:pPr algn="l" fontAlgn="ctr"/>
                      <a:r>
                        <a:rPr lang="fr-FR" sz="2000" u="none" strike="noStrike" dirty="0">
                          <a:effectLst/>
                        </a:rPr>
                        <a:t>Stocke les plugins installés et leurs données.</a:t>
                      </a:r>
                      <a:endParaRPr lang="fr-FR" sz="20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2864238279"/>
                  </a:ext>
                </a:extLst>
              </a:tr>
              <a:tr h="412325">
                <a:tc>
                  <a:txBody>
                    <a:bodyPr/>
                    <a:lstStyle/>
                    <a:p>
                      <a:pPr marL="0" algn="l" fontAlgn="ctr"/>
                      <a:r>
                        <a:rPr lang="fr-FR" sz="1800" u="none" strike="noStrike" dirty="0">
                          <a:solidFill>
                            <a:schemeClr val="dk1"/>
                          </a:solidFill>
                          <a:effectLst/>
                          <a:latin typeface="+mn-lt"/>
                          <a:ea typeface="+mn-ea"/>
                          <a:cs typeface="+mn-cs"/>
                        </a:rPr>
                        <a:t>   </a:t>
                      </a:r>
                      <a:r>
                        <a:rPr lang="fr-FR" sz="1800" u="none" strike="noStrike" dirty="0" err="1">
                          <a:solidFill>
                            <a:schemeClr val="dk1"/>
                          </a:solidFill>
                          <a:effectLst/>
                          <a:highlight>
                            <a:srgbClr val="C0C0C0"/>
                          </a:highlight>
                          <a:latin typeface="+mn-lt"/>
                          <a:ea typeface="+mn-ea"/>
                          <a:cs typeface="+mn-cs"/>
                        </a:rPr>
                        <a:t>users</a:t>
                      </a:r>
                      <a:r>
                        <a:rPr lang="fr-FR" sz="1800" u="none" strike="noStrike" dirty="0">
                          <a:solidFill>
                            <a:schemeClr val="dk1"/>
                          </a:solidFill>
                          <a:effectLst/>
                          <a:highlight>
                            <a:srgbClr val="C0C0C0"/>
                          </a:highlight>
                          <a:latin typeface="+mn-lt"/>
                          <a:ea typeface="+mn-ea"/>
                          <a:cs typeface="+mn-cs"/>
                        </a:rPr>
                        <a:t>/</a:t>
                      </a:r>
                    </a:p>
                  </a:txBody>
                  <a:tcPr marL="7620" marR="7620" marT="7620" marB="0" anchor="ctr"/>
                </a:tc>
                <a:tc>
                  <a:txBody>
                    <a:bodyPr/>
                    <a:lstStyle/>
                    <a:p>
                      <a:pPr algn="l" fontAlgn="ctr"/>
                      <a:r>
                        <a:rPr lang="fr-FR" sz="2000" u="none" strike="noStrike">
                          <a:effectLst/>
                        </a:rPr>
                        <a:t>Contient les données des utilisateurs Jenkins.</a:t>
                      </a:r>
                      <a:endParaRPr lang="fr-FR" sz="20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595506280"/>
                  </a:ext>
                </a:extLst>
              </a:tr>
              <a:tr h="412325">
                <a:tc>
                  <a:txBody>
                    <a:bodyPr/>
                    <a:lstStyle/>
                    <a:p>
                      <a:pPr marL="0" algn="l" fontAlgn="ctr"/>
                      <a:r>
                        <a:rPr lang="fr-FR" sz="2000" u="none" strike="noStrike" dirty="0">
                          <a:solidFill>
                            <a:schemeClr val="dk1"/>
                          </a:solidFill>
                          <a:effectLst/>
                          <a:latin typeface="+mn-lt"/>
                          <a:ea typeface="+mn-ea"/>
                          <a:cs typeface="+mn-cs"/>
                        </a:rPr>
                        <a:t>   </a:t>
                      </a:r>
                      <a:r>
                        <a:rPr lang="fr-FR" sz="2000" u="none" strike="noStrike" dirty="0">
                          <a:solidFill>
                            <a:schemeClr val="dk1"/>
                          </a:solidFill>
                          <a:effectLst/>
                          <a:highlight>
                            <a:srgbClr val="C0C0C0"/>
                          </a:highlight>
                          <a:latin typeface="+mn-lt"/>
                          <a:ea typeface="+mn-ea"/>
                          <a:cs typeface="+mn-cs"/>
                        </a:rPr>
                        <a:t>secrets/</a:t>
                      </a:r>
                    </a:p>
                  </a:txBody>
                  <a:tcPr marL="7620" marR="7620" marT="7620" marB="0" anchor="ctr"/>
                </a:tc>
                <a:tc>
                  <a:txBody>
                    <a:bodyPr/>
                    <a:lstStyle/>
                    <a:p>
                      <a:pPr algn="l" fontAlgn="ctr"/>
                      <a:r>
                        <a:rPr lang="fr-FR" sz="2000" u="none" strike="noStrike" dirty="0">
                          <a:effectLst/>
                        </a:rPr>
                        <a:t>Stocke les fichiers de configuration sensibles (ex : </a:t>
                      </a:r>
                      <a:r>
                        <a:rPr lang="fr-FR" sz="2000" u="none" strike="noStrike" dirty="0" err="1">
                          <a:effectLst/>
                        </a:rPr>
                        <a:t>tokens</a:t>
                      </a:r>
                      <a:r>
                        <a:rPr lang="fr-FR" sz="2000" u="none" strike="noStrike" dirty="0">
                          <a:effectLst/>
                        </a:rPr>
                        <a:t>, </a:t>
                      </a:r>
                      <a:r>
                        <a:rPr lang="fr-FR" sz="2000" u="none" strike="noStrike" dirty="0" err="1">
                          <a:effectLst/>
                        </a:rPr>
                        <a:t>credentials</a:t>
                      </a:r>
                      <a:r>
                        <a:rPr lang="fr-FR" sz="2000" u="none" strike="noStrike" dirty="0">
                          <a:effectLst/>
                        </a:rPr>
                        <a:t>).</a:t>
                      </a:r>
                      <a:endParaRPr lang="fr-FR" sz="20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757388897"/>
                  </a:ext>
                </a:extLst>
              </a:tr>
              <a:tr h="412325">
                <a:tc>
                  <a:txBody>
                    <a:bodyPr/>
                    <a:lstStyle/>
                    <a:p>
                      <a:pPr marL="0" algn="l" fontAlgn="ctr"/>
                      <a:r>
                        <a:rPr lang="fr-FR" sz="2000" u="none" strike="noStrike" dirty="0">
                          <a:solidFill>
                            <a:schemeClr val="dk1"/>
                          </a:solidFill>
                          <a:effectLst/>
                          <a:latin typeface="+mn-lt"/>
                          <a:ea typeface="+mn-ea"/>
                          <a:cs typeface="+mn-cs"/>
                        </a:rPr>
                        <a:t>   </a:t>
                      </a:r>
                      <a:r>
                        <a:rPr lang="fr-FR" sz="2000" u="none" strike="noStrike" dirty="0">
                          <a:solidFill>
                            <a:schemeClr val="dk1"/>
                          </a:solidFill>
                          <a:effectLst/>
                          <a:highlight>
                            <a:srgbClr val="C0C0C0"/>
                          </a:highlight>
                          <a:latin typeface="+mn-lt"/>
                          <a:ea typeface="+mn-ea"/>
                          <a:cs typeface="+mn-cs"/>
                        </a:rPr>
                        <a:t>config.xml</a:t>
                      </a:r>
                    </a:p>
                  </a:txBody>
                  <a:tcPr marL="7620" marR="7620" marT="7620" marB="0" anchor="ctr"/>
                </a:tc>
                <a:tc>
                  <a:txBody>
                    <a:bodyPr/>
                    <a:lstStyle/>
                    <a:p>
                      <a:pPr algn="l" fontAlgn="ctr"/>
                      <a:r>
                        <a:rPr lang="fr-FR" sz="2000" u="none" strike="noStrike">
                          <a:effectLst/>
                        </a:rPr>
                        <a:t>Fichier principal de configuration de Jenkins.</a:t>
                      </a:r>
                      <a:endParaRPr lang="fr-FR" sz="20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2358565160"/>
                  </a:ext>
                </a:extLst>
              </a:tr>
              <a:tr h="412325">
                <a:tc>
                  <a:txBody>
                    <a:bodyPr/>
                    <a:lstStyle/>
                    <a:p>
                      <a:pPr marL="0" algn="l" fontAlgn="ctr"/>
                      <a:r>
                        <a:rPr lang="fr-FR" sz="2000" u="none" strike="noStrike" dirty="0">
                          <a:solidFill>
                            <a:schemeClr val="dk1"/>
                          </a:solidFill>
                          <a:effectLst/>
                          <a:latin typeface="+mn-lt"/>
                          <a:ea typeface="+mn-ea"/>
                          <a:cs typeface="+mn-cs"/>
                        </a:rPr>
                        <a:t>   </a:t>
                      </a:r>
                      <a:r>
                        <a:rPr lang="fr-FR" sz="2000" u="none" strike="noStrike" dirty="0">
                          <a:solidFill>
                            <a:schemeClr val="dk1"/>
                          </a:solidFill>
                          <a:effectLst/>
                          <a:highlight>
                            <a:srgbClr val="C0C0C0"/>
                          </a:highlight>
                          <a:latin typeface="+mn-lt"/>
                          <a:ea typeface="+mn-ea"/>
                          <a:cs typeface="+mn-cs"/>
                        </a:rPr>
                        <a:t>logs/</a:t>
                      </a:r>
                    </a:p>
                  </a:txBody>
                  <a:tcPr marL="7620" marR="7620" marT="7620" marB="0" anchor="ctr"/>
                </a:tc>
                <a:tc>
                  <a:txBody>
                    <a:bodyPr/>
                    <a:lstStyle/>
                    <a:p>
                      <a:pPr algn="l" fontAlgn="ctr"/>
                      <a:r>
                        <a:rPr lang="fr-FR" sz="2000" u="none" strike="noStrike" dirty="0">
                          <a:effectLst/>
                        </a:rPr>
                        <a:t>Contient les fichiers logs d’exécution de Jenkins.</a:t>
                      </a:r>
                      <a:endParaRPr lang="fr-FR" sz="20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689207263"/>
                  </a:ext>
                </a:extLst>
              </a:tr>
              <a:tr h="412325">
                <a:tc>
                  <a:txBody>
                    <a:bodyPr/>
                    <a:lstStyle/>
                    <a:p>
                      <a:pPr marL="0" algn="l" fontAlgn="ctr"/>
                      <a:r>
                        <a:rPr lang="fr-FR" sz="2000" u="none" strike="noStrike" dirty="0">
                          <a:solidFill>
                            <a:schemeClr val="dk1"/>
                          </a:solidFill>
                          <a:effectLst/>
                          <a:latin typeface="+mn-lt"/>
                          <a:ea typeface="+mn-ea"/>
                          <a:cs typeface="+mn-cs"/>
                        </a:rPr>
                        <a:t>   </a:t>
                      </a:r>
                      <a:r>
                        <a:rPr lang="fr-FR" sz="2000" u="none" strike="noStrike" dirty="0" err="1">
                          <a:solidFill>
                            <a:schemeClr val="dk1"/>
                          </a:solidFill>
                          <a:effectLst/>
                          <a:highlight>
                            <a:srgbClr val="C0C0C0"/>
                          </a:highlight>
                          <a:latin typeface="+mn-lt"/>
                          <a:ea typeface="+mn-ea"/>
                          <a:cs typeface="+mn-cs"/>
                        </a:rPr>
                        <a:t>nodes</a:t>
                      </a:r>
                      <a:r>
                        <a:rPr lang="fr-FR" sz="2000" u="none" strike="noStrike" dirty="0">
                          <a:solidFill>
                            <a:schemeClr val="dk1"/>
                          </a:solidFill>
                          <a:effectLst/>
                          <a:highlight>
                            <a:srgbClr val="C0C0C0"/>
                          </a:highlight>
                          <a:latin typeface="+mn-lt"/>
                          <a:ea typeface="+mn-ea"/>
                          <a:cs typeface="+mn-cs"/>
                        </a:rPr>
                        <a:t>/</a:t>
                      </a:r>
                    </a:p>
                  </a:txBody>
                  <a:tcPr marL="7620" marR="7620" marT="7620" marB="0" anchor="ctr"/>
                </a:tc>
                <a:tc>
                  <a:txBody>
                    <a:bodyPr/>
                    <a:lstStyle/>
                    <a:p>
                      <a:pPr algn="l" fontAlgn="ctr"/>
                      <a:r>
                        <a:rPr lang="fr-FR" sz="2000" u="none" strike="noStrike">
                          <a:effectLst/>
                        </a:rPr>
                        <a:t>Stocke les configurations des agents (si Jenkins est en mode distribué).</a:t>
                      </a:r>
                      <a:endParaRPr lang="fr-FR" sz="20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2297414172"/>
                  </a:ext>
                </a:extLst>
              </a:tr>
              <a:tr h="412325">
                <a:tc>
                  <a:txBody>
                    <a:bodyPr/>
                    <a:lstStyle/>
                    <a:p>
                      <a:pPr marL="0" algn="l" fontAlgn="ctr"/>
                      <a:r>
                        <a:rPr lang="fr-FR" sz="2000" u="none" strike="noStrike" dirty="0">
                          <a:solidFill>
                            <a:schemeClr val="dk1"/>
                          </a:solidFill>
                          <a:effectLst/>
                          <a:latin typeface="+mn-lt"/>
                          <a:ea typeface="+mn-ea"/>
                          <a:cs typeface="+mn-cs"/>
                        </a:rPr>
                        <a:t>   </a:t>
                      </a:r>
                      <a:r>
                        <a:rPr lang="fr-FR" sz="2000" u="none" strike="noStrike" dirty="0" err="1">
                          <a:solidFill>
                            <a:schemeClr val="dk1"/>
                          </a:solidFill>
                          <a:effectLst/>
                          <a:highlight>
                            <a:srgbClr val="C0C0C0"/>
                          </a:highlight>
                          <a:latin typeface="+mn-lt"/>
                          <a:ea typeface="+mn-ea"/>
                          <a:cs typeface="+mn-cs"/>
                        </a:rPr>
                        <a:t>workspace</a:t>
                      </a:r>
                      <a:r>
                        <a:rPr lang="fr-FR" sz="2000" u="none" strike="noStrike" dirty="0">
                          <a:solidFill>
                            <a:schemeClr val="dk1"/>
                          </a:solidFill>
                          <a:effectLst/>
                          <a:highlight>
                            <a:srgbClr val="C0C0C0"/>
                          </a:highlight>
                          <a:latin typeface="+mn-lt"/>
                          <a:ea typeface="+mn-ea"/>
                          <a:cs typeface="+mn-cs"/>
                        </a:rPr>
                        <a:t>/</a:t>
                      </a:r>
                    </a:p>
                  </a:txBody>
                  <a:tcPr marL="7620" marR="7620" marT="7620" marB="0" anchor="ctr"/>
                </a:tc>
                <a:tc>
                  <a:txBody>
                    <a:bodyPr/>
                    <a:lstStyle/>
                    <a:p>
                      <a:pPr algn="l" fontAlgn="ctr"/>
                      <a:r>
                        <a:rPr lang="fr-FR" sz="2000" u="none" strike="noStrike" dirty="0">
                          <a:effectLst/>
                        </a:rPr>
                        <a:t>Contient les fichiers temporaires générés lors de l'exécution des jobs.</a:t>
                      </a:r>
                      <a:endParaRPr lang="fr-FR" sz="20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2605402429"/>
                  </a:ext>
                </a:extLst>
              </a:tr>
            </a:tbl>
          </a:graphicData>
        </a:graphic>
      </p:graphicFrame>
    </p:spTree>
    <p:extLst>
      <p:ext uri="{BB962C8B-B14F-4D97-AF65-F5344CB8AC3E}">
        <p14:creationId xmlns:p14="http://schemas.microsoft.com/office/powerpoint/2010/main" val="5094443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6E283-02A7-1D8F-D73E-FE65B14E8464}"/>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EAE25F30-F450-955D-B192-180D10EFE245}"/>
              </a:ext>
            </a:extLst>
          </p:cNvPr>
          <p:cNvSpPr txBox="1">
            <a:spLocks noGrp="1"/>
          </p:cNvSpPr>
          <p:nvPr>
            <p:ph type="sldNum" sz="quarter" idx="7"/>
          </p:nvPr>
        </p:nvSpPr>
        <p:spPr>
          <a:prstGeom prst="rect">
            <a:avLst/>
          </a:prstGeom>
        </p:spPr>
        <p:txBody>
          <a:bodyPr vert="horz" wrap="square" lIns="0" tIns="8255" rIns="0" bIns="0" rtlCol="0">
            <a:spAutoFit/>
          </a:bodyPr>
          <a:lstStyle/>
          <a:p>
            <a:pPr marL="80010" marR="0" lvl="0" indent="0" defTabSz="914400" eaLnBrk="1" fontAlgn="auto" latinLnBrk="0" hangingPunct="1">
              <a:lnSpc>
                <a:spcPct val="100000"/>
              </a:lnSpc>
              <a:spcBef>
                <a:spcPts val="65"/>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prstClr val="white"/>
                </a:solidFill>
                <a:effectLst/>
                <a:uLnTx/>
                <a:uFillTx/>
                <a:latin typeface="Calibri"/>
                <a:cs typeface="Calibri"/>
              </a:rPr>
              <a:pPr marL="80010" marR="0" lvl="0" indent="0" defTabSz="914400" eaLnBrk="1" fontAlgn="auto" latinLnBrk="0" hangingPunct="1">
                <a:lnSpc>
                  <a:spcPct val="100000"/>
                </a:lnSpc>
                <a:spcBef>
                  <a:spcPts val="65"/>
                </a:spcBef>
                <a:spcAft>
                  <a:spcPts val="0"/>
                </a:spcAft>
                <a:buClrTx/>
                <a:buSzTx/>
                <a:buFontTx/>
                <a:buNone/>
                <a:tabLst/>
                <a:defRPr/>
              </a:pPr>
              <a:t>34</a:t>
            </a:fld>
            <a:endParaRPr kumimoji="0" sz="1200" b="0" i="0" u="none" strike="noStrike" kern="0" cap="none" spc="-25" normalizeH="0" baseline="0" noProof="0" dirty="0">
              <a:ln>
                <a:noFill/>
              </a:ln>
              <a:solidFill>
                <a:prstClr val="white"/>
              </a:solidFill>
              <a:effectLst/>
              <a:uLnTx/>
              <a:uFillTx/>
              <a:latin typeface="Calibri"/>
              <a:cs typeface="Calibri"/>
            </a:endParaRPr>
          </a:p>
        </p:txBody>
      </p:sp>
      <p:sp>
        <p:nvSpPr>
          <p:cNvPr id="4" name="object 4">
            <a:extLst>
              <a:ext uri="{FF2B5EF4-FFF2-40B4-BE49-F238E27FC236}">
                <a16:creationId xmlns:a16="http://schemas.microsoft.com/office/drawing/2014/main" id="{ED7BCD60-21A4-D0D5-A050-1202811132EE}"/>
              </a:ext>
            </a:extLst>
          </p:cNvPr>
          <p:cNvSpPr txBox="1"/>
          <p:nvPr/>
        </p:nvSpPr>
        <p:spPr>
          <a:xfrm>
            <a:off x="466373"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b="1" spc="70" dirty="0">
                <a:solidFill>
                  <a:srgbClr val="164052"/>
                </a:solidFill>
                <a:latin typeface="Calibri"/>
                <a:cs typeface="Calibri"/>
              </a:rPr>
              <a:t>3</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5" name="object 5">
            <a:extLst>
              <a:ext uri="{FF2B5EF4-FFF2-40B4-BE49-F238E27FC236}">
                <a16:creationId xmlns:a16="http://schemas.microsoft.com/office/drawing/2014/main" id="{14939833-AEC7-C488-7136-4BF4C92E8713}"/>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fr-FR" spc="-10" dirty="0"/>
              <a:t>Structure des répertoires de Jenkins</a:t>
            </a:r>
            <a:endParaRPr spc="-10" dirty="0"/>
          </a:p>
        </p:txBody>
      </p:sp>
      <p:sp>
        <p:nvSpPr>
          <p:cNvPr id="8" name="Rectangle 7">
            <a:extLst>
              <a:ext uri="{FF2B5EF4-FFF2-40B4-BE49-F238E27FC236}">
                <a16:creationId xmlns:a16="http://schemas.microsoft.com/office/drawing/2014/main" id="{8DA4ACEC-1955-7436-E3F6-CE7899C43D92}"/>
              </a:ext>
            </a:extLst>
          </p:cNvPr>
          <p:cNvSpPr/>
          <p:nvPr/>
        </p:nvSpPr>
        <p:spPr>
          <a:xfrm>
            <a:off x="887737" y="958850"/>
            <a:ext cx="9575199" cy="1055545"/>
          </a:xfrm>
          <a:prstGeom prst="rect">
            <a:avLst/>
          </a:prstGeom>
        </p:spPr>
        <p:txBody>
          <a:bodyPr wrap="square">
            <a:spAutoFit/>
          </a:bodyPr>
          <a:lstStyle/>
          <a:p>
            <a:pPr marR="0" lvl="0" defTabSz="914400" eaLnBrk="1" fontAlgn="auto" latinLnBrk="0" hangingPunct="1">
              <a:lnSpc>
                <a:spcPct val="150000"/>
              </a:lnSpc>
              <a:spcBef>
                <a:spcPts val="0"/>
              </a:spcBef>
              <a:spcAft>
                <a:spcPts val="0"/>
              </a:spcAft>
              <a:buClrTx/>
              <a:buSzTx/>
              <a:tabLst/>
              <a:defRPr/>
            </a:pPr>
            <a:r>
              <a:rPr kumimoji="0" lang="fr-FR" sz="2200" b="0" i="0" u="none" strike="noStrike" kern="0" cap="none" spc="0" normalizeH="0" baseline="0" noProof="0" dirty="0">
                <a:ln>
                  <a:noFill/>
                </a:ln>
                <a:solidFill>
                  <a:sysClr val="windowText" lastClr="000000"/>
                </a:solidFill>
                <a:effectLst/>
                <a:uLnTx/>
                <a:uFillTx/>
                <a:latin typeface="Calibri"/>
              </a:rPr>
              <a:t>Chaque job dans Jenkins a son propre répertoire sous </a:t>
            </a:r>
            <a:r>
              <a:rPr kumimoji="0" lang="fr-FR" sz="2200" b="0" i="0" u="none" strike="noStrike" kern="0" cap="none" spc="0" normalizeH="0" baseline="0" noProof="0" dirty="0">
                <a:ln>
                  <a:noFill/>
                </a:ln>
                <a:solidFill>
                  <a:sysClr val="windowText" lastClr="000000"/>
                </a:solidFill>
                <a:effectLst/>
                <a:highlight>
                  <a:srgbClr val="C0C0C0"/>
                </a:highlight>
                <a:uLnTx/>
                <a:uFillTx/>
                <a:latin typeface="Calibri"/>
              </a:rPr>
              <a:t>JENKINS_HOME/jobs/</a:t>
            </a:r>
          </a:p>
          <a:p>
            <a:pPr marR="0" lvl="0" defTabSz="914400" eaLnBrk="1" fontAlgn="auto" latinLnBrk="0" hangingPunct="1">
              <a:lnSpc>
                <a:spcPct val="150000"/>
              </a:lnSpc>
              <a:spcBef>
                <a:spcPts val="0"/>
              </a:spcBef>
              <a:spcAft>
                <a:spcPts val="0"/>
              </a:spcAft>
              <a:buClrTx/>
              <a:buSzTx/>
              <a:tabLst/>
              <a:defRPr/>
            </a:pPr>
            <a:r>
              <a:rPr kumimoji="0" lang="fr-FR" sz="2200" b="1" i="0" u="none" strike="noStrike" kern="0" cap="none" spc="0" normalizeH="0" baseline="0" noProof="0" dirty="0">
                <a:ln>
                  <a:noFill/>
                </a:ln>
                <a:solidFill>
                  <a:sysClr val="windowText" lastClr="000000"/>
                </a:solidFill>
                <a:effectLst/>
                <a:uLnTx/>
                <a:uFillTx/>
                <a:latin typeface="Calibri"/>
              </a:rPr>
              <a:t>Exemple de structure d’un job </a:t>
            </a:r>
            <a:r>
              <a:rPr kumimoji="0" lang="fr-FR" sz="2200" b="0" i="0" u="none" strike="noStrike" kern="0" cap="none" spc="0" normalizeH="0" baseline="0" noProof="0" dirty="0">
                <a:ln>
                  <a:noFill/>
                </a:ln>
                <a:solidFill>
                  <a:sysClr val="windowText" lastClr="000000"/>
                </a:solidFill>
                <a:effectLst/>
                <a:uLnTx/>
                <a:uFillTx/>
                <a:latin typeface="Calibri"/>
              </a:rPr>
              <a:t>mon-job :</a:t>
            </a:r>
          </a:p>
        </p:txBody>
      </p:sp>
      <p:pic>
        <p:nvPicPr>
          <p:cNvPr id="3" name="Picture 2">
            <a:extLst>
              <a:ext uri="{FF2B5EF4-FFF2-40B4-BE49-F238E27FC236}">
                <a16:creationId xmlns:a16="http://schemas.microsoft.com/office/drawing/2014/main" id="{80631D42-2750-A3F4-F5CE-54D535D49C59}"/>
              </a:ext>
            </a:extLst>
          </p:cNvPr>
          <p:cNvPicPr>
            <a:picLocks noChangeAspect="1"/>
          </p:cNvPicPr>
          <p:nvPr/>
        </p:nvPicPr>
        <p:blipFill>
          <a:blip r:embed="rId2"/>
          <a:stretch>
            <a:fillRect/>
          </a:stretch>
        </p:blipFill>
        <p:spPr>
          <a:xfrm>
            <a:off x="1009907" y="2146064"/>
            <a:ext cx="8597643" cy="4603985"/>
          </a:xfrm>
          <a:prstGeom prst="rect">
            <a:avLst/>
          </a:prstGeom>
        </p:spPr>
      </p:pic>
    </p:spTree>
    <p:extLst>
      <p:ext uri="{BB962C8B-B14F-4D97-AF65-F5344CB8AC3E}">
        <p14:creationId xmlns:p14="http://schemas.microsoft.com/office/powerpoint/2010/main" val="16507929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EC6E0-5ACD-B768-24E0-8384B1831FCE}"/>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E350E32E-C342-B098-AD61-E4110C9614C3}"/>
              </a:ext>
            </a:extLst>
          </p:cNvPr>
          <p:cNvSpPr txBox="1">
            <a:spLocks noGrp="1"/>
          </p:cNvSpPr>
          <p:nvPr>
            <p:ph type="sldNum" sz="quarter" idx="7"/>
          </p:nvPr>
        </p:nvSpPr>
        <p:spPr>
          <a:prstGeom prst="rect">
            <a:avLst/>
          </a:prstGeom>
        </p:spPr>
        <p:txBody>
          <a:bodyPr vert="horz" wrap="square" lIns="0" tIns="8255" rIns="0" bIns="0" rtlCol="0">
            <a:spAutoFit/>
          </a:bodyPr>
          <a:lstStyle/>
          <a:p>
            <a:pPr marL="80010" marR="0" lvl="0" indent="0" defTabSz="914400" eaLnBrk="1" fontAlgn="auto" latinLnBrk="0" hangingPunct="1">
              <a:lnSpc>
                <a:spcPct val="100000"/>
              </a:lnSpc>
              <a:spcBef>
                <a:spcPts val="65"/>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prstClr val="white"/>
                </a:solidFill>
                <a:effectLst/>
                <a:uLnTx/>
                <a:uFillTx/>
                <a:latin typeface="Calibri"/>
                <a:cs typeface="Calibri"/>
              </a:rPr>
              <a:pPr marL="80010" marR="0" lvl="0" indent="0" defTabSz="914400" eaLnBrk="1" fontAlgn="auto" latinLnBrk="0" hangingPunct="1">
                <a:lnSpc>
                  <a:spcPct val="100000"/>
                </a:lnSpc>
                <a:spcBef>
                  <a:spcPts val="65"/>
                </a:spcBef>
                <a:spcAft>
                  <a:spcPts val="0"/>
                </a:spcAft>
                <a:buClrTx/>
                <a:buSzTx/>
                <a:buFontTx/>
                <a:buNone/>
                <a:tabLst/>
                <a:defRPr/>
              </a:pPr>
              <a:t>35</a:t>
            </a:fld>
            <a:endParaRPr kumimoji="0" sz="1200" b="0" i="0" u="none" strike="noStrike" kern="0" cap="none" spc="-25" normalizeH="0" baseline="0" noProof="0" dirty="0">
              <a:ln>
                <a:noFill/>
              </a:ln>
              <a:solidFill>
                <a:prstClr val="white"/>
              </a:solidFill>
              <a:effectLst/>
              <a:uLnTx/>
              <a:uFillTx/>
              <a:latin typeface="Calibri"/>
              <a:cs typeface="Calibri"/>
            </a:endParaRPr>
          </a:p>
        </p:txBody>
      </p:sp>
      <p:sp>
        <p:nvSpPr>
          <p:cNvPr id="4" name="object 4">
            <a:extLst>
              <a:ext uri="{FF2B5EF4-FFF2-40B4-BE49-F238E27FC236}">
                <a16:creationId xmlns:a16="http://schemas.microsoft.com/office/drawing/2014/main" id="{050F7FAD-0B93-8ADB-9FB1-7A7AB904A16E}"/>
              </a:ext>
            </a:extLst>
          </p:cNvPr>
          <p:cNvSpPr txBox="1"/>
          <p:nvPr/>
        </p:nvSpPr>
        <p:spPr>
          <a:xfrm>
            <a:off x="466373"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b="1" spc="70" dirty="0">
                <a:solidFill>
                  <a:srgbClr val="164052"/>
                </a:solidFill>
                <a:latin typeface="Calibri"/>
                <a:cs typeface="Calibri"/>
              </a:rPr>
              <a:t>4</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5" name="object 5">
            <a:extLst>
              <a:ext uri="{FF2B5EF4-FFF2-40B4-BE49-F238E27FC236}">
                <a16:creationId xmlns:a16="http://schemas.microsoft.com/office/drawing/2014/main" id="{FA013E31-8B62-B5A1-23FE-EFC514DBB98B}"/>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fr-FR" spc="-10" dirty="0"/>
              <a:t>Installation et configuration initiale</a:t>
            </a:r>
            <a:endParaRPr spc="-10" dirty="0"/>
          </a:p>
        </p:txBody>
      </p:sp>
      <p:sp>
        <p:nvSpPr>
          <p:cNvPr id="8" name="Rectangle 7">
            <a:extLst>
              <a:ext uri="{FF2B5EF4-FFF2-40B4-BE49-F238E27FC236}">
                <a16:creationId xmlns:a16="http://schemas.microsoft.com/office/drawing/2014/main" id="{93723E39-C28D-B443-E71F-812B031C9192}"/>
              </a:ext>
            </a:extLst>
          </p:cNvPr>
          <p:cNvSpPr/>
          <p:nvPr/>
        </p:nvSpPr>
        <p:spPr>
          <a:xfrm>
            <a:off x="896627" y="1339850"/>
            <a:ext cx="9575199" cy="4610365"/>
          </a:xfrm>
          <a:prstGeom prst="rect">
            <a:avLst/>
          </a:prstGeom>
        </p:spPr>
        <p:txBody>
          <a:bodyPr wrap="square">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kumimoji="0" lang="fr-FR" sz="2200" b="1" i="0" u="none" strike="noStrike" kern="0" cap="none" spc="0" normalizeH="0" baseline="0" noProof="0" dirty="0">
                <a:ln>
                  <a:noFill/>
                </a:ln>
                <a:solidFill>
                  <a:sysClr val="windowText" lastClr="000000"/>
                </a:solidFill>
                <a:effectLst/>
                <a:uLnTx/>
                <a:uFillTx/>
                <a:latin typeface="Calibri"/>
              </a:rPr>
              <a:t>Configuration système recommandée</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b="1" i="0" u="none" strike="noStrike" kern="0" cap="none" spc="0" normalizeH="0" baseline="0" noProof="0" dirty="0">
                <a:ln>
                  <a:noFill/>
                </a:ln>
                <a:solidFill>
                  <a:sysClr val="windowText" lastClr="000000"/>
                </a:solidFill>
                <a:effectLst/>
                <a:uLnTx/>
                <a:uFillTx/>
                <a:latin typeface="Calibri"/>
              </a:rPr>
              <a:t>OS compatibles : </a:t>
            </a:r>
            <a:r>
              <a:rPr kumimoji="0" lang="fr-FR" sz="2200" i="0" u="none" strike="noStrike" kern="0" cap="none" spc="0" normalizeH="0" baseline="0" noProof="0" dirty="0">
                <a:ln>
                  <a:noFill/>
                </a:ln>
                <a:solidFill>
                  <a:sysClr val="windowText" lastClr="000000"/>
                </a:solidFill>
                <a:effectLst/>
                <a:uLnTx/>
                <a:uFillTx/>
                <a:latin typeface="Calibri"/>
              </a:rPr>
              <a:t>Linux, Windows, </a:t>
            </a:r>
            <a:r>
              <a:rPr kumimoji="0" lang="fr-FR" sz="2200" i="0" u="none" strike="noStrike" kern="0" cap="none" spc="0" normalizeH="0" baseline="0" noProof="0" dirty="0" err="1">
                <a:ln>
                  <a:noFill/>
                </a:ln>
                <a:solidFill>
                  <a:sysClr val="windowText" lastClr="000000"/>
                </a:solidFill>
                <a:effectLst/>
                <a:uLnTx/>
                <a:uFillTx/>
                <a:latin typeface="Calibri"/>
              </a:rPr>
              <a:t>macOS</a:t>
            </a:r>
            <a:endParaRPr kumimoji="0" lang="fr-FR" sz="2200" i="0" u="none" strike="noStrike" kern="0" cap="none" spc="0" normalizeH="0" baseline="0" noProof="0" dirty="0">
              <a:ln>
                <a:noFill/>
              </a:ln>
              <a:solidFill>
                <a:sysClr val="windowText" lastClr="000000"/>
              </a:solidFill>
              <a:effectLst/>
              <a:uLnTx/>
              <a:uFillTx/>
              <a:latin typeface="Calibri"/>
            </a:endParaRP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b="1" i="0" u="none" strike="noStrike" kern="0" cap="none" spc="0" normalizeH="0" baseline="0" noProof="0" dirty="0">
                <a:ln>
                  <a:noFill/>
                </a:ln>
                <a:solidFill>
                  <a:sysClr val="windowText" lastClr="000000"/>
                </a:solidFill>
                <a:effectLst/>
                <a:uLnTx/>
                <a:uFillTx/>
                <a:latin typeface="Calibri"/>
              </a:rPr>
              <a:t>Java : </a:t>
            </a:r>
            <a:r>
              <a:rPr kumimoji="0" lang="fr-FR" sz="2200" i="0" u="none" strike="noStrike" kern="0" cap="none" spc="0" normalizeH="0" baseline="0" noProof="0" dirty="0" err="1">
                <a:ln>
                  <a:noFill/>
                </a:ln>
                <a:solidFill>
                  <a:sysClr val="windowText" lastClr="000000"/>
                </a:solidFill>
                <a:effectLst/>
                <a:uLnTx/>
                <a:uFillTx/>
                <a:latin typeface="Calibri"/>
              </a:rPr>
              <a:t>OpenJDK</a:t>
            </a:r>
            <a:r>
              <a:rPr kumimoji="0" lang="fr-FR" sz="2200" i="0" u="none" strike="noStrike" kern="0" cap="none" spc="0" normalizeH="0" baseline="0" noProof="0" dirty="0">
                <a:ln>
                  <a:noFill/>
                </a:ln>
                <a:solidFill>
                  <a:sysClr val="windowText" lastClr="000000"/>
                </a:solidFill>
                <a:effectLst/>
                <a:uLnTx/>
                <a:uFillTx/>
                <a:latin typeface="Calibri"/>
              </a:rPr>
              <a:t> 11+ recommandé (sauf si installation via Docker)</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b="1" i="0" u="none" strike="noStrike" kern="0" cap="none" spc="0" normalizeH="0" baseline="0" noProof="0" dirty="0">
                <a:ln>
                  <a:noFill/>
                </a:ln>
                <a:solidFill>
                  <a:sysClr val="windowText" lastClr="000000"/>
                </a:solidFill>
                <a:effectLst/>
                <a:uLnTx/>
                <a:uFillTx/>
                <a:latin typeface="Calibri"/>
              </a:rPr>
              <a:t>Espace disque : </a:t>
            </a:r>
            <a:r>
              <a:rPr kumimoji="0" lang="fr-FR" sz="2200" i="0" u="none" strike="noStrike" kern="0" cap="none" spc="0" normalizeH="0" baseline="0" noProof="0" dirty="0">
                <a:ln>
                  <a:noFill/>
                </a:ln>
                <a:solidFill>
                  <a:sysClr val="windowText" lastClr="000000"/>
                </a:solidFill>
                <a:effectLst/>
                <a:uLnTx/>
                <a:uFillTx/>
                <a:latin typeface="Calibri"/>
              </a:rPr>
              <a:t>1 Go minimum, 10 Go recommandés</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b="1" i="0" u="none" strike="noStrike" kern="0" cap="none" spc="0" normalizeH="0" baseline="0" noProof="0" dirty="0">
                <a:ln>
                  <a:noFill/>
                </a:ln>
                <a:solidFill>
                  <a:sysClr val="windowText" lastClr="000000"/>
                </a:solidFill>
                <a:effectLst/>
                <a:uLnTx/>
                <a:uFillTx/>
                <a:latin typeface="Calibri"/>
              </a:rPr>
              <a:t>RAM : </a:t>
            </a:r>
            <a:r>
              <a:rPr kumimoji="0" lang="fr-FR" sz="2200" i="0" u="none" strike="noStrike" kern="0" cap="none" spc="0" normalizeH="0" baseline="0" noProof="0" dirty="0">
                <a:ln>
                  <a:noFill/>
                </a:ln>
                <a:solidFill>
                  <a:sysClr val="windowText" lastClr="000000"/>
                </a:solidFill>
                <a:effectLst/>
                <a:uLnTx/>
                <a:uFillTx/>
                <a:latin typeface="Calibri"/>
              </a:rPr>
              <a:t>512 Mo minimum, 4 Go recommandés</a:t>
            </a:r>
          </a:p>
          <a:p>
            <a:pPr marL="0" marR="0" lvl="0" indent="0" defTabSz="914400" eaLnBrk="1" fontAlgn="auto" latinLnBrk="0" hangingPunct="1">
              <a:lnSpc>
                <a:spcPct val="150000"/>
              </a:lnSpc>
              <a:spcBef>
                <a:spcPts val="0"/>
              </a:spcBef>
              <a:spcAft>
                <a:spcPts val="0"/>
              </a:spcAft>
              <a:buClrTx/>
              <a:buSzTx/>
              <a:buFontTx/>
              <a:buNone/>
              <a:tabLst/>
              <a:defRPr/>
            </a:pPr>
            <a:r>
              <a:rPr kumimoji="0" lang="fr-FR" sz="2200" b="1" i="0" u="none" strike="noStrike" kern="0" cap="none" spc="0" normalizeH="0" baseline="0" noProof="0" dirty="0">
                <a:ln>
                  <a:noFill/>
                </a:ln>
                <a:solidFill>
                  <a:sysClr val="windowText" lastClr="000000"/>
                </a:solidFill>
                <a:effectLst/>
                <a:uLnTx/>
                <a:uFillTx/>
                <a:latin typeface="Calibri"/>
              </a:rPr>
              <a:t>Dépendances nécessaires</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Calibri"/>
              </a:rPr>
              <a:t>Java (java -version)</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Calibri"/>
              </a:rPr>
              <a:t>Git (git --version)</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Calibri"/>
              </a:rPr>
              <a:t>Docker (docker --version) (si installation via conteneur)</a:t>
            </a:r>
          </a:p>
        </p:txBody>
      </p:sp>
      <p:sp>
        <p:nvSpPr>
          <p:cNvPr id="11" name="TextBox 10">
            <a:extLst>
              <a:ext uri="{FF2B5EF4-FFF2-40B4-BE49-F238E27FC236}">
                <a16:creationId xmlns:a16="http://schemas.microsoft.com/office/drawing/2014/main" id="{4AD29DA9-B265-9E43-C3FD-DECA813F9E29}"/>
              </a:ext>
            </a:extLst>
          </p:cNvPr>
          <p:cNvSpPr txBox="1"/>
          <p:nvPr/>
        </p:nvSpPr>
        <p:spPr>
          <a:xfrm>
            <a:off x="1042110" y="672350"/>
            <a:ext cx="5822240" cy="461665"/>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2400" b="0" i="0" u="none" strike="noStrike" kern="0" cap="none" spc="0" normalizeH="0" baseline="0" noProof="0" dirty="0">
                <a:ln>
                  <a:noFill/>
                </a:ln>
                <a:solidFill>
                  <a:srgbClr val="164052"/>
                </a:solidFill>
                <a:effectLst/>
                <a:uLnTx/>
                <a:uFillTx/>
                <a:latin typeface="Calibri"/>
                <a:ea typeface="+mj-ea"/>
                <a:cs typeface="Calibri"/>
              </a:rPr>
              <a:t>Prérequis pour l'installation</a:t>
            </a:r>
            <a:endParaRPr kumimoji="0" lang="fr-FR" sz="16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13845717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C1636-ABBF-CDE6-69C3-DA71103EEFFB}"/>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E580BE52-5F92-B822-5679-DE7B391F03A8}"/>
              </a:ext>
            </a:extLst>
          </p:cNvPr>
          <p:cNvSpPr txBox="1">
            <a:spLocks noGrp="1"/>
          </p:cNvSpPr>
          <p:nvPr>
            <p:ph type="sldNum" sz="quarter" idx="7"/>
          </p:nvPr>
        </p:nvSpPr>
        <p:spPr>
          <a:prstGeom prst="rect">
            <a:avLst/>
          </a:prstGeom>
        </p:spPr>
        <p:txBody>
          <a:bodyPr vert="horz" wrap="square" lIns="0" tIns="8255" rIns="0" bIns="0" rtlCol="0">
            <a:spAutoFit/>
          </a:bodyPr>
          <a:lstStyle/>
          <a:p>
            <a:pPr marL="80010" marR="0" lvl="0" indent="0" defTabSz="914400" eaLnBrk="1" fontAlgn="auto" latinLnBrk="0" hangingPunct="1">
              <a:lnSpc>
                <a:spcPct val="100000"/>
              </a:lnSpc>
              <a:spcBef>
                <a:spcPts val="65"/>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prstClr val="white"/>
                </a:solidFill>
                <a:effectLst/>
                <a:uLnTx/>
                <a:uFillTx/>
                <a:latin typeface="Calibri"/>
                <a:cs typeface="Calibri"/>
              </a:rPr>
              <a:pPr marL="80010" marR="0" lvl="0" indent="0" defTabSz="914400" eaLnBrk="1" fontAlgn="auto" latinLnBrk="0" hangingPunct="1">
                <a:lnSpc>
                  <a:spcPct val="100000"/>
                </a:lnSpc>
                <a:spcBef>
                  <a:spcPts val="65"/>
                </a:spcBef>
                <a:spcAft>
                  <a:spcPts val="0"/>
                </a:spcAft>
                <a:buClrTx/>
                <a:buSzTx/>
                <a:buFontTx/>
                <a:buNone/>
                <a:tabLst/>
                <a:defRPr/>
              </a:pPr>
              <a:t>36</a:t>
            </a:fld>
            <a:endParaRPr kumimoji="0" sz="1200" b="0" i="0" u="none" strike="noStrike" kern="0" cap="none" spc="-25" normalizeH="0" baseline="0" noProof="0" dirty="0">
              <a:ln>
                <a:noFill/>
              </a:ln>
              <a:solidFill>
                <a:prstClr val="white"/>
              </a:solidFill>
              <a:effectLst/>
              <a:uLnTx/>
              <a:uFillTx/>
              <a:latin typeface="Calibri"/>
              <a:cs typeface="Calibri"/>
            </a:endParaRPr>
          </a:p>
        </p:txBody>
      </p:sp>
      <p:sp>
        <p:nvSpPr>
          <p:cNvPr id="4" name="object 4">
            <a:extLst>
              <a:ext uri="{FF2B5EF4-FFF2-40B4-BE49-F238E27FC236}">
                <a16:creationId xmlns:a16="http://schemas.microsoft.com/office/drawing/2014/main" id="{BE2E323C-EF55-4356-7F97-FCA24869FE10}"/>
              </a:ext>
            </a:extLst>
          </p:cNvPr>
          <p:cNvSpPr txBox="1"/>
          <p:nvPr/>
        </p:nvSpPr>
        <p:spPr>
          <a:xfrm>
            <a:off x="466373"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b="1" spc="70" dirty="0">
                <a:solidFill>
                  <a:srgbClr val="164052"/>
                </a:solidFill>
                <a:latin typeface="Calibri"/>
                <a:cs typeface="Calibri"/>
              </a:rPr>
              <a:t>4</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5" name="object 5">
            <a:extLst>
              <a:ext uri="{FF2B5EF4-FFF2-40B4-BE49-F238E27FC236}">
                <a16:creationId xmlns:a16="http://schemas.microsoft.com/office/drawing/2014/main" id="{E628AE31-1FF6-9294-EFA2-9F9590D18C7D}"/>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fr-FR" spc="-10" dirty="0"/>
              <a:t>Installation et configuration initiale</a:t>
            </a:r>
            <a:endParaRPr spc="-10" dirty="0"/>
          </a:p>
        </p:txBody>
      </p:sp>
      <p:sp>
        <p:nvSpPr>
          <p:cNvPr id="11" name="TextBox 10">
            <a:extLst>
              <a:ext uri="{FF2B5EF4-FFF2-40B4-BE49-F238E27FC236}">
                <a16:creationId xmlns:a16="http://schemas.microsoft.com/office/drawing/2014/main" id="{71E2FC68-F598-DDB4-F1E9-856F560BB273}"/>
              </a:ext>
            </a:extLst>
          </p:cNvPr>
          <p:cNvSpPr txBox="1"/>
          <p:nvPr/>
        </p:nvSpPr>
        <p:spPr>
          <a:xfrm>
            <a:off x="1042110" y="672350"/>
            <a:ext cx="5822240" cy="461665"/>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2400" b="0" i="0" u="none" strike="noStrike" kern="0" cap="none" spc="0" normalizeH="0" baseline="0" noProof="0" dirty="0">
                <a:ln>
                  <a:noFill/>
                </a:ln>
                <a:solidFill>
                  <a:srgbClr val="164052"/>
                </a:solidFill>
                <a:effectLst/>
                <a:uLnTx/>
                <a:uFillTx/>
                <a:latin typeface="Calibri"/>
                <a:ea typeface="+mj-ea"/>
                <a:cs typeface="Calibri"/>
              </a:rPr>
              <a:t>Installation sur Linux (Debian/Ubuntu)</a:t>
            </a:r>
            <a:endParaRPr kumimoji="0" lang="fr-FR" sz="1600" b="0" i="0" u="none" strike="noStrike" kern="0" cap="none" spc="0" normalizeH="0" baseline="0" noProof="0" dirty="0">
              <a:ln>
                <a:noFill/>
              </a:ln>
              <a:solidFill>
                <a:sysClr val="windowText" lastClr="000000"/>
              </a:solidFill>
              <a:effectLst/>
              <a:uLnTx/>
              <a:uFillTx/>
            </a:endParaRPr>
          </a:p>
        </p:txBody>
      </p:sp>
      <p:sp>
        <p:nvSpPr>
          <p:cNvPr id="3" name="TextBox 2">
            <a:extLst>
              <a:ext uri="{FF2B5EF4-FFF2-40B4-BE49-F238E27FC236}">
                <a16:creationId xmlns:a16="http://schemas.microsoft.com/office/drawing/2014/main" id="{80D52024-04AD-C2A5-F354-0A48FB2ED6C7}"/>
              </a:ext>
            </a:extLst>
          </p:cNvPr>
          <p:cNvSpPr txBox="1"/>
          <p:nvPr/>
        </p:nvSpPr>
        <p:spPr>
          <a:xfrm>
            <a:off x="615950" y="1416050"/>
            <a:ext cx="9912350" cy="4651723"/>
          </a:xfrm>
          <a:prstGeom prst="rect">
            <a:avLst/>
          </a:prstGeom>
          <a:noFill/>
        </p:spPr>
        <p:txBody>
          <a:bodyPr wrap="square">
            <a:spAutoFit/>
          </a:bodyPr>
          <a:lstStyle/>
          <a:p>
            <a:pPr>
              <a:lnSpc>
                <a:spcPct val="150000"/>
              </a:lnSpc>
            </a:pPr>
            <a:r>
              <a:rPr lang="fr-FR" sz="2400" dirty="0">
                <a:highlight>
                  <a:srgbClr val="C0C0C0"/>
                </a:highlight>
                <a:latin typeface="+mn-lt"/>
              </a:rPr>
              <a:t>sudo </a:t>
            </a:r>
            <a:r>
              <a:rPr lang="fr-FR" sz="2400" dirty="0" err="1">
                <a:highlight>
                  <a:srgbClr val="C0C0C0"/>
                </a:highlight>
                <a:latin typeface="+mn-lt"/>
              </a:rPr>
              <a:t>apt</a:t>
            </a:r>
            <a:r>
              <a:rPr lang="fr-FR" sz="2400" dirty="0">
                <a:highlight>
                  <a:srgbClr val="C0C0C0"/>
                </a:highlight>
                <a:latin typeface="+mn-lt"/>
              </a:rPr>
              <a:t> update</a:t>
            </a:r>
          </a:p>
          <a:p>
            <a:pPr>
              <a:lnSpc>
                <a:spcPct val="150000"/>
              </a:lnSpc>
            </a:pPr>
            <a:r>
              <a:rPr lang="fr-FR" sz="2400" dirty="0">
                <a:highlight>
                  <a:srgbClr val="C0C0C0"/>
                </a:highlight>
                <a:latin typeface="+mn-lt"/>
              </a:rPr>
              <a:t>sudo </a:t>
            </a:r>
            <a:r>
              <a:rPr lang="fr-FR" sz="2400" dirty="0" err="1">
                <a:highlight>
                  <a:srgbClr val="C0C0C0"/>
                </a:highlight>
                <a:latin typeface="+mn-lt"/>
              </a:rPr>
              <a:t>apt</a:t>
            </a:r>
            <a:r>
              <a:rPr lang="fr-FR" sz="2400" dirty="0">
                <a:highlight>
                  <a:srgbClr val="C0C0C0"/>
                </a:highlight>
                <a:latin typeface="+mn-lt"/>
              </a:rPr>
              <a:t> </a:t>
            </a:r>
            <a:r>
              <a:rPr lang="fr-FR" sz="2400" dirty="0" err="1">
                <a:highlight>
                  <a:srgbClr val="C0C0C0"/>
                </a:highlight>
                <a:latin typeface="+mn-lt"/>
              </a:rPr>
              <a:t>install</a:t>
            </a:r>
            <a:r>
              <a:rPr lang="fr-FR" sz="2400" dirty="0">
                <a:highlight>
                  <a:srgbClr val="C0C0C0"/>
                </a:highlight>
                <a:latin typeface="+mn-lt"/>
              </a:rPr>
              <a:t> </a:t>
            </a:r>
            <a:r>
              <a:rPr lang="fr-FR" sz="2400" dirty="0" err="1">
                <a:highlight>
                  <a:srgbClr val="C0C0C0"/>
                </a:highlight>
                <a:latin typeface="+mn-lt"/>
              </a:rPr>
              <a:t>fontconfig</a:t>
            </a:r>
            <a:r>
              <a:rPr lang="fr-FR" sz="2400" dirty="0">
                <a:highlight>
                  <a:srgbClr val="C0C0C0"/>
                </a:highlight>
                <a:latin typeface="+mn-lt"/>
              </a:rPr>
              <a:t> openjdk-11-jre</a:t>
            </a:r>
          </a:p>
          <a:p>
            <a:pPr>
              <a:lnSpc>
                <a:spcPct val="150000"/>
              </a:lnSpc>
            </a:pPr>
            <a:r>
              <a:rPr lang="fr-FR" sz="2400" dirty="0" err="1">
                <a:highlight>
                  <a:srgbClr val="C0C0C0"/>
                </a:highlight>
                <a:latin typeface="+mn-lt"/>
              </a:rPr>
              <a:t>wget</a:t>
            </a:r>
            <a:r>
              <a:rPr lang="fr-FR" sz="2400" dirty="0">
                <a:highlight>
                  <a:srgbClr val="C0C0C0"/>
                </a:highlight>
                <a:latin typeface="+mn-lt"/>
              </a:rPr>
              <a:t> -q -O - https://pkg.jenkins.io/debian/jenkins.io.key | sudo </a:t>
            </a:r>
            <a:r>
              <a:rPr lang="fr-FR" sz="2400" dirty="0" err="1">
                <a:highlight>
                  <a:srgbClr val="C0C0C0"/>
                </a:highlight>
                <a:latin typeface="+mn-lt"/>
              </a:rPr>
              <a:t>apt</a:t>
            </a:r>
            <a:r>
              <a:rPr lang="fr-FR" sz="2400" dirty="0">
                <a:highlight>
                  <a:srgbClr val="C0C0C0"/>
                </a:highlight>
                <a:latin typeface="+mn-lt"/>
              </a:rPr>
              <a:t>-key </a:t>
            </a:r>
            <a:r>
              <a:rPr lang="fr-FR" sz="2400" dirty="0" err="1">
                <a:highlight>
                  <a:srgbClr val="C0C0C0"/>
                </a:highlight>
                <a:latin typeface="+mn-lt"/>
              </a:rPr>
              <a:t>add</a:t>
            </a:r>
            <a:r>
              <a:rPr lang="fr-FR" sz="2400" dirty="0">
                <a:highlight>
                  <a:srgbClr val="C0C0C0"/>
                </a:highlight>
                <a:latin typeface="+mn-lt"/>
              </a:rPr>
              <a:t> -</a:t>
            </a:r>
          </a:p>
          <a:p>
            <a:r>
              <a:rPr lang="fr-FR" sz="2400" dirty="0">
                <a:highlight>
                  <a:srgbClr val="C0C0C0"/>
                </a:highlight>
                <a:latin typeface="+mn-lt"/>
              </a:rPr>
              <a:t>sudo sh -c '</a:t>
            </a:r>
            <a:r>
              <a:rPr lang="fr-FR" sz="2400" dirty="0" err="1">
                <a:highlight>
                  <a:srgbClr val="C0C0C0"/>
                </a:highlight>
                <a:latin typeface="+mn-lt"/>
              </a:rPr>
              <a:t>echo</a:t>
            </a:r>
            <a:r>
              <a:rPr lang="fr-FR" sz="2400" dirty="0">
                <a:highlight>
                  <a:srgbClr val="C0C0C0"/>
                </a:highlight>
                <a:latin typeface="+mn-lt"/>
              </a:rPr>
              <a:t> deb </a:t>
            </a:r>
            <a:r>
              <a:rPr lang="fr-FR" sz="2400" dirty="0">
                <a:highlight>
                  <a:srgbClr val="C0C0C0"/>
                </a:highlight>
                <a:latin typeface="+mn-lt"/>
                <a:hlinkClick r:id="rId2"/>
              </a:rPr>
              <a:t>http://pkg.jenkins.io/debian-stable </a:t>
            </a:r>
            <a:r>
              <a:rPr lang="fr-FR" sz="2400" dirty="0" err="1">
                <a:highlight>
                  <a:srgbClr val="C0C0C0"/>
                </a:highlight>
                <a:latin typeface="+mn-lt"/>
                <a:hlinkClick r:id="rId2"/>
              </a:rPr>
              <a:t>binary</a:t>
            </a:r>
            <a:r>
              <a:rPr lang="fr-FR" sz="2400" dirty="0">
                <a:highlight>
                  <a:srgbClr val="C0C0C0"/>
                </a:highlight>
                <a:latin typeface="+mn-lt"/>
                <a:hlinkClick r:id="rId2"/>
              </a:rPr>
              <a:t>/</a:t>
            </a:r>
            <a:r>
              <a:rPr lang="fr-FR" sz="2400" dirty="0">
                <a:highlight>
                  <a:srgbClr val="C0C0C0"/>
                </a:highlight>
                <a:latin typeface="+mn-lt"/>
              </a:rPr>
              <a:t>  &gt; /</a:t>
            </a:r>
            <a:r>
              <a:rPr lang="fr-FR" sz="2400" dirty="0" err="1">
                <a:highlight>
                  <a:srgbClr val="C0C0C0"/>
                </a:highlight>
                <a:latin typeface="+mn-lt"/>
              </a:rPr>
              <a:t>etc</a:t>
            </a:r>
            <a:r>
              <a:rPr lang="fr-FR" sz="2400" dirty="0">
                <a:highlight>
                  <a:srgbClr val="C0C0C0"/>
                </a:highlight>
                <a:latin typeface="+mn-lt"/>
              </a:rPr>
              <a:t>/</a:t>
            </a:r>
            <a:r>
              <a:rPr lang="fr-FR" sz="2400" dirty="0" err="1">
                <a:highlight>
                  <a:srgbClr val="C0C0C0"/>
                </a:highlight>
                <a:latin typeface="+mn-lt"/>
              </a:rPr>
              <a:t>apt</a:t>
            </a:r>
            <a:r>
              <a:rPr lang="fr-FR" sz="2400" dirty="0">
                <a:highlight>
                  <a:srgbClr val="C0C0C0"/>
                </a:highlight>
                <a:latin typeface="+mn-lt"/>
              </a:rPr>
              <a:t>/</a:t>
            </a:r>
            <a:r>
              <a:rPr lang="fr-FR" sz="2400" dirty="0" err="1">
                <a:highlight>
                  <a:srgbClr val="C0C0C0"/>
                </a:highlight>
                <a:latin typeface="+mn-lt"/>
              </a:rPr>
              <a:t>sources.list.d</a:t>
            </a:r>
            <a:r>
              <a:rPr lang="fr-FR" sz="2400" dirty="0">
                <a:highlight>
                  <a:srgbClr val="C0C0C0"/>
                </a:highlight>
                <a:latin typeface="+mn-lt"/>
              </a:rPr>
              <a:t>/</a:t>
            </a:r>
            <a:r>
              <a:rPr lang="fr-FR" sz="2400" dirty="0" err="1">
                <a:highlight>
                  <a:srgbClr val="C0C0C0"/>
                </a:highlight>
                <a:latin typeface="+mn-lt"/>
              </a:rPr>
              <a:t>jenkins.list</a:t>
            </a:r>
            <a:r>
              <a:rPr lang="fr-FR" sz="2400" dirty="0">
                <a:highlight>
                  <a:srgbClr val="C0C0C0"/>
                </a:highlight>
                <a:latin typeface="+mn-lt"/>
              </a:rPr>
              <a:t>'</a:t>
            </a:r>
          </a:p>
          <a:p>
            <a:pPr>
              <a:lnSpc>
                <a:spcPct val="150000"/>
              </a:lnSpc>
            </a:pPr>
            <a:r>
              <a:rPr lang="fr-FR" sz="2400" dirty="0">
                <a:highlight>
                  <a:srgbClr val="C0C0C0"/>
                </a:highlight>
                <a:latin typeface="+mn-lt"/>
              </a:rPr>
              <a:t>sudo </a:t>
            </a:r>
            <a:r>
              <a:rPr lang="fr-FR" sz="2400" dirty="0" err="1">
                <a:highlight>
                  <a:srgbClr val="C0C0C0"/>
                </a:highlight>
                <a:latin typeface="+mn-lt"/>
              </a:rPr>
              <a:t>apt</a:t>
            </a:r>
            <a:r>
              <a:rPr lang="fr-FR" sz="2400" dirty="0">
                <a:highlight>
                  <a:srgbClr val="C0C0C0"/>
                </a:highlight>
                <a:latin typeface="+mn-lt"/>
              </a:rPr>
              <a:t> update</a:t>
            </a:r>
          </a:p>
          <a:p>
            <a:pPr>
              <a:lnSpc>
                <a:spcPct val="150000"/>
              </a:lnSpc>
            </a:pPr>
            <a:r>
              <a:rPr lang="fr-FR" sz="2400" dirty="0">
                <a:highlight>
                  <a:srgbClr val="C0C0C0"/>
                </a:highlight>
                <a:latin typeface="+mn-lt"/>
              </a:rPr>
              <a:t>sudo </a:t>
            </a:r>
            <a:r>
              <a:rPr lang="fr-FR" sz="2400" dirty="0" err="1">
                <a:highlight>
                  <a:srgbClr val="C0C0C0"/>
                </a:highlight>
                <a:latin typeface="+mn-lt"/>
              </a:rPr>
              <a:t>apt</a:t>
            </a:r>
            <a:r>
              <a:rPr lang="fr-FR" sz="2400" dirty="0">
                <a:highlight>
                  <a:srgbClr val="C0C0C0"/>
                </a:highlight>
                <a:latin typeface="+mn-lt"/>
              </a:rPr>
              <a:t> </a:t>
            </a:r>
            <a:r>
              <a:rPr lang="fr-FR" sz="2400" dirty="0" err="1">
                <a:highlight>
                  <a:srgbClr val="C0C0C0"/>
                </a:highlight>
                <a:latin typeface="+mn-lt"/>
              </a:rPr>
              <a:t>install</a:t>
            </a:r>
            <a:r>
              <a:rPr lang="fr-FR" sz="2400" dirty="0">
                <a:highlight>
                  <a:srgbClr val="C0C0C0"/>
                </a:highlight>
                <a:latin typeface="+mn-lt"/>
              </a:rPr>
              <a:t> </a:t>
            </a:r>
            <a:r>
              <a:rPr lang="fr-FR" sz="2400" dirty="0" err="1">
                <a:highlight>
                  <a:srgbClr val="C0C0C0"/>
                </a:highlight>
                <a:latin typeface="+mn-lt"/>
              </a:rPr>
              <a:t>jenkins</a:t>
            </a:r>
            <a:endParaRPr lang="fr-FR" sz="2400" dirty="0">
              <a:highlight>
                <a:srgbClr val="C0C0C0"/>
              </a:highlight>
              <a:latin typeface="+mn-lt"/>
            </a:endParaRPr>
          </a:p>
          <a:p>
            <a:pPr>
              <a:lnSpc>
                <a:spcPct val="150000"/>
              </a:lnSpc>
            </a:pPr>
            <a:r>
              <a:rPr lang="fr-FR" sz="2400" dirty="0">
                <a:highlight>
                  <a:srgbClr val="C0C0C0"/>
                </a:highlight>
                <a:latin typeface="+mn-lt"/>
              </a:rPr>
              <a:t>sudo </a:t>
            </a:r>
            <a:r>
              <a:rPr lang="fr-FR" sz="2400" dirty="0" err="1">
                <a:highlight>
                  <a:srgbClr val="C0C0C0"/>
                </a:highlight>
                <a:latin typeface="+mn-lt"/>
              </a:rPr>
              <a:t>systemctl</a:t>
            </a:r>
            <a:r>
              <a:rPr lang="fr-FR" sz="2400" dirty="0">
                <a:highlight>
                  <a:srgbClr val="C0C0C0"/>
                </a:highlight>
                <a:latin typeface="+mn-lt"/>
              </a:rPr>
              <a:t> start </a:t>
            </a:r>
            <a:r>
              <a:rPr lang="fr-FR" sz="2400" dirty="0" err="1">
                <a:highlight>
                  <a:srgbClr val="C0C0C0"/>
                </a:highlight>
                <a:latin typeface="+mn-lt"/>
              </a:rPr>
              <a:t>jenkins</a:t>
            </a:r>
            <a:endParaRPr lang="fr-FR" sz="2400" dirty="0">
              <a:highlight>
                <a:srgbClr val="C0C0C0"/>
              </a:highlight>
              <a:latin typeface="+mn-lt"/>
            </a:endParaRPr>
          </a:p>
          <a:p>
            <a:pPr>
              <a:lnSpc>
                <a:spcPct val="150000"/>
              </a:lnSpc>
            </a:pPr>
            <a:r>
              <a:rPr lang="fr-FR" sz="2400" dirty="0">
                <a:highlight>
                  <a:srgbClr val="C0C0C0"/>
                </a:highlight>
                <a:latin typeface="+mn-lt"/>
              </a:rPr>
              <a:t>sudo </a:t>
            </a:r>
            <a:r>
              <a:rPr lang="fr-FR" sz="2400" dirty="0" err="1">
                <a:highlight>
                  <a:srgbClr val="C0C0C0"/>
                </a:highlight>
                <a:latin typeface="+mn-lt"/>
              </a:rPr>
              <a:t>systemctl</a:t>
            </a:r>
            <a:r>
              <a:rPr lang="fr-FR" sz="2400" dirty="0">
                <a:highlight>
                  <a:srgbClr val="C0C0C0"/>
                </a:highlight>
                <a:latin typeface="+mn-lt"/>
              </a:rPr>
              <a:t> enable </a:t>
            </a:r>
            <a:r>
              <a:rPr lang="fr-FR" sz="2400" dirty="0" err="1">
                <a:highlight>
                  <a:srgbClr val="C0C0C0"/>
                </a:highlight>
                <a:latin typeface="+mn-lt"/>
              </a:rPr>
              <a:t>jenkins</a:t>
            </a:r>
            <a:endParaRPr lang="fr-FR" sz="2400" dirty="0">
              <a:highlight>
                <a:srgbClr val="C0C0C0"/>
              </a:highlight>
              <a:latin typeface="+mn-lt"/>
            </a:endParaRPr>
          </a:p>
        </p:txBody>
      </p:sp>
    </p:spTree>
    <p:extLst>
      <p:ext uri="{BB962C8B-B14F-4D97-AF65-F5344CB8AC3E}">
        <p14:creationId xmlns:p14="http://schemas.microsoft.com/office/powerpoint/2010/main" val="1827020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5F83B-188D-9CB9-B1E8-9CB0753C1A99}"/>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53FDAC26-DE42-993B-D349-08DECE8C06FC}"/>
              </a:ext>
            </a:extLst>
          </p:cNvPr>
          <p:cNvSpPr txBox="1">
            <a:spLocks noGrp="1"/>
          </p:cNvSpPr>
          <p:nvPr>
            <p:ph type="sldNum" sz="quarter" idx="7"/>
          </p:nvPr>
        </p:nvSpPr>
        <p:spPr>
          <a:prstGeom prst="rect">
            <a:avLst/>
          </a:prstGeom>
        </p:spPr>
        <p:txBody>
          <a:bodyPr vert="horz" wrap="square" lIns="0" tIns="8255" rIns="0" bIns="0" rtlCol="0">
            <a:spAutoFit/>
          </a:bodyPr>
          <a:lstStyle/>
          <a:p>
            <a:pPr marL="80010" marR="0" lvl="0" indent="0" defTabSz="914400" eaLnBrk="1" fontAlgn="auto" latinLnBrk="0" hangingPunct="1">
              <a:lnSpc>
                <a:spcPct val="100000"/>
              </a:lnSpc>
              <a:spcBef>
                <a:spcPts val="65"/>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prstClr val="white"/>
                </a:solidFill>
                <a:effectLst/>
                <a:uLnTx/>
                <a:uFillTx/>
                <a:latin typeface="Calibri"/>
                <a:cs typeface="Calibri"/>
              </a:rPr>
              <a:pPr marL="80010" marR="0" lvl="0" indent="0" defTabSz="914400" eaLnBrk="1" fontAlgn="auto" latinLnBrk="0" hangingPunct="1">
                <a:lnSpc>
                  <a:spcPct val="100000"/>
                </a:lnSpc>
                <a:spcBef>
                  <a:spcPts val="65"/>
                </a:spcBef>
                <a:spcAft>
                  <a:spcPts val="0"/>
                </a:spcAft>
                <a:buClrTx/>
                <a:buSzTx/>
                <a:buFontTx/>
                <a:buNone/>
                <a:tabLst/>
                <a:defRPr/>
              </a:pPr>
              <a:t>37</a:t>
            </a:fld>
            <a:endParaRPr kumimoji="0" sz="1200" b="0" i="0" u="none" strike="noStrike" kern="0" cap="none" spc="-25" normalizeH="0" baseline="0" noProof="0" dirty="0">
              <a:ln>
                <a:noFill/>
              </a:ln>
              <a:solidFill>
                <a:prstClr val="white"/>
              </a:solidFill>
              <a:effectLst/>
              <a:uLnTx/>
              <a:uFillTx/>
              <a:latin typeface="Calibri"/>
              <a:cs typeface="Calibri"/>
            </a:endParaRPr>
          </a:p>
        </p:txBody>
      </p:sp>
      <p:sp>
        <p:nvSpPr>
          <p:cNvPr id="4" name="object 4">
            <a:extLst>
              <a:ext uri="{FF2B5EF4-FFF2-40B4-BE49-F238E27FC236}">
                <a16:creationId xmlns:a16="http://schemas.microsoft.com/office/drawing/2014/main" id="{49F707C4-4B93-04BD-4468-23AFA867E1B4}"/>
              </a:ext>
            </a:extLst>
          </p:cNvPr>
          <p:cNvSpPr txBox="1"/>
          <p:nvPr/>
        </p:nvSpPr>
        <p:spPr>
          <a:xfrm>
            <a:off x="466373"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b="1" spc="70" dirty="0">
                <a:solidFill>
                  <a:srgbClr val="164052"/>
                </a:solidFill>
                <a:latin typeface="Calibri"/>
                <a:cs typeface="Calibri"/>
              </a:rPr>
              <a:t>4</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5" name="object 5">
            <a:extLst>
              <a:ext uri="{FF2B5EF4-FFF2-40B4-BE49-F238E27FC236}">
                <a16:creationId xmlns:a16="http://schemas.microsoft.com/office/drawing/2014/main" id="{5D28C21A-2268-479B-C8C7-A820B38D16F6}"/>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fr-FR" spc="-10" dirty="0"/>
              <a:t>Installation et configuration initiale</a:t>
            </a:r>
            <a:endParaRPr spc="-10" dirty="0"/>
          </a:p>
        </p:txBody>
      </p:sp>
      <p:sp>
        <p:nvSpPr>
          <p:cNvPr id="11" name="TextBox 10">
            <a:extLst>
              <a:ext uri="{FF2B5EF4-FFF2-40B4-BE49-F238E27FC236}">
                <a16:creationId xmlns:a16="http://schemas.microsoft.com/office/drawing/2014/main" id="{10E0B5F9-5F78-AFA7-3068-0BEFE7AA7A8F}"/>
              </a:ext>
            </a:extLst>
          </p:cNvPr>
          <p:cNvSpPr txBox="1"/>
          <p:nvPr/>
        </p:nvSpPr>
        <p:spPr>
          <a:xfrm>
            <a:off x="1042110" y="801985"/>
            <a:ext cx="5822240" cy="461665"/>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2400" b="0" i="0" u="none" strike="noStrike" kern="0" cap="none" spc="0" normalizeH="0" baseline="0" noProof="0" dirty="0">
                <a:ln>
                  <a:noFill/>
                </a:ln>
                <a:solidFill>
                  <a:srgbClr val="164052"/>
                </a:solidFill>
                <a:effectLst/>
                <a:uLnTx/>
                <a:uFillTx/>
                <a:latin typeface="Calibri"/>
                <a:ea typeface="+mj-ea"/>
                <a:cs typeface="Calibri"/>
              </a:rPr>
              <a:t>Installation sur Windows</a:t>
            </a:r>
            <a:endParaRPr kumimoji="0" lang="fr-FR" sz="1600" b="0" i="0" u="none" strike="noStrike" kern="0" cap="none" spc="0" normalizeH="0" baseline="0" noProof="0" dirty="0">
              <a:ln>
                <a:noFill/>
              </a:ln>
              <a:solidFill>
                <a:sysClr val="windowText" lastClr="000000"/>
              </a:solidFill>
              <a:effectLst/>
              <a:uLnTx/>
              <a:uFillTx/>
            </a:endParaRPr>
          </a:p>
        </p:txBody>
      </p:sp>
      <p:sp>
        <p:nvSpPr>
          <p:cNvPr id="3" name="TextBox 2">
            <a:extLst>
              <a:ext uri="{FF2B5EF4-FFF2-40B4-BE49-F238E27FC236}">
                <a16:creationId xmlns:a16="http://schemas.microsoft.com/office/drawing/2014/main" id="{1E8015A7-CAF9-9618-3CA8-1138B560F372}"/>
              </a:ext>
            </a:extLst>
          </p:cNvPr>
          <p:cNvSpPr txBox="1"/>
          <p:nvPr/>
        </p:nvSpPr>
        <p:spPr>
          <a:xfrm>
            <a:off x="615950" y="1416050"/>
            <a:ext cx="9912350" cy="2943563"/>
          </a:xfrm>
          <a:prstGeom prst="rect">
            <a:avLst/>
          </a:prstGeom>
          <a:noFill/>
        </p:spPr>
        <p:txBody>
          <a:bodyPr wrap="square">
            <a:spAutoFit/>
          </a:bodyPr>
          <a:lstStyle/>
          <a:p>
            <a:pPr marL="457200" indent="-457200">
              <a:lnSpc>
                <a:spcPct val="200000"/>
              </a:lnSpc>
              <a:buFont typeface="+mj-lt"/>
              <a:buAutoNum type="arabicPeriod"/>
            </a:pPr>
            <a:r>
              <a:rPr lang="fr-FR" sz="2400" dirty="0">
                <a:latin typeface="+mn-lt"/>
              </a:rPr>
              <a:t>Télécharger le .</a:t>
            </a:r>
            <a:r>
              <a:rPr lang="fr-FR" sz="2400" dirty="0" err="1">
                <a:latin typeface="+mn-lt"/>
              </a:rPr>
              <a:t>msi</a:t>
            </a:r>
            <a:r>
              <a:rPr lang="fr-FR" sz="2400" dirty="0">
                <a:latin typeface="+mn-lt"/>
              </a:rPr>
              <a:t> depuis jenkins.io </a:t>
            </a:r>
          </a:p>
          <a:p>
            <a:pPr marL="457200" indent="-457200">
              <a:lnSpc>
                <a:spcPct val="200000"/>
              </a:lnSpc>
              <a:buFont typeface="+mj-lt"/>
              <a:buAutoNum type="arabicPeriod"/>
            </a:pPr>
            <a:r>
              <a:rPr lang="fr-FR" sz="2400" dirty="0">
                <a:latin typeface="+mn-lt"/>
              </a:rPr>
              <a:t>Lancer l’installation et suivre les étapes</a:t>
            </a:r>
          </a:p>
          <a:p>
            <a:pPr marL="457200" indent="-457200">
              <a:lnSpc>
                <a:spcPct val="200000"/>
              </a:lnSpc>
              <a:buFont typeface="+mj-lt"/>
              <a:buAutoNum type="arabicPeriod"/>
            </a:pPr>
            <a:r>
              <a:rPr lang="fr-FR" sz="2400" dirty="0">
                <a:latin typeface="+mn-lt"/>
              </a:rPr>
              <a:t>Configurer le service Jenkins pour démarrer avec Windows</a:t>
            </a:r>
          </a:p>
          <a:p>
            <a:pPr marL="457200" indent="-457200">
              <a:lnSpc>
                <a:spcPct val="200000"/>
              </a:lnSpc>
              <a:buFont typeface="+mj-lt"/>
              <a:buAutoNum type="arabicPeriod"/>
            </a:pPr>
            <a:r>
              <a:rPr lang="fr-FR" sz="2400" dirty="0">
                <a:latin typeface="+mn-lt"/>
              </a:rPr>
              <a:t>Vérifier avec </a:t>
            </a:r>
            <a:r>
              <a:rPr lang="fr-FR" sz="2400" dirty="0">
                <a:highlight>
                  <a:srgbClr val="C0C0C0"/>
                </a:highlight>
                <a:latin typeface="+mn-lt"/>
              </a:rPr>
              <a:t>http://localhost:8080</a:t>
            </a:r>
          </a:p>
        </p:txBody>
      </p:sp>
    </p:spTree>
    <p:extLst>
      <p:ext uri="{BB962C8B-B14F-4D97-AF65-F5344CB8AC3E}">
        <p14:creationId xmlns:p14="http://schemas.microsoft.com/office/powerpoint/2010/main" val="16251000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A73C3-44EE-05AB-1915-6CED4DC2A7F1}"/>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8614B367-6E46-5D99-D4E2-0DB88EB04F62}"/>
              </a:ext>
            </a:extLst>
          </p:cNvPr>
          <p:cNvSpPr txBox="1">
            <a:spLocks noGrp="1"/>
          </p:cNvSpPr>
          <p:nvPr>
            <p:ph type="sldNum" sz="quarter" idx="7"/>
          </p:nvPr>
        </p:nvSpPr>
        <p:spPr>
          <a:prstGeom prst="rect">
            <a:avLst/>
          </a:prstGeom>
        </p:spPr>
        <p:txBody>
          <a:bodyPr vert="horz" wrap="square" lIns="0" tIns="8255" rIns="0" bIns="0" rtlCol="0">
            <a:spAutoFit/>
          </a:bodyPr>
          <a:lstStyle/>
          <a:p>
            <a:pPr marL="80010" marR="0" lvl="0" indent="0" defTabSz="914400" eaLnBrk="1" fontAlgn="auto" latinLnBrk="0" hangingPunct="1">
              <a:lnSpc>
                <a:spcPct val="100000"/>
              </a:lnSpc>
              <a:spcBef>
                <a:spcPts val="65"/>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prstClr val="white"/>
                </a:solidFill>
                <a:effectLst/>
                <a:uLnTx/>
                <a:uFillTx/>
                <a:latin typeface="Calibri"/>
                <a:cs typeface="Calibri"/>
              </a:rPr>
              <a:pPr marL="80010" marR="0" lvl="0" indent="0" defTabSz="914400" eaLnBrk="1" fontAlgn="auto" latinLnBrk="0" hangingPunct="1">
                <a:lnSpc>
                  <a:spcPct val="100000"/>
                </a:lnSpc>
                <a:spcBef>
                  <a:spcPts val="65"/>
                </a:spcBef>
                <a:spcAft>
                  <a:spcPts val="0"/>
                </a:spcAft>
                <a:buClrTx/>
                <a:buSzTx/>
                <a:buFontTx/>
                <a:buNone/>
                <a:tabLst/>
                <a:defRPr/>
              </a:pPr>
              <a:t>38</a:t>
            </a:fld>
            <a:endParaRPr kumimoji="0" sz="1200" b="0" i="0" u="none" strike="noStrike" kern="0" cap="none" spc="-25" normalizeH="0" baseline="0" noProof="0" dirty="0">
              <a:ln>
                <a:noFill/>
              </a:ln>
              <a:solidFill>
                <a:prstClr val="white"/>
              </a:solidFill>
              <a:effectLst/>
              <a:uLnTx/>
              <a:uFillTx/>
              <a:latin typeface="Calibri"/>
              <a:cs typeface="Calibri"/>
            </a:endParaRPr>
          </a:p>
        </p:txBody>
      </p:sp>
      <p:sp>
        <p:nvSpPr>
          <p:cNvPr id="4" name="object 4">
            <a:extLst>
              <a:ext uri="{FF2B5EF4-FFF2-40B4-BE49-F238E27FC236}">
                <a16:creationId xmlns:a16="http://schemas.microsoft.com/office/drawing/2014/main" id="{CBD1982C-55BD-AF2E-166B-78585645B4E2}"/>
              </a:ext>
            </a:extLst>
          </p:cNvPr>
          <p:cNvSpPr txBox="1"/>
          <p:nvPr/>
        </p:nvSpPr>
        <p:spPr>
          <a:xfrm>
            <a:off x="466373"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b="1" spc="70" dirty="0">
                <a:solidFill>
                  <a:srgbClr val="164052"/>
                </a:solidFill>
                <a:latin typeface="Calibri"/>
                <a:cs typeface="Calibri"/>
              </a:rPr>
              <a:t>4</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5" name="object 5">
            <a:extLst>
              <a:ext uri="{FF2B5EF4-FFF2-40B4-BE49-F238E27FC236}">
                <a16:creationId xmlns:a16="http://schemas.microsoft.com/office/drawing/2014/main" id="{64E7D497-929B-0F41-4AFA-7DB50D7E32EA}"/>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fr-FR" spc="-10" dirty="0"/>
              <a:t>Installation et configuration initiale</a:t>
            </a:r>
            <a:endParaRPr spc="-10" dirty="0"/>
          </a:p>
        </p:txBody>
      </p:sp>
      <p:sp>
        <p:nvSpPr>
          <p:cNvPr id="11" name="TextBox 10">
            <a:extLst>
              <a:ext uri="{FF2B5EF4-FFF2-40B4-BE49-F238E27FC236}">
                <a16:creationId xmlns:a16="http://schemas.microsoft.com/office/drawing/2014/main" id="{FFDC8F21-4943-8D56-F0F9-DA41036E0A1D}"/>
              </a:ext>
            </a:extLst>
          </p:cNvPr>
          <p:cNvSpPr txBox="1"/>
          <p:nvPr/>
        </p:nvSpPr>
        <p:spPr>
          <a:xfrm>
            <a:off x="1042110" y="801985"/>
            <a:ext cx="5822240" cy="461665"/>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2400" b="0" i="0" u="none" strike="noStrike" kern="0" cap="none" spc="0" normalizeH="0" baseline="0" noProof="0" dirty="0">
                <a:ln>
                  <a:noFill/>
                </a:ln>
                <a:solidFill>
                  <a:srgbClr val="164052"/>
                </a:solidFill>
                <a:effectLst/>
                <a:uLnTx/>
                <a:uFillTx/>
                <a:latin typeface="Calibri"/>
                <a:ea typeface="+mj-ea"/>
                <a:cs typeface="Calibri"/>
              </a:rPr>
              <a:t>Installation avec Docker</a:t>
            </a:r>
            <a:endParaRPr kumimoji="0" lang="fr-FR" sz="1600" b="0" i="0" u="none" strike="noStrike" kern="0" cap="none" spc="0" normalizeH="0" baseline="0" noProof="0" dirty="0">
              <a:ln>
                <a:noFill/>
              </a:ln>
              <a:solidFill>
                <a:sysClr val="windowText" lastClr="000000"/>
              </a:solidFill>
              <a:effectLst/>
              <a:uLnTx/>
              <a:uFillTx/>
            </a:endParaRPr>
          </a:p>
        </p:txBody>
      </p:sp>
      <p:sp>
        <p:nvSpPr>
          <p:cNvPr id="3" name="TextBox 2">
            <a:extLst>
              <a:ext uri="{FF2B5EF4-FFF2-40B4-BE49-F238E27FC236}">
                <a16:creationId xmlns:a16="http://schemas.microsoft.com/office/drawing/2014/main" id="{CFB73D70-D5E8-C7BE-2AFE-0E638D44C359}"/>
              </a:ext>
            </a:extLst>
          </p:cNvPr>
          <p:cNvSpPr txBox="1"/>
          <p:nvPr/>
        </p:nvSpPr>
        <p:spPr>
          <a:xfrm>
            <a:off x="615950" y="1416050"/>
            <a:ext cx="9912350" cy="5118196"/>
          </a:xfrm>
          <a:prstGeom prst="rect">
            <a:avLst/>
          </a:prstGeom>
          <a:noFill/>
        </p:spPr>
        <p:txBody>
          <a:bodyPr wrap="square">
            <a:spAutoFit/>
          </a:bodyPr>
          <a:lstStyle/>
          <a:p>
            <a:pPr>
              <a:lnSpc>
                <a:spcPct val="150000"/>
              </a:lnSpc>
            </a:pPr>
            <a:r>
              <a:rPr lang="fr-FR" sz="2200" b="1" dirty="0">
                <a:latin typeface="+mn-lt"/>
              </a:rPr>
              <a:t>Pourquoi utiliser Docker pour Jenkins ?</a:t>
            </a:r>
          </a:p>
          <a:p>
            <a:pPr marL="342900" indent="-342900">
              <a:lnSpc>
                <a:spcPct val="150000"/>
              </a:lnSpc>
              <a:buFont typeface="Arial" panose="020B0604020202020204" pitchFamily="34" charset="0"/>
              <a:buChar char="•"/>
            </a:pPr>
            <a:r>
              <a:rPr lang="fr-FR" sz="2200" dirty="0">
                <a:latin typeface="+mn-lt"/>
              </a:rPr>
              <a:t>Facilité d’installation et de mise à jour</a:t>
            </a:r>
          </a:p>
          <a:p>
            <a:pPr marL="342900" indent="-342900">
              <a:lnSpc>
                <a:spcPct val="150000"/>
              </a:lnSpc>
              <a:buFont typeface="Arial" panose="020B0604020202020204" pitchFamily="34" charset="0"/>
              <a:buChar char="•"/>
            </a:pPr>
            <a:r>
              <a:rPr lang="fr-FR" sz="2200" dirty="0">
                <a:latin typeface="+mn-lt"/>
              </a:rPr>
              <a:t>Exécution isolée sans impacter le système</a:t>
            </a:r>
          </a:p>
          <a:p>
            <a:pPr marL="342900" indent="-342900">
              <a:lnSpc>
                <a:spcPct val="150000"/>
              </a:lnSpc>
              <a:buFont typeface="Arial" panose="020B0604020202020204" pitchFamily="34" charset="0"/>
              <a:buChar char="•"/>
            </a:pPr>
            <a:r>
              <a:rPr lang="fr-FR" sz="2200" dirty="0">
                <a:latin typeface="+mn-lt"/>
              </a:rPr>
              <a:t>Portable entre différentes machines</a:t>
            </a:r>
          </a:p>
          <a:p>
            <a:pPr marL="0" marR="0" lvl="0" indent="0" defTabSz="914400" eaLnBrk="1" fontAlgn="auto" latinLnBrk="0" hangingPunct="1">
              <a:lnSpc>
                <a:spcPct val="150000"/>
              </a:lnSpc>
              <a:spcBef>
                <a:spcPts val="0"/>
              </a:spcBef>
              <a:spcAft>
                <a:spcPts val="0"/>
              </a:spcAft>
              <a:buClrTx/>
              <a:buSzTx/>
              <a:buFontTx/>
              <a:buNone/>
              <a:tabLst/>
              <a:defRPr/>
            </a:pPr>
            <a:r>
              <a:rPr kumimoji="0" lang="fr-FR" sz="2200" b="1" i="0" u="none" strike="noStrike" kern="0" cap="none" spc="0" normalizeH="0" baseline="0" noProof="0" dirty="0">
                <a:ln>
                  <a:noFill/>
                </a:ln>
                <a:solidFill>
                  <a:sysClr val="windowText" lastClr="000000"/>
                </a:solidFill>
                <a:effectLst/>
                <a:uLnTx/>
                <a:uFillTx/>
                <a:latin typeface="Calibri"/>
              </a:rPr>
              <a:t>Installation et exécution de Jenkins avec Docker</a:t>
            </a:r>
          </a:p>
          <a:p>
            <a:pPr marL="0" marR="0" lvl="0" indent="0" defTabSz="914400" eaLnBrk="1" fontAlgn="auto" latinLnBrk="0" hangingPunct="1">
              <a:lnSpc>
                <a:spcPct val="150000"/>
              </a:lnSpc>
              <a:spcBef>
                <a:spcPts val="0"/>
              </a:spcBef>
              <a:spcAft>
                <a:spcPts val="0"/>
              </a:spcAft>
              <a:buClrTx/>
              <a:buSzTx/>
              <a:buFontTx/>
              <a:buNone/>
              <a:tabLst/>
              <a:defRPr/>
            </a:pPr>
            <a:r>
              <a:rPr lang="fr-FR" sz="2200" dirty="0">
                <a:highlight>
                  <a:srgbClr val="C0C0C0"/>
                </a:highlight>
                <a:latin typeface="+mn-lt"/>
              </a:rPr>
              <a:t>docker run -d --</a:t>
            </a:r>
            <a:r>
              <a:rPr lang="fr-FR" sz="2200" dirty="0" err="1">
                <a:highlight>
                  <a:srgbClr val="C0C0C0"/>
                </a:highlight>
                <a:latin typeface="+mn-lt"/>
              </a:rPr>
              <a:t>name</a:t>
            </a:r>
            <a:r>
              <a:rPr lang="fr-FR" sz="2200" dirty="0">
                <a:highlight>
                  <a:srgbClr val="C0C0C0"/>
                </a:highlight>
                <a:latin typeface="+mn-lt"/>
              </a:rPr>
              <a:t> </a:t>
            </a:r>
            <a:r>
              <a:rPr lang="fr-FR" sz="2200" dirty="0" err="1">
                <a:highlight>
                  <a:srgbClr val="C0C0C0"/>
                </a:highlight>
                <a:latin typeface="+mn-lt"/>
              </a:rPr>
              <a:t>jenkins</a:t>
            </a:r>
            <a:r>
              <a:rPr lang="fr-FR" sz="2200" dirty="0">
                <a:highlight>
                  <a:srgbClr val="C0C0C0"/>
                </a:highlight>
                <a:latin typeface="+mn-lt"/>
              </a:rPr>
              <a:t> \</a:t>
            </a:r>
          </a:p>
          <a:p>
            <a:pPr marL="0" marR="0" lvl="0" indent="0" defTabSz="914400" eaLnBrk="1" fontAlgn="auto" latinLnBrk="0" hangingPunct="1">
              <a:lnSpc>
                <a:spcPct val="150000"/>
              </a:lnSpc>
              <a:spcBef>
                <a:spcPts val="0"/>
              </a:spcBef>
              <a:spcAft>
                <a:spcPts val="0"/>
              </a:spcAft>
              <a:buClrTx/>
              <a:buSzTx/>
              <a:buFontTx/>
              <a:buNone/>
              <a:tabLst/>
              <a:defRPr/>
            </a:pPr>
            <a:r>
              <a:rPr lang="fr-FR" sz="2200" dirty="0">
                <a:highlight>
                  <a:srgbClr val="C0C0C0"/>
                </a:highlight>
                <a:latin typeface="+mn-lt"/>
              </a:rPr>
              <a:t>  -p 8080:8080 -p 50000:50000 \</a:t>
            </a:r>
          </a:p>
          <a:p>
            <a:pPr marL="0" marR="0" lvl="0" indent="0" defTabSz="914400" eaLnBrk="1" fontAlgn="auto" latinLnBrk="0" hangingPunct="1">
              <a:lnSpc>
                <a:spcPct val="150000"/>
              </a:lnSpc>
              <a:spcBef>
                <a:spcPts val="0"/>
              </a:spcBef>
              <a:spcAft>
                <a:spcPts val="0"/>
              </a:spcAft>
              <a:buClrTx/>
              <a:buSzTx/>
              <a:buFontTx/>
              <a:buNone/>
              <a:tabLst/>
              <a:defRPr/>
            </a:pPr>
            <a:r>
              <a:rPr lang="fr-FR" sz="2200" dirty="0">
                <a:highlight>
                  <a:srgbClr val="C0C0C0"/>
                </a:highlight>
                <a:latin typeface="+mn-lt"/>
              </a:rPr>
              <a:t>  -v </a:t>
            </a:r>
            <a:r>
              <a:rPr lang="fr-FR" sz="2200" dirty="0" err="1">
                <a:highlight>
                  <a:srgbClr val="C0C0C0"/>
                </a:highlight>
                <a:latin typeface="+mn-lt"/>
              </a:rPr>
              <a:t>jenkins_home</a:t>
            </a:r>
            <a:r>
              <a:rPr lang="fr-FR" sz="2200" dirty="0">
                <a:highlight>
                  <a:srgbClr val="C0C0C0"/>
                </a:highlight>
                <a:latin typeface="+mn-lt"/>
              </a:rPr>
              <a:t>:/var/</a:t>
            </a:r>
            <a:r>
              <a:rPr lang="fr-FR" sz="2200" dirty="0" err="1">
                <a:highlight>
                  <a:srgbClr val="C0C0C0"/>
                </a:highlight>
                <a:latin typeface="+mn-lt"/>
              </a:rPr>
              <a:t>jenkins_home</a:t>
            </a:r>
            <a:r>
              <a:rPr lang="fr-FR" sz="2200" dirty="0">
                <a:highlight>
                  <a:srgbClr val="C0C0C0"/>
                </a:highlight>
                <a:latin typeface="+mn-lt"/>
              </a:rPr>
              <a:t> \</a:t>
            </a:r>
          </a:p>
          <a:p>
            <a:pPr marL="0" marR="0" lvl="0" indent="0" defTabSz="914400" eaLnBrk="1" fontAlgn="auto" latinLnBrk="0" hangingPunct="1">
              <a:lnSpc>
                <a:spcPct val="150000"/>
              </a:lnSpc>
              <a:spcBef>
                <a:spcPts val="0"/>
              </a:spcBef>
              <a:spcAft>
                <a:spcPts val="0"/>
              </a:spcAft>
              <a:buClrTx/>
              <a:buSzTx/>
              <a:buFontTx/>
              <a:buNone/>
              <a:tabLst/>
              <a:defRPr/>
            </a:pPr>
            <a:r>
              <a:rPr lang="fr-FR" sz="2200" dirty="0">
                <a:highlight>
                  <a:srgbClr val="C0C0C0"/>
                </a:highlight>
                <a:latin typeface="+mn-lt"/>
              </a:rPr>
              <a:t>  </a:t>
            </a:r>
            <a:r>
              <a:rPr lang="fr-FR" sz="2200" dirty="0" err="1">
                <a:highlight>
                  <a:srgbClr val="C0C0C0"/>
                </a:highlight>
                <a:latin typeface="+mn-lt"/>
              </a:rPr>
              <a:t>jenkins</a:t>
            </a:r>
            <a:r>
              <a:rPr lang="fr-FR" sz="2200" dirty="0">
                <a:highlight>
                  <a:srgbClr val="C0C0C0"/>
                </a:highlight>
                <a:latin typeface="+mn-lt"/>
              </a:rPr>
              <a:t>/</a:t>
            </a:r>
            <a:r>
              <a:rPr lang="fr-FR" sz="2200" dirty="0" err="1">
                <a:highlight>
                  <a:srgbClr val="C0C0C0"/>
                </a:highlight>
                <a:latin typeface="+mn-lt"/>
              </a:rPr>
              <a:t>jenkins:lts</a:t>
            </a:r>
            <a:endParaRPr lang="fr-FR" sz="2200" dirty="0">
              <a:highlight>
                <a:srgbClr val="C0C0C0"/>
              </a:highlight>
              <a:latin typeface="+mn-lt"/>
            </a:endParaRPr>
          </a:p>
          <a:p>
            <a:pPr marL="0" marR="0" lvl="0" indent="0" defTabSz="914400" eaLnBrk="1" fontAlgn="auto" latinLnBrk="0" hangingPunct="1">
              <a:lnSpc>
                <a:spcPct val="150000"/>
              </a:lnSpc>
              <a:spcBef>
                <a:spcPts val="0"/>
              </a:spcBef>
              <a:spcAft>
                <a:spcPts val="0"/>
              </a:spcAft>
              <a:buClrTx/>
              <a:buSzTx/>
              <a:buFontTx/>
              <a:buNone/>
              <a:tabLst/>
              <a:defRPr/>
            </a:pPr>
            <a:endParaRPr lang="fr-FR" sz="2200" dirty="0">
              <a:latin typeface="+mn-lt"/>
            </a:endParaRPr>
          </a:p>
        </p:txBody>
      </p:sp>
    </p:spTree>
    <p:extLst>
      <p:ext uri="{BB962C8B-B14F-4D97-AF65-F5344CB8AC3E}">
        <p14:creationId xmlns:p14="http://schemas.microsoft.com/office/powerpoint/2010/main" val="40349127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7D861-1879-A8AF-8056-DA325B2F285E}"/>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E40ED3C1-F35F-DA89-9EC8-EA58F89737F6}"/>
              </a:ext>
            </a:extLst>
          </p:cNvPr>
          <p:cNvSpPr txBox="1">
            <a:spLocks noGrp="1"/>
          </p:cNvSpPr>
          <p:nvPr>
            <p:ph type="sldNum" sz="quarter" idx="7"/>
          </p:nvPr>
        </p:nvSpPr>
        <p:spPr>
          <a:prstGeom prst="rect">
            <a:avLst/>
          </a:prstGeom>
        </p:spPr>
        <p:txBody>
          <a:bodyPr vert="horz" wrap="square" lIns="0" tIns="8255" rIns="0" bIns="0" rtlCol="0">
            <a:spAutoFit/>
          </a:bodyPr>
          <a:lstStyle/>
          <a:p>
            <a:pPr marL="80010" marR="0" lvl="0" indent="0" defTabSz="914400" eaLnBrk="1" fontAlgn="auto" latinLnBrk="0" hangingPunct="1">
              <a:lnSpc>
                <a:spcPct val="100000"/>
              </a:lnSpc>
              <a:spcBef>
                <a:spcPts val="65"/>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prstClr val="white"/>
                </a:solidFill>
                <a:effectLst/>
                <a:uLnTx/>
                <a:uFillTx/>
                <a:latin typeface="Calibri"/>
                <a:cs typeface="Calibri"/>
              </a:rPr>
              <a:pPr marL="80010" marR="0" lvl="0" indent="0" defTabSz="914400" eaLnBrk="1" fontAlgn="auto" latinLnBrk="0" hangingPunct="1">
                <a:lnSpc>
                  <a:spcPct val="100000"/>
                </a:lnSpc>
                <a:spcBef>
                  <a:spcPts val="65"/>
                </a:spcBef>
                <a:spcAft>
                  <a:spcPts val="0"/>
                </a:spcAft>
                <a:buClrTx/>
                <a:buSzTx/>
                <a:buFontTx/>
                <a:buNone/>
                <a:tabLst/>
                <a:defRPr/>
              </a:pPr>
              <a:t>39</a:t>
            </a:fld>
            <a:endParaRPr kumimoji="0" sz="1200" b="0" i="0" u="none" strike="noStrike" kern="0" cap="none" spc="-25" normalizeH="0" baseline="0" noProof="0" dirty="0">
              <a:ln>
                <a:noFill/>
              </a:ln>
              <a:solidFill>
                <a:prstClr val="white"/>
              </a:solidFill>
              <a:effectLst/>
              <a:uLnTx/>
              <a:uFillTx/>
              <a:latin typeface="Calibri"/>
              <a:cs typeface="Calibri"/>
            </a:endParaRPr>
          </a:p>
        </p:txBody>
      </p:sp>
      <p:sp>
        <p:nvSpPr>
          <p:cNvPr id="4" name="object 4">
            <a:extLst>
              <a:ext uri="{FF2B5EF4-FFF2-40B4-BE49-F238E27FC236}">
                <a16:creationId xmlns:a16="http://schemas.microsoft.com/office/drawing/2014/main" id="{9E6A2B41-2190-05B7-1354-D1A583590C3B}"/>
              </a:ext>
            </a:extLst>
          </p:cNvPr>
          <p:cNvSpPr txBox="1"/>
          <p:nvPr/>
        </p:nvSpPr>
        <p:spPr>
          <a:xfrm>
            <a:off x="466373"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b="1" spc="70" dirty="0">
                <a:solidFill>
                  <a:srgbClr val="164052"/>
                </a:solidFill>
                <a:latin typeface="Calibri"/>
                <a:cs typeface="Calibri"/>
              </a:rPr>
              <a:t>4</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5" name="object 5">
            <a:extLst>
              <a:ext uri="{FF2B5EF4-FFF2-40B4-BE49-F238E27FC236}">
                <a16:creationId xmlns:a16="http://schemas.microsoft.com/office/drawing/2014/main" id="{093CEC6E-80C4-E874-3141-B69135C2656E}"/>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fr-FR" spc="-10" dirty="0"/>
              <a:t>Installation et configuration initiale</a:t>
            </a:r>
            <a:endParaRPr spc="-10" dirty="0"/>
          </a:p>
        </p:txBody>
      </p:sp>
      <p:sp>
        <p:nvSpPr>
          <p:cNvPr id="11" name="TextBox 10">
            <a:extLst>
              <a:ext uri="{FF2B5EF4-FFF2-40B4-BE49-F238E27FC236}">
                <a16:creationId xmlns:a16="http://schemas.microsoft.com/office/drawing/2014/main" id="{093EBE13-3019-8F4C-3203-E54B0C77567B}"/>
              </a:ext>
            </a:extLst>
          </p:cNvPr>
          <p:cNvSpPr txBox="1"/>
          <p:nvPr/>
        </p:nvSpPr>
        <p:spPr>
          <a:xfrm>
            <a:off x="1042110" y="801985"/>
            <a:ext cx="5822240" cy="461665"/>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2400" b="0" i="0" u="none" strike="noStrike" kern="0" cap="none" spc="0" normalizeH="0" baseline="0" noProof="0" dirty="0">
                <a:ln>
                  <a:noFill/>
                </a:ln>
                <a:solidFill>
                  <a:srgbClr val="164052"/>
                </a:solidFill>
                <a:effectLst/>
                <a:uLnTx/>
                <a:uFillTx/>
                <a:latin typeface="Calibri"/>
                <a:ea typeface="+mj-ea"/>
                <a:cs typeface="Calibri"/>
              </a:rPr>
              <a:t>Installation avec Docker</a:t>
            </a:r>
            <a:endParaRPr kumimoji="0" lang="fr-FR" sz="1600" b="0" i="0" u="none" strike="noStrike" kern="0" cap="none" spc="0" normalizeH="0" baseline="0" noProof="0" dirty="0">
              <a:ln>
                <a:noFill/>
              </a:ln>
              <a:solidFill>
                <a:sysClr val="windowText" lastClr="000000"/>
              </a:solidFill>
              <a:effectLst/>
              <a:uLnTx/>
              <a:uFillTx/>
            </a:endParaRPr>
          </a:p>
        </p:txBody>
      </p:sp>
      <p:sp>
        <p:nvSpPr>
          <p:cNvPr id="3" name="TextBox 2">
            <a:extLst>
              <a:ext uri="{FF2B5EF4-FFF2-40B4-BE49-F238E27FC236}">
                <a16:creationId xmlns:a16="http://schemas.microsoft.com/office/drawing/2014/main" id="{3FD36267-2637-59B3-8C1C-C9C0FB964119}"/>
              </a:ext>
            </a:extLst>
          </p:cNvPr>
          <p:cNvSpPr txBox="1"/>
          <p:nvPr/>
        </p:nvSpPr>
        <p:spPr>
          <a:xfrm>
            <a:off x="615950" y="1416050"/>
            <a:ext cx="9912350" cy="5626027"/>
          </a:xfrm>
          <a:prstGeom prst="rect">
            <a:avLst/>
          </a:prstGeom>
          <a:noFill/>
        </p:spPr>
        <p:txBody>
          <a:bodyPr wrap="square">
            <a:spAutoFit/>
          </a:bodyPr>
          <a:lstStyle/>
          <a:p>
            <a:pPr>
              <a:lnSpc>
                <a:spcPct val="150000"/>
              </a:lnSpc>
            </a:pPr>
            <a:r>
              <a:rPr lang="fr-FR" sz="2200" b="1" dirty="0">
                <a:latin typeface="+mn-lt"/>
              </a:rPr>
              <a:t>Explication des options :</a:t>
            </a:r>
          </a:p>
          <a:p>
            <a:pPr marL="342900" indent="-342900">
              <a:lnSpc>
                <a:spcPct val="150000"/>
              </a:lnSpc>
              <a:buFont typeface="Arial" panose="020B0604020202020204" pitchFamily="34" charset="0"/>
              <a:buChar char="•"/>
            </a:pPr>
            <a:r>
              <a:rPr lang="fr-FR" sz="2200" dirty="0">
                <a:highlight>
                  <a:srgbClr val="C0C0C0"/>
                </a:highlight>
                <a:latin typeface="+mn-lt"/>
              </a:rPr>
              <a:t>-</a:t>
            </a:r>
            <a:r>
              <a:rPr lang="fr-FR" sz="2200" dirty="0">
                <a:highlight>
                  <a:srgbClr val="C0C0C0"/>
                </a:highlight>
                <a:latin typeface="+mj-lt"/>
              </a:rPr>
              <a:t>d </a:t>
            </a:r>
            <a:r>
              <a:rPr lang="fr-FR" sz="2200" dirty="0">
                <a:latin typeface="+mj-lt"/>
              </a:rPr>
              <a:t>: Exécution en arrière-plan</a:t>
            </a:r>
          </a:p>
          <a:p>
            <a:pPr marL="342900" indent="-342900">
              <a:lnSpc>
                <a:spcPct val="150000"/>
              </a:lnSpc>
              <a:buFont typeface="Arial" panose="020B0604020202020204" pitchFamily="34" charset="0"/>
              <a:buChar char="•"/>
            </a:pPr>
            <a:r>
              <a:rPr lang="fr-FR" sz="2200" dirty="0">
                <a:highlight>
                  <a:srgbClr val="C0C0C0"/>
                </a:highlight>
                <a:latin typeface="+mn-lt"/>
              </a:rPr>
              <a:t>--</a:t>
            </a:r>
            <a:r>
              <a:rPr lang="fr-FR" sz="2200" dirty="0" err="1">
                <a:highlight>
                  <a:srgbClr val="C0C0C0"/>
                </a:highlight>
                <a:latin typeface="+mn-lt"/>
              </a:rPr>
              <a:t>name</a:t>
            </a:r>
            <a:r>
              <a:rPr lang="fr-FR" sz="2200" dirty="0">
                <a:highlight>
                  <a:srgbClr val="C0C0C0"/>
                </a:highlight>
                <a:latin typeface="+mn-lt"/>
              </a:rPr>
              <a:t> </a:t>
            </a:r>
            <a:r>
              <a:rPr lang="fr-FR" sz="2200" dirty="0" err="1">
                <a:highlight>
                  <a:srgbClr val="C0C0C0"/>
                </a:highlight>
                <a:latin typeface="+mn-lt"/>
              </a:rPr>
              <a:t>jenkins</a:t>
            </a:r>
            <a:r>
              <a:rPr lang="fr-FR" sz="2200" dirty="0">
                <a:highlight>
                  <a:srgbClr val="C0C0C0"/>
                </a:highlight>
                <a:latin typeface="+mn-lt"/>
              </a:rPr>
              <a:t> </a:t>
            </a:r>
            <a:r>
              <a:rPr lang="fr-FR" sz="2200" dirty="0">
                <a:latin typeface="+mj-lt"/>
              </a:rPr>
              <a:t>: Nom du conteneur</a:t>
            </a:r>
          </a:p>
          <a:p>
            <a:pPr marL="342900" indent="-342900">
              <a:lnSpc>
                <a:spcPct val="150000"/>
              </a:lnSpc>
              <a:buFont typeface="Arial" panose="020B0604020202020204" pitchFamily="34" charset="0"/>
              <a:buChar char="•"/>
            </a:pPr>
            <a:r>
              <a:rPr lang="fr-FR" sz="2200" dirty="0">
                <a:highlight>
                  <a:srgbClr val="C0C0C0"/>
                </a:highlight>
                <a:latin typeface="+mj-lt"/>
              </a:rPr>
              <a:t>-p 8080:8080 </a:t>
            </a:r>
            <a:r>
              <a:rPr lang="fr-FR" sz="2200" dirty="0">
                <a:latin typeface="+mj-lt"/>
              </a:rPr>
              <a:t>: Expose l’interface web</a:t>
            </a:r>
          </a:p>
          <a:p>
            <a:pPr marL="342900" indent="-342900">
              <a:lnSpc>
                <a:spcPct val="150000"/>
              </a:lnSpc>
              <a:buFont typeface="Arial" panose="020B0604020202020204" pitchFamily="34" charset="0"/>
              <a:buChar char="•"/>
            </a:pPr>
            <a:r>
              <a:rPr lang="fr-FR" sz="2200" dirty="0">
                <a:highlight>
                  <a:srgbClr val="C0C0C0"/>
                </a:highlight>
                <a:latin typeface="+mj-lt"/>
              </a:rPr>
              <a:t>-p 50000:50000 </a:t>
            </a:r>
            <a:r>
              <a:rPr lang="fr-FR" sz="2200" dirty="0">
                <a:latin typeface="+mj-lt"/>
              </a:rPr>
              <a:t>: Port pour les agents</a:t>
            </a:r>
          </a:p>
          <a:p>
            <a:pPr marL="342900" indent="-342900">
              <a:lnSpc>
                <a:spcPct val="150000"/>
              </a:lnSpc>
              <a:buFont typeface="Arial" panose="020B0604020202020204" pitchFamily="34" charset="0"/>
              <a:buChar char="•"/>
            </a:pPr>
            <a:r>
              <a:rPr lang="fr-FR" sz="2200" dirty="0">
                <a:highlight>
                  <a:srgbClr val="C0C0C0"/>
                </a:highlight>
                <a:latin typeface="+mj-lt"/>
              </a:rPr>
              <a:t>-v </a:t>
            </a:r>
            <a:r>
              <a:rPr lang="fr-FR" sz="2200" dirty="0" err="1">
                <a:highlight>
                  <a:srgbClr val="C0C0C0"/>
                </a:highlight>
                <a:latin typeface="+mj-lt"/>
              </a:rPr>
              <a:t>jenkins_home</a:t>
            </a:r>
            <a:r>
              <a:rPr lang="fr-FR" sz="2200" dirty="0">
                <a:highlight>
                  <a:srgbClr val="C0C0C0"/>
                </a:highlight>
                <a:latin typeface="+mj-lt"/>
              </a:rPr>
              <a:t>:/var/</a:t>
            </a:r>
            <a:r>
              <a:rPr lang="fr-FR" sz="2200" dirty="0" err="1">
                <a:highlight>
                  <a:srgbClr val="C0C0C0"/>
                </a:highlight>
                <a:latin typeface="+mj-lt"/>
              </a:rPr>
              <a:t>jenkins_home</a:t>
            </a:r>
            <a:r>
              <a:rPr lang="fr-FR" sz="2200" dirty="0">
                <a:highlight>
                  <a:srgbClr val="C0C0C0"/>
                </a:highlight>
                <a:latin typeface="+mj-lt"/>
              </a:rPr>
              <a:t> </a:t>
            </a:r>
            <a:r>
              <a:rPr lang="fr-FR" sz="2200" dirty="0">
                <a:latin typeface="+mj-lt"/>
              </a:rPr>
              <a:t>: Volume pour la persistance des données</a:t>
            </a:r>
          </a:p>
          <a:p>
            <a:pPr marL="0" marR="0" lvl="0" indent="0" defTabSz="914400" eaLnBrk="1" fontAlgn="auto" latinLnBrk="0" hangingPunct="1">
              <a:lnSpc>
                <a:spcPct val="150000"/>
              </a:lnSpc>
              <a:spcBef>
                <a:spcPts val="0"/>
              </a:spcBef>
              <a:spcAft>
                <a:spcPts val="0"/>
              </a:spcAft>
              <a:buClrTx/>
              <a:buSzTx/>
              <a:buFontTx/>
              <a:buNone/>
              <a:tabLst/>
              <a:defRPr/>
            </a:pPr>
            <a:r>
              <a:rPr kumimoji="0" lang="fr-FR" sz="2200" b="1" i="0" u="none" strike="noStrike" kern="0" cap="none" spc="0" normalizeH="0" baseline="0" noProof="0" dirty="0">
                <a:ln>
                  <a:noFill/>
                </a:ln>
                <a:solidFill>
                  <a:sysClr val="windowText" lastClr="000000"/>
                </a:solidFill>
                <a:effectLst/>
                <a:uLnTx/>
                <a:uFillTx/>
                <a:latin typeface="Calibri"/>
              </a:rPr>
              <a:t>Accès à </a:t>
            </a:r>
            <a:r>
              <a:rPr kumimoji="0" lang="fr-FR" sz="2200" b="1" i="0" u="none" strike="noStrike" kern="0" cap="none" spc="0" normalizeH="0" baseline="0" noProof="0" dirty="0" err="1">
                <a:ln>
                  <a:noFill/>
                </a:ln>
                <a:solidFill>
                  <a:sysClr val="windowText" lastClr="000000"/>
                </a:solidFill>
                <a:effectLst/>
                <a:uLnTx/>
                <a:uFillTx/>
                <a:latin typeface="Calibri"/>
              </a:rPr>
              <a:t>jenkins</a:t>
            </a:r>
            <a:endParaRPr kumimoji="0" lang="fr-FR" sz="2200" b="1" i="0" u="none" strike="noStrike" kern="0" cap="none" spc="0" normalizeH="0" baseline="0" noProof="0" dirty="0">
              <a:ln>
                <a:noFill/>
              </a:ln>
              <a:solidFill>
                <a:sysClr val="windowText" lastClr="000000"/>
              </a:solidFill>
              <a:effectLst/>
              <a:uLnTx/>
              <a:uFillTx/>
              <a:latin typeface="Calibri"/>
            </a:endParaRP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lang="fr-FR" sz="2200" dirty="0">
                <a:latin typeface="+mn-lt"/>
              </a:rPr>
              <a:t>Ouvrir </a:t>
            </a:r>
            <a:r>
              <a:rPr lang="fr-FR" sz="2000" dirty="0">
                <a:highlight>
                  <a:srgbClr val="C0C0C0"/>
                </a:highlight>
                <a:hlinkClick r:id="rId2"/>
              </a:rPr>
              <a:t>http://localhost:8080</a:t>
            </a:r>
            <a:endParaRPr lang="fr-FR" sz="2000" dirty="0">
              <a:highlight>
                <a:srgbClr val="C0C0C0"/>
              </a:highlight>
            </a:endParaRP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lang="fr-FR" sz="2200" dirty="0">
                <a:latin typeface="+mn-lt"/>
              </a:rPr>
              <a:t>Récupérer le mot de passe initial</a:t>
            </a:r>
          </a:p>
          <a:p>
            <a:pPr marR="0" lvl="0" defTabSz="914400" eaLnBrk="1" fontAlgn="auto" latinLnBrk="0" hangingPunct="1">
              <a:lnSpc>
                <a:spcPct val="150000"/>
              </a:lnSpc>
              <a:spcBef>
                <a:spcPts val="0"/>
              </a:spcBef>
              <a:spcAft>
                <a:spcPts val="0"/>
              </a:spcAft>
              <a:buClrTx/>
              <a:buSzTx/>
              <a:tabLst/>
              <a:defRPr/>
            </a:pPr>
            <a:r>
              <a:rPr lang="fr-FR" sz="2200" dirty="0">
                <a:highlight>
                  <a:srgbClr val="C0C0C0"/>
                </a:highlight>
                <a:latin typeface="+mn-lt"/>
              </a:rPr>
              <a:t>docker </a:t>
            </a:r>
            <a:r>
              <a:rPr lang="fr-FR" sz="2200" dirty="0" err="1">
                <a:highlight>
                  <a:srgbClr val="C0C0C0"/>
                </a:highlight>
                <a:latin typeface="+mn-lt"/>
              </a:rPr>
              <a:t>exec</a:t>
            </a:r>
            <a:r>
              <a:rPr lang="fr-FR" sz="2200" dirty="0">
                <a:highlight>
                  <a:srgbClr val="C0C0C0"/>
                </a:highlight>
                <a:latin typeface="+mn-lt"/>
              </a:rPr>
              <a:t> </a:t>
            </a:r>
            <a:r>
              <a:rPr lang="fr-FR" sz="2200" dirty="0" err="1">
                <a:highlight>
                  <a:srgbClr val="C0C0C0"/>
                </a:highlight>
                <a:latin typeface="+mn-lt"/>
              </a:rPr>
              <a:t>jenkins</a:t>
            </a:r>
            <a:r>
              <a:rPr lang="fr-FR" sz="2200" dirty="0">
                <a:highlight>
                  <a:srgbClr val="C0C0C0"/>
                </a:highlight>
                <a:latin typeface="+mn-lt"/>
              </a:rPr>
              <a:t> cat /var/</a:t>
            </a:r>
            <a:r>
              <a:rPr lang="fr-FR" sz="2200" dirty="0" err="1">
                <a:highlight>
                  <a:srgbClr val="C0C0C0"/>
                </a:highlight>
                <a:latin typeface="+mn-lt"/>
              </a:rPr>
              <a:t>jenkins_home</a:t>
            </a:r>
            <a:r>
              <a:rPr lang="fr-FR" sz="2200" dirty="0">
                <a:highlight>
                  <a:srgbClr val="C0C0C0"/>
                </a:highlight>
                <a:latin typeface="+mn-lt"/>
              </a:rPr>
              <a:t>/secrets/</a:t>
            </a:r>
            <a:r>
              <a:rPr lang="fr-FR" sz="2200" dirty="0" err="1">
                <a:highlight>
                  <a:srgbClr val="C0C0C0"/>
                </a:highlight>
                <a:latin typeface="+mn-lt"/>
              </a:rPr>
              <a:t>initialAdminPassword</a:t>
            </a:r>
            <a:endParaRPr lang="fr-FR" sz="2200" dirty="0">
              <a:highlight>
                <a:srgbClr val="C0C0C0"/>
              </a:highlight>
              <a:latin typeface="+mn-lt"/>
            </a:endParaRPr>
          </a:p>
          <a:p>
            <a:pPr marR="0" lvl="0" defTabSz="914400" eaLnBrk="1" fontAlgn="auto" latinLnBrk="0" hangingPunct="1">
              <a:lnSpc>
                <a:spcPct val="150000"/>
              </a:lnSpc>
              <a:spcBef>
                <a:spcPts val="0"/>
              </a:spcBef>
              <a:spcAft>
                <a:spcPts val="0"/>
              </a:spcAft>
              <a:buClrTx/>
              <a:buSzTx/>
              <a:tabLst/>
              <a:defRPr/>
            </a:pPr>
            <a:endParaRPr lang="fr-FR" sz="2200" dirty="0">
              <a:latin typeface="+mn-lt"/>
            </a:endParaRPr>
          </a:p>
        </p:txBody>
      </p:sp>
    </p:spTree>
    <p:extLst>
      <p:ext uri="{BB962C8B-B14F-4D97-AF65-F5344CB8AC3E}">
        <p14:creationId xmlns:p14="http://schemas.microsoft.com/office/powerpoint/2010/main" val="5866068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726A6-6E02-E6AE-9E29-8F4E0974EBD1}"/>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8180388D-858F-759C-BE83-673B4C652FD5}"/>
              </a:ext>
            </a:extLst>
          </p:cNvPr>
          <p:cNvSpPr txBox="1">
            <a:spLocks noGrp="1"/>
          </p:cNvSpPr>
          <p:nvPr>
            <p:ph type="sldNum" sz="quarter" idx="7"/>
          </p:nvPr>
        </p:nvSpPr>
        <p:spPr>
          <a:prstGeom prst="rect">
            <a:avLst/>
          </a:prstGeom>
        </p:spPr>
        <p:txBody>
          <a:bodyPr vert="horz" wrap="square" lIns="0" tIns="8255" rIns="0" bIns="0" rtlCol="0">
            <a:spAutoFit/>
          </a:bodyPr>
          <a:lstStyle/>
          <a:p>
            <a:pPr marL="80010" marR="0" lvl="0" indent="0" defTabSz="914400" eaLnBrk="1" fontAlgn="auto" latinLnBrk="0" hangingPunct="1">
              <a:lnSpc>
                <a:spcPct val="100000"/>
              </a:lnSpc>
              <a:spcBef>
                <a:spcPts val="65"/>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prstClr val="white"/>
                </a:solidFill>
                <a:effectLst/>
                <a:uLnTx/>
                <a:uFillTx/>
                <a:latin typeface="Calibri"/>
                <a:cs typeface="Calibri"/>
              </a:rPr>
              <a:pPr marL="80010" marR="0" lvl="0" indent="0" defTabSz="914400" eaLnBrk="1" fontAlgn="auto" latinLnBrk="0" hangingPunct="1">
                <a:lnSpc>
                  <a:spcPct val="100000"/>
                </a:lnSpc>
                <a:spcBef>
                  <a:spcPts val="65"/>
                </a:spcBef>
                <a:spcAft>
                  <a:spcPts val="0"/>
                </a:spcAft>
                <a:buClrTx/>
                <a:buSzTx/>
                <a:buFontTx/>
                <a:buNone/>
                <a:tabLst/>
                <a:defRPr/>
              </a:pPr>
              <a:t>40</a:t>
            </a:fld>
            <a:endParaRPr kumimoji="0" sz="1200" b="0" i="0" u="none" strike="noStrike" kern="0" cap="none" spc="-25" normalizeH="0" baseline="0" noProof="0" dirty="0">
              <a:ln>
                <a:noFill/>
              </a:ln>
              <a:solidFill>
                <a:prstClr val="white"/>
              </a:solidFill>
              <a:effectLst/>
              <a:uLnTx/>
              <a:uFillTx/>
              <a:latin typeface="Calibri"/>
              <a:cs typeface="Calibri"/>
            </a:endParaRPr>
          </a:p>
        </p:txBody>
      </p:sp>
      <p:sp>
        <p:nvSpPr>
          <p:cNvPr id="4" name="object 4">
            <a:extLst>
              <a:ext uri="{FF2B5EF4-FFF2-40B4-BE49-F238E27FC236}">
                <a16:creationId xmlns:a16="http://schemas.microsoft.com/office/drawing/2014/main" id="{D5E92D26-ADAB-4C58-DB23-0D526B12DDAA}"/>
              </a:ext>
            </a:extLst>
          </p:cNvPr>
          <p:cNvSpPr txBox="1"/>
          <p:nvPr/>
        </p:nvSpPr>
        <p:spPr>
          <a:xfrm>
            <a:off x="466373"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b="1" spc="70" dirty="0">
                <a:solidFill>
                  <a:srgbClr val="164052"/>
                </a:solidFill>
                <a:latin typeface="Calibri"/>
                <a:cs typeface="Calibri"/>
              </a:rPr>
              <a:t>4</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5" name="object 5">
            <a:extLst>
              <a:ext uri="{FF2B5EF4-FFF2-40B4-BE49-F238E27FC236}">
                <a16:creationId xmlns:a16="http://schemas.microsoft.com/office/drawing/2014/main" id="{05508C4C-3706-5FFE-3064-17B9F80BC61E}"/>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fr-FR" spc="-10" dirty="0"/>
              <a:t>Installation et configuration initiale</a:t>
            </a:r>
            <a:endParaRPr spc="-10" dirty="0"/>
          </a:p>
        </p:txBody>
      </p:sp>
      <p:sp>
        <p:nvSpPr>
          <p:cNvPr id="11" name="TextBox 10">
            <a:extLst>
              <a:ext uri="{FF2B5EF4-FFF2-40B4-BE49-F238E27FC236}">
                <a16:creationId xmlns:a16="http://schemas.microsoft.com/office/drawing/2014/main" id="{9027071B-5348-38F9-B428-3FDF67A898E7}"/>
              </a:ext>
            </a:extLst>
          </p:cNvPr>
          <p:cNvSpPr txBox="1"/>
          <p:nvPr/>
        </p:nvSpPr>
        <p:spPr>
          <a:xfrm>
            <a:off x="1042110" y="801985"/>
            <a:ext cx="5822240" cy="461665"/>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2400" b="0" i="0" u="none" strike="noStrike" kern="0" cap="none" spc="0" normalizeH="0" baseline="0" noProof="0" dirty="0">
                <a:ln>
                  <a:noFill/>
                </a:ln>
                <a:solidFill>
                  <a:srgbClr val="164052"/>
                </a:solidFill>
                <a:effectLst/>
                <a:uLnTx/>
                <a:uFillTx/>
                <a:latin typeface="Calibri"/>
                <a:ea typeface="+mj-ea"/>
                <a:cs typeface="Calibri"/>
              </a:rPr>
              <a:t>Premiers pas avec Jenkins</a:t>
            </a:r>
            <a:endParaRPr kumimoji="0" lang="fr-FR" sz="1600" b="0" i="0" u="none" strike="noStrike" kern="0" cap="none" spc="0" normalizeH="0" baseline="0" noProof="0" dirty="0">
              <a:ln>
                <a:noFill/>
              </a:ln>
              <a:solidFill>
                <a:sysClr val="windowText" lastClr="000000"/>
              </a:solidFill>
              <a:effectLst/>
              <a:uLnTx/>
              <a:uFillTx/>
            </a:endParaRPr>
          </a:p>
        </p:txBody>
      </p:sp>
      <p:sp>
        <p:nvSpPr>
          <p:cNvPr id="3" name="TextBox 2">
            <a:extLst>
              <a:ext uri="{FF2B5EF4-FFF2-40B4-BE49-F238E27FC236}">
                <a16:creationId xmlns:a16="http://schemas.microsoft.com/office/drawing/2014/main" id="{E957A595-0480-C70C-6F19-6D16E53F4B48}"/>
              </a:ext>
            </a:extLst>
          </p:cNvPr>
          <p:cNvSpPr txBox="1"/>
          <p:nvPr/>
        </p:nvSpPr>
        <p:spPr>
          <a:xfrm>
            <a:off x="615950" y="1416050"/>
            <a:ext cx="9912350" cy="4102533"/>
          </a:xfrm>
          <a:prstGeom prst="rect">
            <a:avLst/>
          </a:prstGeom>
          <a:noFill/>
        </p:spPr>
        <p:txBody>
          <a:bodyPr wrap="square">
            <a:spAutoFit/>
          </a:bodyPr>
          <a:lstStyle/>
          <a:p>
            <a:pPr marL="342900" indent="-342900">
              <a:lnSpc>
                <a:spcPct val="150000"/>
              </a:lnSpc>
              <a:buFont typeface="Arial" panose="020B0604020202020204" pitchFamily="34" charset="0"/>
              <a:buChar char="•"/>
            </a:pPr>
            <a:r>
              <a:rPr lang="fr-FR" sz="2200" dirty="0">
                <a:latin typeface="+mn-lt"/>
              </a:rPr>
              <a:t>Déverrouillage avec le fichier secrets/</a:t>
            </a:r>
            <a:r>
              <a:rPr lang="fr-FR" sz="2200" dirty="0" err="1">
                <a:latin typeface="+mn-lt"/>
              </a:rPr>
              <a:t>initialAdminPassword</a:t>
            </a:r>
            <a:endParaRPr lang="fr-FR" sz="2200" dirty="0">
              <a:latin typeface="+mn-lt"/>
            </a:endParaRPr>
          </a:p>
          <a:p>
            <a:pPr marL="342900" indent="-342900">
              <a:lnSpc>
                <a:spcPct val="150000"/>
              </a:lnSpc>
              <a:buFont typeface="Arial" panose="020B0604020202020204" pitchFamily="34" charset="0"/>
              <a:buChar char="•"/>
            </a:pPr>
            <a:r>
              <a:rPr lang="fr-FR" sz="2200" dirty="0">
                <a:latin typeface="+mn-lt"/>
              </a:rPr>
              <a:t>Installation des plugins recommandés (Git, Pipeline, </a:t>
            </a:r>
            <a:r>
              <a:rPr lang="fr-FR" sz="2200" dirty="0" err="1">
                <a:latin typeface="+mn-lt"/>
              </a:rPr>
              <a:t>Credentials</a:t>
            </a:r>
            <a:r>
              <a:rPr lang="fr-FR" sz="2200" dirty="0">
                <a:latin typeface="+mn-lt"/>
              </a:rPr>
              <a:t>...)</a:t>
            </a:r>
          </a:p>
          <a:p>
            <a:pPr marL="342900" indent="-342900">
              <a:lnSpc>
                <a:spcPct val="150000"/>
              </a:lnSpc>
              <a:buFont typeface="Arial" panose="020B0604020202020204" pitchFamily="34" charset="0"/>
              <a:buChar char="•"/>
            </a:pPr>
            <a:r>
              <a:rPr lang="fr-FR" sz="2200" dirty="0">
                <a:latin typeface="+mn-lt"/>
              </a:rPr>
              <a:t>Création du premier utilisateur administrateur</a:t>
            </a:r>
          </a:p>
          <a:p>
            <a:pPr>
              <a:lnSpc>
                <a:spcPct val="150000"/>
              </a:lnSpc>
            </a:pPr>
            <a:r>
              <a:rPr lang="fr-FR" sz="2200" b="1" dirty="0">
                <a:latin typeface="+mn-lt"/>
              </a:rPr>
              <a:t>Configuration de base</a:t>
            </a:r>
          </a:p>
          <a:p>
            <a:pPr marL="342900" indent="-342900">
              <a:lnSpc>
                <a:spcPct val="150000"/>
              </a:lnSpc>
              <a:buFont typeface="Arial" panose="020B0604020202020204" pitchFamily="34" charset="0"/>
              <a:buChar char="•"/>
            </a:pPr>
            <a:r>
              <a:rPr lang="fr-FR" sz="2200" dirty="0">
                <a:latin typeface="+mn-lt"/>
              </a:rPr>
              <a:t>Définir l’URL de Jenkins (http://localhost:8080 ou IP publique)</a:t>
            </a:r>
          </a:p>
          <a:p>
            <a:pPr marL="342900" indent="-342900">
              <a:lnSpc>
                <a:spcPct val="150000"/>
              </a:lnSpc>
              <a:buFont typeface="Arial" panose="020B0604020202020204" pitchFamily="34" charset="0"/>
              <a:buChar char="•"/>
            </a:pPr>
            <a:r>
              <a:rPr lang="fr-FR" sz="2200" dirty="0">
                <a:latin typeface="+mn-lt"/>
              </a:rPr>
              <a:t>Vérifier la configuration des agents (Manage Jenkins &gt; Configure System)</a:t>
            </a:r>
          </a:p>
          <a:p>
            <a:pPr marL="342900" indent="-342900">
              <a:lnSpc>
                <a:spcPct val="150000"/>
              </a:lnSpc>
              <a:buFont typeface="Arial" panose="020B0604020202020204" pitchFamily="34" charset="0"/>
              <a:buChar char="•"/>
            </a:pPr>
            <a:r>
              <a:rPr lang="fr-FR" sz="2200" dirty="0">
                <a:latin typeface="+mn-lt"/>
              </a:rPr>
              <a:t>Configuration des </a:t>
            </a:r>
            <a:r>
              <a:rPr lang="fr-FR" sz="2200" dirty="0" err="1">
                <a:latin typeface="+mn-lt"/>
              </a:rPr>
              <a:t>executors</a:t>
            </a:r>
            <a:r>
              <a:rPr lang="fr-FR" sz="2200" dirty="0">
                <a:latin typeface="+mn-lt"/>
              </a:rPr>
              <a:t> (nombre d’exécutions parallèles)</a:t>
            </a:r>
          </a:p>
          <a:p>
            <a:pPr marL="342900" indent="-342900">
              <a:lnSpc>
                <a:spcPct val="150000"/>
              </a:lnSpc>
              <a:buFont typeface="Arial" panose="020B0604020202020204" pitchFamily="34" charset="0"/>
              <a:buChar char="•"/>
            </a:pPr>
            <a:r>
              <a:rPr lang="fr-FR" sz="2200" dirty="0">
                <a:latin typeface="+mn-lt"/>
              </a:rPr>
              <a:t>Ajouter un plugin manager (Manage Jenkins &gt; Manage Plugins)</a:t>
            </a:r>
          </a:p>
        </p:txBody>
      </p:sp>
    </p:spTree>
    <p:extLst>
      <p:ext uri="{BB962C8B-B14F-4D97-AF65-F5344CB8AC3E}">
        <p14:creationId xmlns:p14="http://schemas.microsoft.com/office/powerpoint/2010/main" val="39844402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A3950-FD8A-BAB5-8FCD-7EE4CFD8ACB6}"/>
            </a:ext>
          </a:extLst>
        </p:cNvPr>
        <p:cNvGrpSpPr/>
        <p:nvPr/>
      </p:nvGrpSpPr>
      <p:grpSpPr>
        <a:xfrm>
          <a:off x="0" y="0"/>
          <a:ext cx="0" cy="0"/>
          <a:chOff x="0" y="0"/>
          <a:chExt cx="0" cy="0"/>
        </a:xfrm>
      </p:grpSpPr>
      <p:pic>
        <p:nvPicPr>
          <p:cNvPr id="5" name="Picture 2" descr="http://www.gestion-360.fr/wpimages/wp53ad32cb_06.png">
            <a:extLst>
              <a:ext uri="{FF2B5EF4-FFF2-40B4-BE49-F238E27FC236}">
                <a16:creationId xmlns:a16="http://schemas.microsoft.com/office/drawing/2014/main" id="{7EB89B2A-C84A-A0B9-1748-6D8C5A8FC5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0145" y="2649609"/>
            <a:ext cx="2279005" cy="2195441"/>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489CA6F7-21D9-9856-0DEA-03DE2E697965}"/>
              </a:ext>
            </a:extLst>
          </p:cNvPr>
          <p:cNvSpPr txBox="1"/>
          <p:nvPr/>
        </p:nvSpPr>
        <p:spPr>
          <a:xfrm>
            <a:off x="1377950" y="1644650"/>
            <a:ext cx="3359795" cy="3447098"/>
          </a:xfrm>
          <a:prstGeom prst="rect">
            <a:avLst/>
          </a:prstGeom>
          <a:noFill/>
        </p:spPr>
        <p:txBody>
          <a:bodyPr wrap="square" rtlCol="0">
            <a:spAutoFit/>
          </a:bodyPr>
          <a:lstStyle/>
          <a:p>
            <a:r>
              <a:rPr lang="fr-FR" sz="2800" b="1" dirty="0">
                <a:latin typeface="+mn-lt"/>
              </a:rPr>
              <a:t>Travaux pratiques</a:t>
            </a:r>
          </a:p>
          <a:p>
            <a:endParaRPr lang="fr-FR" sz="1200" dirty="0">
              <a:latin typeface="+mn-lt"/>
            </a:endParaRPr>
          </a:p>
          <a:p>
            <a:pPr marL="342900" indent="-342900">
              <a:lnSpc>
                <a:spcPct val="150000"/>
              </a:lnSpc>
              <a:buFont typeface="Arial" panose="020B0604020202020204" pitchFamily="34" charset="0"/>
              <a:buChar char="•"/>
            </a:pPr>
            <a:r>
              <a:rPr lang="fr-FR" sz="2000" dirty="0">
                <a:latin typeface="+mn-lt"/>
              </a:rPr>
              <a:t>Installation et premier lancement de Jenkins</a:t>
            </a:r>
          </a:p>
          <a:p>
            <a:pPr marL="342900" indent="-342900">
              <a:lnSpc>
                <a:spcPct val="150000"/>
              </a:lnSpc>
              <a:buFont typeface="Arial" panose="020B0604020202020204" pitchFamily="34" charset="0"/>
              <a:buChar char="•"/>
            </a:pPr>
            <a:r>
              <a:rPr lang="fr-FR" sz="2000" dirty="0">
                <a:latin typeface="+mn-lt"/>
              </a:rPr>
              <a:t>Exploration de l’interface utilisateur</a:t>
            </a:r>
          </a:p>
          <a:p>
            <a:pPr marL="342900" indent="-342900">
              <a:lnSpc>
                <a:spcPct val="150000"/>
              </a:lnSpc>
              <a:buFont typeface="Arial" panose="020B0604020202020204" pitchFamily="34" charset="0"/>
              <a:buChar char="•"/>
            </a:pPr>
            <a:r>
              <a:rPr lang="fr-FR" sz="2000" dirty="0">
                <a:latin typeface="+mn-lt"/>
              </a:rPr>
              <a:t>Création d’un job freestyle</a:t>
            </a:r>
          </a:p>
          <a:p>
            <a:endParaRPr lang="fr-FR" sz="2800" b="1" dirty="0">
              <a:latin typeface="+mn-lt"/>
            </a:endParaRPr>
          </a:p>
        </p:txBody>
      </p:sp>
      <p:sp>
        <p:nvSpPr>
          <p:cNvPr id="7" name="Rectangle 6">
            <a:extLst>
              <a:ext uri="{FF2B5EF4-FFF2-40B4-BE49-F238E27FC236}">
                <a16:creationId xmlns:a16="http://schemas.microsoft.com/office/drawing/2014/main" id="{E449A65C-CD9D-91D2-6456-D5B533B9FC85}"/>
              </a:ext>
            </a:extLst>
          </p:cNvPr>
          <p:cNvSpPr/>
          <p:nvPr/>
        </p:nvSpPr>
        <p:spPr>
          <a:xfrm>
            <a:off x="9988550" y="7128073"/>
            <a:ext cx="416140" cy="276999"/>
          </a:xfrm>
          <a:prstGeom prst="rect">
            <a:avLst/>
          </a:prstGeom>
        </p:spPr>
        <p:txBody>
          <a:bodyPr wrap="none">
            <a:spAutoFit/>
          </a:bodyPr>
          <a:lstStyle/>
          <a:p>
            <a:pPr marL="80010">
              <a:spcBef>
                <a:spcPts val="65"/>
              </a:spcBef>
            </a:pPr>
            <a:r>
              <a:rPr lang="fr-FR" sz="1200" spc="-25" dirty="0">
                <a:solidFill>
                  <a:schemeClr val="bg1"/>
                </a:solidFill>
                <a:latin typeface="Calibri"/>
                <a:cs typeface="Calibri"/>
              </a:rPr>
              <a:t>41</a:t>
            </a:r>
          </a:p>
        </p:txBody>
      </p:sp>
      <p:sp>
        <p:nvSpPr>
          <p:cNvPr id="2" name="object 15">
            <a:extLst>
              <a:ext uri="{FF2B5EF4-FFF2-40B4-BE49-F238E27FC236}">
                <a16:creationId xmlns:a16="http://schemas.microsoft.com/office/drawing/2014/main" id="{A56BC3E3-7F6D-4A9F-F803-426B039235C3}"/>
              </a:ext>
            </a:extLst>
          </p:cNvPr>
          <p:cNvSpPr txBox="1"/>
          <p:nvPr/>
        </p:nvSpPr>
        <p:spPr>
          <a:xfrm>
            <a:off x="387350" y="196850"/>
            <a:ext cx="203200" cy="328295"/>
          </a:xfrm>
          <a:prstGeom prst="rect">
            <a:avLst/>
          </a:prstGeom>
        </p:spPr>
        <p:txBody>
          <a:bodyPr vert="horz" wrap="square" lIns="0" tIns="17145" rIns="0" bIns="0" rtlCol="0">
            <a:spAutoFit/>
          </a:bodyPr>
          <a:lstStyle/>
          <a:p>
            <a:pPr marL="12700">
              <a:lnSpc>
                <a:spcPct val="100000"/>
              </a:lnSpc>
              <a:spcBef>
                <a:spcPts val="135"/>
              </a:spcBef>
            </a:pPr>
            <a:r>
              <a:rPr lang="fr-FR" sz="2000" dirty="0"/>
              <a:t>🚀</a:t>
            </a:r>
            <a:endParaRPr sz="1950" dirty="0">
              <a:latin typeface="Calibri"/>
              <a:cs typeface="Calibri"/>
            </a:endParaRPr>
          </a:p>
        </p:txBody>
      </p:sp>
    </p:spTree>
    <p:extLst>
      <p:ext uri="{BB962C8B-B14F-4D97-AF65-F5344CB8AC3E}">
        <p14:creationId xmlns:p14="http://schemas.microsoft.com/office/powerpoint/2010/main" val="28247750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2CDA5-80D9-0191-8FA0-E85C752AF1F2}"/>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D47B217D-2166-C574-A261-511CDAE3C625}"/>
              </a:ext>
            </a:extLst>
          </p:cNvPr>
          <p:cNvGrpSpPr/>
          <p:nvPr/>
        </p:nvGrpSpPr>
        <p:grpSpPr>
          <a:xfrm>
            <a:off x="-4762" y="-4762"/>
            <a:ext cx="3516312" cy="7566025"/>
            <a:chOff x="-4762" y="-4762"/>
            <a:chExt cx="4894580" cy="7566025"/>
          </a:xfrm>
          <a:solidFill>
            <a:schemeClr val="tx2">
              <a:lumMod val="75000"/>
            </a:schemeClr>
          </a:solidFill>
        </p:grpSpPr>
        <p:sp>
          <p:nvSpPr>
            <p:cNvPr id="3" name="object 3">
              <a:extLst>
                <a:ext uri="{FF2B5EF4-FFF2-40B4-BE49-F238E27FC236}">
                  <a16:creationId xmlns:a16="http://schemas.microsoft.com/office/drawing/2014/main" id="{FD7C6858-470D-95B1-BDB6-89E6628C2D93}"/>
                </a:ext>
              </a:extLst>
            </p:cNvPr>
            <p:cNvSpPr/>
            <p:nvPr/>
          </p:nvSpPr>
          <p:spPr>
            <a:xfrm>
              <a:off x="0" y="0"/>
              <a:ext cx="4885055" cy="7556500"/>
            </a:xfrm>
            <a:custGeom>
              <a:avLst/>
              <a:gdLst/>
              <a:ahLst/>
              <a:cxnLst/>
              <a:rect l="l" t="t" r="r" b="b"/>
              <a:pathLst>
                <a:path w="4885055" h="7556500">
                  <a:moveTo>
                    <a:pt x="0" y="0"/>
                  </a:moveTo>
                  <a:lnTo>
                    <a:pt x="4885024" y="0"/>
                  </a:lnTo>
                  <a:lnTo>
                    <a:pt x="4885024" y="7556499"/>
                  </a:lnTo>
                  <a:lnTo>
                    <a:pt x="0" y="7556499"/>
                  </a:lnTo>
                  <a:lnTo>
                    <a:pt x="0" y="0"/>
                  </a:lnTo>
                  <a:close/>
                </a:path>
              </a:pathLst>
            </a:custGeom>
            <a:grpFill/>
            <a:ln>
              <a:solidFill>
                <a:schemeClr val="accent5">
                  <a:lumMod val="50000"/>
                </a:schemeClr>
              </a:solidFill>
            </a:ln>
          </p:spPr>
          <p:txBody>
            <a:bodyPr wrap="square" lIns="0" tIns="0" rIns="0" bIns="0" rtlCol="0"/>
            <a:lstStyle/>
            <a:p>
              <a:endParaRPr/>
            </a:p>
          </p:txBody>
        </p:sp>
        <p:sp>
          <p:nvSpPr>
            <p:cNvPr id="4" name="object 4">
              <a:extLst>
                <a:ext uri="{FF2B5EF4-FFF2-40B4-BE49-F238E27FC236}">
                  <a16:creationId xmlns:a16="http://schemas.microsoft.com/office/drawing/2014/main" id="{FA3D1ED4-47C9-7DE9-4A99-7A7A91E66E40}"/>
                </a:ext>
              </a:extLst>
            </p:cNvPr>
            <p:cNvSpPr/>
            <p:nvPr/>
          </p:nvSpPr>
          <p:spPr>
            <a:xfrm>
              <a:off x="0" y="0"/>
              <a:ext cx="4885055" cy="7556500"/>
            </a:xfrm>
            <a:custGeom>
              <a:avLst/>
              <a:gdLst/>
              <a:ahLst/>
              <a:cxnLst/>
              <a:rect l="l" t="t" r="r" b="b"/>
              <a:pathLst>
                <a:path w="4885055" h="7556500">
                  <a:moveTo>
                    <a:pt x="0" y="0"/>
                  </a:moveTo>
                  <a:lnTo>
                    <a:pt x="4885024" y="0"/>
                  </a:lnTo>
                  <a:lnTo>
                    <a:pt x="4885024" y="7556499"/>
                  </a:lnTo>
                </a:path>
                <a:path w="4885055" h="7556500">
                  <a:moveTo>
                    <a:pt x="0" y="7556499"/>
                  </a:moveTo>
                  <a:lnTo>
                    <a:pt x="0" y="0"/>
                  </a:lnTo>
                </a:path>
              </a:pathLst>
            </a:custGeom>
            <a:grpFill/>
            <a:ln w="9524">
              <a:solidFill>
                <a:schemeClr val="accent5">
                  <a:lumMod val="50000"/>
                </a:schemeClr>
              </a:solidFill>
            </a:ln>
          </p:spPr>
          <p:txBody>
            <a:bodyPr wrap="square" lIns="0" tIns="0" rIns="0" bIns="0" rtlCol="0"/>
            <a:lstStyle/>
            <a:p>
              <a:endParaRPr/>
            </a:p>
          </p:txBody>
        </p:sp>
      </p:grpSp>
      <p:sp>
        <p:nvSpPr>
          <p:cNvPr id="5" name="object 5">
            <a:extLst>
              <a:ext uri="{FF2B5EF4-FFF2-40B4-BE49-F238E27FC236}">
                <a16:creationId xmlns:a16="http://schemas.microsoft.com/office/drawing/2014/main" id="{A0638D7A-C5A2-CB1E-2A1E-BE71B66C7FF8}"/>
              </a:ext>
            </a:extLst>
          </p:cNvPr>
          <p:cNvSpPr txBox="1"/>
          <p:nvPr/>
        </p:nvSpPr>
        <p:spPr>
          <a:xfrm>
            <a:off x="234950" y="882595"/>
            <a:ext cx="2910365" cy="3207609"/>
          </a:xfrm>
          <a:prstGeom prst="rect">
            <a:avLst/>
          </a:prstGeom>
        </p:spPr>
        <p:txBody>
          <a:bodyPr vert="horz" wrap="square" lIns="0" tIns="250190" rIns="0" bIns="0" rtlCol="0">
            <a:spAutoFit/>
          </a:bodyPr>
          <a:lstStyle/>
          <a:p>
            <a:pPr marL="196215">
              <a:lnSpc>
                <a:spcPct val="100000"/>
              </a:lnSpc>
              <a:spcBef>
                <a:spcPts val="1970"/>
              </a:spcBef>
              <a:tabLst>
                <a:tab pos="708660" algn="l"/>
                <a:tab pos="1186815" algn="l"/>
              </a:tabLst>
            </a:pPr>
            <a:r>
              <a:rPr sz="3600" spc="-25" dirty="0">
                <a:solidFill>
                  <a:srgbClr val="FFFFFF"/>
                </a:solidFill>
                <a:latin typeface="Calibri"/>
                <a:cs typeface="Calibri"/>
              </a:rPr>
              <a:t>//</a:t>
            </a:r>
            <a:r>
              <a:rPr sz="3600" dirty="0">
                <a:solidFill>
                  <a:srgbClr val="FFFFFF"/>
                </a:solidFill>
                <a:latin typeface="Calibri"/>
                <a:cs typeface="Calibri"/>
              </a:rPr>
              <a:t>	</a:t>
            </a:r>
            <a:r>
              <a:rPr lang="fr-FR" sz="5400" b="1" spc="315" baseline="2314" dirty="0">
                <a:solidFill>
                  <a:srgbClr val="FFFFFF"/>
                </a:solidFill>
                <a:latin typeface="Calibri"/>
                <a:cs typeface="Calibri"/>
              </a:rPr>
              <a:t>C</a:t>
            </a:r>
            <a:r>
              <a:rPr sz="5400" b="1" baseline="2314" dirty="0">
                <a:solidFill>
                  <a:srgbClr val="FFFFFF"/>
                </a:solidFill>
                <a:latin typeface="Calibri"/>
                <a:cs typeface="Calibri"/>
              </a:rPr>
              <a:t>	</a:t>
            </a:r>
            <a:r>
              <a:rPr sz="3600" spc="-25" dirty="0">
                <a:solidFill>
                  <a:srgbClr val="FFFFFF"/>
                </a:solidFill>
                <a:latin typeface="Calibri"/>
                <a:cs typeface="Calibri"/>
              </a:rPr>
              <a:t>//</a:t>
            </a:r>
            <a:endParaRPr sz="3600" dirty="0">
              <a:latin typeface="Calibri"/>
              <a:cs typeface="Calibri"/>
            </a:endParaRPr>
          </a:p>
          <a:p>
            <a:pPr marL="12700">
              <a:lnSpc>
                <a:spcPct val="100000"/>
              </a:lnSpc>
              <a:spcBef>
                <a:spcPts val="1875"/>
              </a:spcBef>
            </a:pPr>
            <a:r>
              <a:rPr sz="3600" b="1" spc="375" dirty="0">
                <a:solidFill>
                  <a:srgbClr val="FFFFFF"/>
                </a:solidFill>
                <a:latin typeface="Calibri"/>
                <a:cs typeface="Calibri"/>
              </a:rPr>
              <a:t>MODULE</a:t>
            </a:r>
            <a:r>
              <a:rPr sz="3600" b="1" spc="185" dirty="0">
                <a:solidFill>
                  <a:srgbClr val="FFFFFF"/>
                </a:solidFill>
                <a:latin typeface="Calibri"/>
                <a:cs typeface="Calibri"/>
              </a:rPr>
              <a:t> </a:t>
            </a:r>
            <a:r>
              <a:rPr lang="fr-FR" sz="3600" b="1" spc="160" dirty="0">
                <a:solidFill>
                  <a:srgbClr val="FFFFFF"/>
                </a:solidFill>
                <a:latin typeface="Calibri"/>
                <a:cs typeface="Calibri"/>
              </a:rPr>
              <a:t>3</a:t>
            </a:r>
            <a:r>
              <a:rPr sz="3600" b="1" spc="190" dirty="0">
                <a:solidFill>
                  <a:srgbClr val="FFFFFF"/>
                </a:solidFill>
                <a:latin typeface="Calibri"/>
                <a:cs typeface="Calibri"/>
              </a:rPr>
              <a:t> </a:t>
            </a:r>
            <a:r>
              <a:rPr sz="3600" b="1" spc="310" dirty="0">
                <a:solidFill>
                  <a:srgbClr val="FFFFFF"/>
                </a:solidFill>
                <a:latin typeface="Calibri"/>
                <a:cs typeface="Calibri"/>
              </a:rPr>
              <a:t>-</a:t>
            </a:r>
            <a:endParaRPr sz="3600" dirty="0">
              <a:latin typeface="Calibri"/>
              <a:cs typeface="Calibri"/>
            </a:endParaRPr>
          </a:p>
          <a:p>
            <a:pPr marL="12700" marR="878205">
              <a:lnSpc>
                <a:spcPct val="100699"/>
              </a:lnSpc>
            </a:pPr>
            <a:r>
              <a:rPr lang="fr-FR" sz="2600" b="1" spc="215" dirty="0">
                <a:solidFill>
                  <a:srgbClr val="FFFFFF"/>
                </a:solidFill>
                <a:latin typeface="Calibri"/>
                <a:cs typeface="Calibri"/>
              </a:rPr>
              <a:t>Jenkins et la gestion du code source</a:t>
            </a:r>
            <a:endParaRPr sz="2600" dirty="0">
              <a:latin typeface="Calibri"/>
              <a:cs typeface="Calibri"/>
            </a:endParaRPr>
          </a:p>
        </p:txBody>
      </p:sp>
      <p:sp>
        <p:nvSpPr>
          <p:cNvPr id="6" name="object 6">
            <a:extLst>
              <a:ext uri="{FF2B5EF4-FFF2-40B4-BE49-F238E27FC236}">
                <a16:creationId xmlns:a16="http://schemas.microsoft.com/office/drawing/2014/main" id="{D4921D47-C415-B1BA-4224-EB55E0214445}"/>
              </a:ext>
            </a:extLst>
          </p:cNvPr>
          <p:cNvSpPr txBox="1"/>
          <p:nvPr/>
        </p:nvSpPr>
        <p:spPr>
          <a:xfrm>
            <a:off x="4224094" y="1780505"/>
            <a:ext cx="5383456" cy="397545"/>
          </a:xfrm>
          <a:prstGeom prst="rect">
            <a:avLst/>
          </a:prstGeom>
        </p:spPr>
        <p:txBody>
          <a:bodyPr vert="horz" wrap="square" lIns="0" tIns="12700" rIns="0" bIns="0" rtlCol="0">
            <a:spAutoFit/>
          </a:bodyPr>
          <a:lstStyle/>
          <a:p>
            <a:pPr marL="12700" marR="5080">
              <a:lnSpc>
                <a:spcPct val="100000"/>
              </a:lnSpc>
              <a:spcBef>
                <a:spcPts val="100"/>
              </a:spcBef>
            </a:pPr>
            <a:r>
              <a:rPr lang="fr-FR" sz="2500" b="1" spc="135" dirty="0">
                <a:solidFill>
                  <a:srgbClr val="164052"/>
                </a:solidFill>
                <a:latin typeface="Calibri"/>
                <a:cs typeface="Calibri"/>
              </a:rPr>
              <a:t>Connexion à GitHub/</a:t>
            </a:r>
            <a:r>
              <a:rPr lang="fr-FR" sz="2500" b="1" spc="135" dirty="0" err="1">
                <a:solidFill>
                  <a:srgbClr val="164052"/>
                </a:solidFill>
                <a:latin typeface="Calibri"/>
                <a:cs typeface="Calibri"/>
              </a:rPr>
              <a:t>GitLab</a:t>
            </a:r>
            <a:endParaRPr lang="fr-FR" sz="2500" b="1" spc="135" dirty="0">
              <a:solidFill>
                <a:srgbClr val="164052"/>
              </a:solidFill>
              <a:latin typeface="Calibri"/>
              <a:cs typeface="Calibri"/>
            </a:endParaRPr>
          </a:p>
        </p:txBody>
      </p:sp>
      <p:grpSp>
        <p:nvGrpSpPr>
          <p:cNvPr id="7" name="object 7">
            <a:extLst>
              <a:ext uri="{FF2B5EF4-FFF2-40B4-BE49-F238E27FC236}">
                <a16:creationId xmlns:a16="http://schemas.microsoft.com/office/drawing/2014/main" id="{5C11695E-D102-DF4A-0813-A4DE1EF01195}"/>
              </a:ext>
            </a:extLst>
          </p:cNvPr>
          <p:cNvGrpSpPr/>
          <p:nvPr/>
        </p:nvGrpSpPr>
        <p:grpSpPr>
          <a:xfrm>
            <a:off x="3274653" y="1709095"/>
            <a:ext cx="462915" cy="462915"/>
            <a:chOff x="4635613" y="2004242"/>
            <a:chExt cx="462915" cy="462915"/>
          </a:xfrm>
        </p:grpSpPr>
        <p:sp>
          <p:nvSpPr>
            <p:cNvPr id="8" name="object 8">
              <a:extLst>
                <a:ext uri="{FF2B5EF4-FFF2-40B4-BE49-F238E27FC236}">
                  <a16:creationId xmlns:a16="http://schemas.microsoft.com/office/drawing/2014/main" id="{CD0CD307-E434-B24A-6FCB-32AB2DADE18A}"/>
                </a:ext>
              </a:extLst>
            </p:cNvPr>
            <p:cNvSpPr/>
            <p:nvPr/>
          </p:nvSpPr>
          <p:spPr>
            <a:xfrm>
              <a:off x="4649901" y="2018530"/>
              <a:ext cx="434340" cy="434340"/>
            </a:xfrm>
            <a:custGeom>
              <a:avLst/>
              <a:gdLst/>
              <a:ahLst/>
              <a:cxnLst/>
              <a:rect l="l" t="t" r="r" b="b"/>
              <a:pathLst>
                <a:path w="434339" h="434339">
                  <a:moveTo>
                    <a:pt x="217067" y="434134"/>
                  </a:moveTo>
                  <a:lnTo>
                    <a:pt x="167295" y="428402"/>
                  </a:lnTo>
                  <a:lnTo>
                    <a:pt x="121606" y="412072"/>
                  </a:lnTo>
                  <a:lnTo>
                    <a:pt x="81302" y="386447"/>
                  </a:lnTo>
                  <a:lnTo>
                    <a:pt x="47687" y="352832"/>
                  </a:lnTo>
                  <a:lnTo>
                    <a:pt x="22062" y="312528"/>
                  </a:lnTo>
                  <a:lnTo>
                    <a:pt x="5732" y="266839"/>
                  </a:lnTo>
                  <a:lnTo>
                    <a:pt x="0" y="217067"/>
                  </a:lnTo>
                  <a:lnTo>
                    <a:pt x="5732" y="167296"/>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4"/>
                  </a:lnTo>
                  <a:close/>
                </a:path>
              </a:pathLst>
            </a:custGeom>
            <a:solidFill>
              <a:srgbClr val="FFFFFF"/>
            </a:solidFill>
          </p:spPr>
          <p:txBody>
            <a:bodyPr wrap="square" lIns="0" tIns="0" rIns="0" bIns="0" rtlCol="0"/>
            <a:lstStyle/>
            <a:p>
              <a:endParaRPr/>
            </a:p>
          </p:txBody>
        </p:sp>
        <p:sp>
          <p:nvSpPr>
            <p:cNvPr id="9" name="object 9">
              <a:extLst>
                <a:ext uri="{FF2B5EF4-FFF2-40B4-BE49-F238E27FC236}">
                  <a16:creationId xmlns:a16="http://schemas.microsoft.com/office/drawing/2014/main" id="{5CCE44BD-32AB-9484-B62B-B13097105AA8}"/>
                </a:ext>
              </a:extLst>
            </p:cNvPr>
            <p:cNvSpPr/>
            <p:nvPr/>
          </p:nvSpPr>
          <p:spPr>
            <a:xfrm>
              <a:off x="4649901" y="2018530"/>
              <a:ext cx="434340" cy="434340"/>
            </a:xfrm>
            <a:custGeom>
              <a:avLst/>
              <a:gdLst/>
              <a:ahLst/>
              <a:cxnLst/>
              <a:rect l="l" t="t" r="r" b="b"/>
              <a:pathLst>
                <a:path w="434339" h="434339">
                  <a:moveTo>
                    <a:pt x="0" y="217067"/>
                  </a:moveTo>
                  <a:lnTo>
                    <a:pt x="5732" y="167296"/>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4"/>
                  </a:lnTo>
                  <a:lnTo>
                    <a:pt x="167295" y="428402"/>
                  </a:lnTo>
                  <a:lnTo>
                    <a:pt x="121606" y="412072"/>
                  </a:lnTo>
                  <a:lnTo>
                    <a:pt x="81302" y="386447"/>
                  </a:lnTo>
                  <a:lnTo>
                    <a:pt x="47687" y="352832"/>
                  </a:lnTo>
                  <a:lnTo>
                    <a:pt x="22062" y="312528"/>
                  </a:lnTo>
                  <a:lnTo>
                    <a:pt x="5732" y="266839"/>
                  </a:lnTo>
                  <a:lnTo>
                    <a:pt x="0" y="217067"/>
                  </a:lnTo>
                  <a:close/>
                </a:path>
              </a:pathLst>
            </a:custGeom>
            <a:ln w="28574">
              <a:solidFill>
                <a:srgbClr val="8CB939"/>
              </a:solidFill>
            </a:ln>
          </p:spPr>
          <p:txBody>
            <a:bodyPr wrap="square" lIns="0" tIns="0" rIns="0" bIns="0" rtlCol="0"/>
            <a:lstStyle/>
            <a:p>
              <a:endParaRPr/>
            </a:p>
          </p:txBody>
        </p:sp>
      </p:grpSp>
      <p:sp>
        <p:nvSpPr>
          <p:cNvPr id="10" name="object 10">
            <a:extLst>
              <a:ext uri="{FF2B5EF4-FFF2-40B4-BE49-F238E27FC236}">
                <a16:creationId xmlns:a16="http://schemas.microsoft.com/office/drawing/2014/main" id="{F260FFE2-766A-6571-D6B3-945A6A28D1CA}"/>
              </a:ext>
            </a:extLst>
          </p:cNvPr>
          <p:cNvSpPr txBox="1"/>
          <p:nvPr/>
        </p:nvSpPr>
        <p:spPr>
          <a:xfrm>
            <a:off x="3423160" y="1765256"/>
            <a:ext cx="166370" cy="328295"/>
          </a:xfrm>
          <a:prstGeom prst="rect">
            <a:avLst/>
          </a:prstGeom>
        </p:spPr>
        <p:txBody>
          <a:bodyPr vert="horz" wrap="square" lIns="0" tIns="17145" rIns="0" bIns="0" rtlCol="0">
            <a:spAutoFit/>
          </a:bodyPr>
          <a:lstStyle/>
          <a:p>
            <a:pPr marL="12700">
              <a:lnSpc>
                <a:spcPct val="100000"/>
              </a:lnSpc>
              <a:spcBef>
                <a:spcPts val="135"/>
              </a:spcBef>
            </a:pPr>
            <a:r>
              <a:rPr lang="fr-FR" sz="1950" b="1" spc="55" dirty="0">
                <a:solidFill>
                  <a:srgbClr val="8CB939"/>
                </a:solidFill>
                <a:latin typeface="Calibri"/>
                <a:cs typeface="Calibri"/>
              </a:rPr>
              <a:t>1</a:t>
            </a:r>
            <a:endParaRPr sz="1950" dirty="0">
              <a:latin typeface="Calibri"/>
              <a:cs typeface="Calibri"/>
            </a:endParaRPr>
          </a:p>
        </p:txBody>
      </p:sp>
      <p:grpSp>
        <p:nvGrpSpPr>
          <p:cNvPr id="21" name="object 21">
            <a:extLst>
              <a:ext uri="{FF2B5EF4-FFF2-40B4-BE49-F238E27FC236}">
                <a16:creationId xmlns:a16="http://schemas.microsoft.com/office/drawing/2014/main" id="{FF8C31D2-154A-79CB-BE1C-3302FF44CB56}"/>
              </a:ext>
            </a:extLst>
          </p:cNvPr>
          <p:cNvGrpSpPr/>
          <p:nvPr/>
        </p:nvGrpSpPr>
        <p:grpSpPr>
          <a:xfrm>
            <a:off x="3274653" y="3254942"/>
            <a:ext cx="462915" cy="462915"/>
            <a:chOff x="4635613" y="4245542"/>
            <a:chExt cx="462915" cy="462915"/>
          </a:xfrm>
        </p:grpSpPr>
        <p:sp>
          <p:nvSpPr>
            <p:cNvPr id="22" name="object 22">
              <a:extLst>
                <a:ext uri="{FF2B5EF4-FFF2-40B4-BE49-F238E27FC236}">
                  <a16:creationId xmlns:a16="http://schemas.microsoft.com/office/drawing/2014/main" id="{0229C1B4-55B7-396D-AC9F-E77C9D2F2647}"/>
                </a:ext>
              </a:extLst>
            </p:cNvPr>
            <p:cNvSpPr/>
            <p:nvPr/>
          </p:nvSpPr>
          <p:spPr>
            <a:xfrm>
              <a:off x="4649901" y="4259829"/>
              <a:ext cx="434340" cy="434340"/>
            </a:xfrm>
            <a:custGeom>
              <a:avLst/>
              <a:gdLst/>
              <a:ahLst/>
              <a:cxnLst/>
              <a:rect l="l" t="t" r="r" b="b"/>
              <a:pathLst>
                <a:path w="434339" h="434339">
                  <a:moveTo>
                    <a:pt x="217067" y="434135"/>
                  </a:moveTo>
                  <a:lnTo>
                    <a:pt x="167295" y="428402"/>
                  </a:lnTo>
                  <a:lnTo>
                    <a:pt x="121606" y="412072"/>
                  </a:lnTo>
                  <a:lnTo>
                    <a:pt x="81302" y="386447"/>
                  </a:lnTo>
                  <a:lnTo>
                    <a:pt x="47687" y="352832"/>
                  </a:lnTo>
                  <a:lnTo>
                    <a:pt x="22062" y="312528"/>
                  </a:lnTo>
                  <a:lnTo>
                    <a:pt x="5732" y="266839"/>
                  </a:lnTo>
                  <a:lnTo>
                    <a:pt x="0" y="217067"/>
                  </a:ln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close/>
                </a:path>
              </a:pathLst>
            </a:custGeom>
            <a:solidFill>
              <a:srgbClr val="FFFFFF"/>
            </a:solidFill>
          </p:spPr>
          <p:txBody>
            <a:bodyPr wrap="square" lIns="0" tIns="0" rIns="0" bIns="0" rtlCol="0"/>
            <a:lstStyle/>
            <a:p>
              <a:endParaRPr/>
            </a:p>
          </p:txBody>
        </p:sp>
        <p:sp>
          <p:nvSpPr>
            <p:cNvPr id="23" name="object 23">
              <a:extLst>
                <a:ext uri="{FF2B5EF4-FFF2-40B4-BE49-F238E27FC236}">
                  <a16:creationId xmlns:a16="http://schemas.microsoft.com/office/drawing/2014/main" id="{9A7D1A56-FAC2-908D-37BD-A008E127B8F6}"/>
                </a:ext>
              </a:extLst>
            </p:cNvPr>
            <p:cNvSpPr/>
            <p:nvPr/>
          </p:nvSpPr>
          <p:spPr>
            <a:xfrm>
              <a:off x="4649901" y="4259829"/>
              <a:ext cx="434340" cy="434340"/>
            </a:xfrm>
            <a:custGeom>
              <a:avLst/>
              <a:gdLst/>
              <a:ahLst/>
              <a:cxnLst/>
              <a:rect l="l" t="t" r="r" b="b"/>
              <a:pathLst>
                <a:path w="434339" h="434339">
                  <a:moveTo>
                    <a:pt x="0" y="217067"/>
                  </a:move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lnTo>
                    <a:pt x="167295" y="428402"/>
                  </a:lnTo>
                  <a:lnTo>
                    <a:pt x="121606" y="412072"/>
                  </a:lnTo>
                  <a:lnTo>
                    <a:pt x="81302" y="386447"/>
                  </a:lnTo>
                  <a:lnTo>
                    <a:pt x="47687" y="352832"/>
                  </a:lnTo>
                  <a:lnTo>
                    <a:pt x="22062" y="312528"/>
                  </a:lnTo>
                  <a:lnTo>
                    <a:pt x="5732" y="266839"/>
                  </a:lnTo>
                  <a:lnTo>
                    <a:pt x="0" y="217067"/>
                  </a:lnTo>
                  <a:close/>
                </a:path>
              </a:pathLst>
            </a:custGeom>
            <a:ln w="28574">
              <a:solidFill>
                <a:srgbClr val="8CB939"/>
              </a:solidFill>
            </a:ln>
          </p:spPr>
          <p:txBody>
            <a:bodyPr wrap="square" lIns="0" tIns="0" rIns="0" bIns="0" rtlCol="0"/>
            <a:lstStyle/>
            <a:p>
              <a:endParaRPr/>
            </a:p>
          </p:txBody>
        </p:sp>
      </p:grpSp>
      <p:sp>
        <p:nvSpPr>
          <p:cNvPr id="24" name="object 24">
            <a:extLst>
              <a:ext uri="{FF2B5EF4-FFF2-40B4-BE49-F238E27FC236}">
                <a16:creationId xmlns:a16="http://schemas.microsoft.com/office/drawing/2014/main" id="{2C20DA2B-739F-1350-F12A-99A9F5BBC062}"/>
              </a:ext>
            </a:extLst>
          </p:cNvPr>
          <p:cNvSpPr txBox="1"/>
          <p:nvPr/>
        </p:nvSpPr>
        <p:spPr>
          <a:xfrm>
            <a:off x="3423160" y="3311103"/>
            <a:ext cx="166370" cy="328295"/>
          </a:xfrm>
          <a:prstGeom prst="rect">
            <a:avLst/>
          </a:prstGeom>
        </p:spPr>
        <p:txBody>
          <a:bodyPr vert="horz" wrap="square" lIns="0" tIns="17145" rIns="0" bIns="0" rtlCol="0">
            <a:spAutoFit/>
          </a:bodyPr>
          <a:lstStyle/>
          <a:p>
            <a:pPr marL="12700">
              <a:lnSpc>
                <a:spcPct val="100000"/>
              </a:lnSpc>
              <a:spcBef>
                <a:spcPts val="135"/>
              </a:spcBef>
            </a:pPr>
            <a:r>
              <a:rPr lang="fr-FR" sz="1950" b="1" spc="55" dirty="0">
                <a:solidFill>
                  <a:srgbClr val="8CB939"/>
                </a:solidFill>
                <a:latin typeface="Calibri"/>
                <a:cs typeface="Calibri"/>
              </a:rPr>
              <a:t>2</a:t>
            </a:r>
            <a:endParaRPr sz="1950" dirty="0">
              <a:latin typeface="Calibri"/>
              <a:cs typeface="Calibri"/>
            </a:endParaRPr>
          </a:p>
        </p:txBody>
      </p:sp>
      <p:sp>
        <p:nvSpPr>
          <p:cNvPr id="25" name="object 25">
            <a:extLst>
              <a:ext uri="{FF2B5EF4-FFF2-40B4-BE49-F238E27FC236}">
                <a16:creationId xmlns:a16="http://schemas.microsoft.com/office/drawing/2014/main" id="{B6DBE0A9-8AAE-0336-9DD0-D955F751FF76}"/>
              </a:ext>
            </a:extLst>
          </p:cNvPr>
          <p:cNvSpPr txBox="1"/>
          <p:nvPr/>
        </p:nvSpPr>
        <p:spPr>
          <a:xfrm>
            <a:off x="4208331" y="3304505"/>
            <a:ext cx="6085019" cy="397545"/>
          </a:xfrm>
          <a:prstGeom prst="rect">
            <a:avLst/>
          </a:prstGeom>
        </p:spPr>
        <p:txBody>
          <a:bodyPr vert="horz" wrap="square" lIns="0" tIns="12700" rIns="0" bIns="0" rtlCol="0">
            <a:spAutoFit/>
          </a:bodyPr>
          <a:lstStyle/>
          <a:p>
            <a:pPr marL="12700">
              <a:lnSpc>
                <a:spcPct val="100000"/>
              </a:lnSpc>
              <a:spcBef>
                <a:spcPts val="100"/>
              </a:spcBef>
            </a:pPr>
            <a:r>
              <a:rPr lang="fr-FR" sz="2500" b="1" spc="200" dirty="0">
                <a:solidFill>
                  <a:srgbClr val="164052"/>
                </a:solidFill>
                <a:latin typeface="Calibri"/>
                <a:cs typeface="Calibri"/>
              </a:rPr>
              <a:t>Gestion des branches et Pull </a:t>
            </a:r>
            <a:r>
              <a:rPr lang="fr-FR" sz="2500" b="1" spc="200" dirty="0" err="1">
                <a:solidFill>
                  <a:srgbClr val="164052"/>
                </a:solidFill>
                <a:latin typeface="Calibri"/>
                <a:cs typeface="Calibri"/>
              </a:rPr>
              <a:t>Requests</a:t>
            </a:r>
            <a:endParaRPr lang="fr-FR" sz="2500" b="1" spc="200" dirty="0">
              <a:solidFill>
                <a:srgbClr val="164052"/>
              </a:solidFill>
              <a:latin typeface="Calibri"/>
              <a:cs typeface="Calibri"/>
            </a:endParaRPr>
          </a:p>
        </p:txBody>
      </p:sp>
      <p:sp>
        <p:nvSpPr>
          <p:cNvPr id="36" name="TextBox 35">
            <a:extLst>
              <a:ext uri="{FF2B5EF4-FFF2-40B4-BE49-F238E27FC236}">
                <a16:creationId xmlns:a16="http://schemas.microsoft.com/office/drawing/2014/main" id="{57257730-924D-2627-2ADD-2C31644C0EFD}"/>
              </a:ext>
            </a:extLst>
          </p:cNvPr>
          <p:cNvSpPr txBox="1"/>
          <p:nvPr/>
        </p:nvSpPr>
        <p:spPr>
          <a:xfrm>
            <a:off x="9988550" y="7158851"/>
            <a:ext cx="5339166" cy="276999"/>
          </a:xfrm>
          <a:prstGeom prst="rect">
            <a:avLst/>
          </a:prstGeom>
          <a:noFill/>
        </p:spPr>
        <p:txBody>
          <a:bodyPr wrap="square">
            <a:spAutoFit/>
          </a:bodyPr>
          <a:lstStyle/>
          <a:p>
            <a:pPr marL="80010" marR="0" lvl="0" indent="0" defTabSz="914400" eaLnBrk="1" fontAlgn="auto" latinLnBrk="0" hangingPunct="1">
              <a:lnSpc>
                <a:spcPct val="100000"/>
              </a:lnSpc>
              <a:spcBef>
                <a:spcPts val="65"/>
              </a:spcBef>
              <a:spcAft>
                <a:spcPts val="0"/>
              </a:spcAft>
              <a:buClrTx/>
              <a:buSzTx/>
              <a:buFontTx/>
              <a:buNone/>
              <a:tabLst/>
              <a:defRPr/>
            </a:pPr>
            <a:fld id="{81D60167-4931-47E6-BA6A-407CBD079E47}" type="slidenum">
              <a:rPr kumimoji="0" lang="fr-FR" sz="1200" b="0" i="0" u="none" strike="noStrike" kern="0" cap="none" spc="-25" normalizeH="0" baseline="0" noProof="0" smtClean="0">
                <a:ln>
                  <a:noFill/>
                </a:ln>
                <a:solidFill>
                  <a:prstClr val="white"/>
                </a:solidFill>
                <a:effectLst/>
                <a:uLnTx/>
                <a:uFillTx/>
                <a:latin typeface="Calibri"/>
                <a:cs typeface="Calibri"/>
              </a:rPr>
              <a:pPr marL="80010" marR="0" lvl="0" indent="0" defTabSz="914400" eaLnBrk="1" fontAlgn="auto" latinLnBrk="0" hangingPunct="1">
                <a:lnSpc>
                  <a:spcPct val="100000"/>
                </a:lnSpc>
                <a:spcBef>
                  <a:spcPts val="65"/>
                </a:spcBef>
                <a:spcAft>
                  <a:spcPts val="0"/>
                </a:spcAft>
                <a:buClrTx/>
                <a:buSzTx/>
                <a:buFontTx/>
                <a:buNone/>
                <a:tabLst/>
                <a:defRPr/>
              </a:pPr>
              <a:t>42</a:t>
            </a:fld>
            <a:endParaRPr kumimoji="0" lang="fr-FR" sz="1200" b="0" i="0" u="none" strike="noStrike" kern="0" cap="none" spc="-25" normalizeH="0" baseline="0" noProof="0" dirty="0">
              <a:ln>
                <a:noFill/>
              </a:ln>
              <a:solidFill>
                <a:prstClr val="white"/>
              </a:solidFill>
              <a:effectLst/>
              <a:uLnTx/>
              <a:uFillTx/>
              <a:latin typeface="Calibri"/>
              <a:cs typeface="Calibri"/>
            </a:endParaRPr>
          </a:p>
        </p:txBody>
      </p:sp>
      <p:grpSp>
        <p:nvGrpSpPr>
          <p:cNvPr id="11" name="object 21">
            <a:extLst>
              <a:ext uri="{FF2B5EF4-FFF2-40B4-BE49-F238E27FC236}">
                <a16:creationId xmlns:a16="http://schemas.microsoft.com/office/drawing/2014/main" id="{AEBC170A-CE00-0BEF-478C-C2AB9516C75A}"/>
              </a:ext>
            </a:extLst>
          </p:cNvPr>
          <p:cNvGrpSpPr/>
          <p:nvPr/>
        </p:nvGrpSpPr>
        <p:grpSpPr>
          <a:xfrm>
            <a:off x="3282950" y="4758677"/>
            <a:ext cx="462915" cy="462915"/>
            <a:chOff x="4635613" y="4245542"/>
            <a:chExt cx="462915" cy="462915"/>
          </a:xfrm>
        </p:grpSpPr>
        <p:sp>
          <p:nvSpPr>
            <p:cNvPr id="12" name="object 22">
              <a:extLst>
                <a:ext uri="{FF2B5EF4-FFF2-40B4-BE49-F238E27FC236}">
                  <a16:creationId xmlns:a16="http://schemas.microsoft.com/office/drawing/2014/main" id="{2E80CB4C-9465-4C46-0CB7-DC8F57327621}"/>
                </a:ext>
              </a:extLst>
            </p:cNvPr>
            <p:cNvSpPr/>
            <p:nvPr/>
          </p:nvSpPr>
          <p:spPr>
            <a:xfrm>
              <a:off x="4649901" y="4259829"/>
              <a:ext cx="434340" cy="434340"/>
            </a:xfrm>
            <a:custGeom>
              <a:avLst/>
              <a:gdLst/>
              <a:ahLst/>
              <a:cxnLst/>
              <a:rect l="l" t="t" r="r" b="b"/>
              <a:pathLst>
                <a:path w="434339" h="434339">
                  <a:moveTo>
                    <a:pt x="217067" y="434135"/>
                  </a:moveTo>
                  <a:lnTo>
                    <a:pt x="167295" y="428402"/>
                  </a:lnTo>
                  <a:lnTo>
                    <a:pt x="121606" y="412072"/>
                  </a:lnTo>
                  <a:lnTo>
                    <a:pt x="81302" y="386447"/>
                  </a:lnTo>
                  <a:lnTo>
                    <a:pt x="47687" y="352832"/>
                  </a:lnTo>
                  <a:lnTo>
                    <a:pt x="22062" y="312528"/>
                  </a:lnTo>
                  <a:lnTo>
                    <a:pt x="5732" y="266839"/>
                  </a:lnTo>
                  <a:lnTo>
                    <a:pt x="0" y="217067"/>
                  </a:ln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close/>
                </a:path>
              </a:pathLst>
            </a:custGeom>
            <a:solidFill>
              <a:srgbClr val="FFFFFF"/>
            </a:solidFill>
          </p:spPr>
          <p:txBody>
            <a:bodyPr wrap="square" lIns="0" tIns="0" rIns="0" bIns="0" rtlCol="0"/>
            <a:lstStyle/>
            <a:p>
              <a:endParaRPr/>
            </a:p>
          </p:txBody>
        </p:sp>
        <p:sp>
          <p:nvSpPr>
            <p:cNvPr id="13" name="object 23">
              <a:extLst>
                <a:ext uri="{FF2B5EF4-FFF2-40B4-BE49-F238E27FC236}">
                  <a16:creationId xmlns:a16="http://schemas.microsoft.com/office/drawing/2014/main" id="{565725D7-6147-AF9A-01B2-27CBFB057E80}"/>
                </a:ext>
              </a:extLst>
            </p:cNvPr>
            <p:cNvSpPr/>
            <p:nvPr/>
          </p:nvSpPr>
          <p:spPr>
            <a:xfrm>
              <a:off x="4649901" y="4259829"/>
              <a:ext cx="434340" cy="434340"/>
            </a:xfrm>
            <a:custGeom>
              <a:avLst/>
              <a:gdLst/>
              <a:ahLst/>
              <a:cxnLst/>
              <a:rect l="l" t="t" r="r" b="b"/>
              <a:pathLst>
                <a:path w="434339" h="434339">
                  <a:moveTo>
                    <a:pt x="0" y="217067"/>
                  </a:move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lnTo>
                    <a:pt x="167295" y="428402"/>
                  </a:lnTo>
                  <a:lnTo>
                    <a:pt x="121606" y="412072"/>
                  </a:lnTo>
                  <a:lnTo>
                    <a:pt x="81302" y="386447"/>
                  </a:lnTo>
                  <a:lnTo>
                    <a:pt x="47687" y="352832"/>
                  </a:lnTo>
                  <a:lnTo>
                    <a:pt x="22062" y="312528"/>
                  </a:lnTo>
                  <a:lnTo>
                    <a:pt x="5732" y="266839"/>
                  </a:lnTo>
                  <a:lnTo>
                    <a:pt x="0" y="217067"/>
                  </a:lnTo>
                  <a:close/>
                </a:path>
              </a:pathLst>
            </a:custGeom>
            <a:ln w="28574">
              <a:solidFill>
                <a:srgbClr val="8CB939"/>
              </a:solidFill>
            </a:ln>
          </p:spPr>
          <p:txBody>
            <a:bodyPr wrap="square" lIns="0" tIns="0" rIns="0" bIns="0" rtlCol="0"/>
            <a:lstStyle/>
            <a:p>
              <a:endParaRPr/>
            </a:p>
          </p:txBody>
        </p:sp>
      </p:grpSp>
      <p:sp>
        <p:nvSpPr>
          <p:cNvPr id="14" name="object 24">
            <a:extLst>
              <a:ext uri="{FF2B5EF4-FFF2-40B4-BE49-F238E27FC236}">
                <a16:creationId xmlns:a16="http://schemas.microsoft.com/office/drawing/2014/main" id="{738D107F-8FB8-E74E-1E3F-CAEE9AF7A0C4}"/>
              </a:ext>
            </a:extLst>
          </p:cNvPr>
          <p:cNvSpPr txBox="1"/>
          <p:nvPr/>
        </p:nvSpPr>
        <p:spPr>
          <a:xfrm>
            <a:off x="3431457" y="4814838"/>
            <a:ext cx="166370" cy="328295"/>
          </a:xfrm>
          <a:prstGeom prst="rect">
            <a:avLst/>
          </a:prstGeom>
        </p:spPr>
        <p:txBody>
          <a:bodyPr vert="horz" wrap="square" lIns="0" tIns="17145" rIns="0" bIns="0" rtlCol="0">
            <a:spAutoFit/>
          </a:bodyPr>
          <a:lstStyle/>
          <a:p>
            <a:pPr marL="12700">
              <a:lnSpc>
                <a:spcPct val="100000"/>
              </a:lnSpc>
              <a:spcBef>
                <a:spcPts val="135"/>
              </a:spcBef>
            </a:pPr>
            <a:r>
              <a:rPr lang="fr-FR" sz="1950" b="1" spc="55" dirty="0">
                <a:solidFill>
                  <a:srgbClr val="8CB939"/>
                </a:solidFill>
                <a:latin typeface="Calibri"/>
                <a:cs typeface="Calibri"/>
              </a:rPr>
              <a:t>3</a:t>
            </a:r>
            <a:endParaRPr sz="1950" dirty="0">
              <a:latin typeface="Calibri"/>
              <a:cs typeface="Calibri"/>
            </a:endParaRPr>
          </a:p>
        </p:txBody>
      </p:sp>
      <p:sp>
        <p:nvSpPr>
          <p:cNvPr id="15" name="object 25">
            <a:extLst>
              <a:ext uri="{FF2B5EF4-FFF2-40B4-BE49-F238E27FC236}">
                <a16:creationId xmlns:a16="http://schemas.microsoft.com/office/drawing/2014/main" id="{B4043605-1860-AABB-1474-693B248937C3}"/>
              </a:ext>
            </a:extLst>
          </p:cNvPr>
          <p:cNvSpPr txBox="1"/>
          <p:nvPr/>
        </p:nvSpPr>
        <p:spPr>
          <a:xfrm>
            <a:off x="4216628" y="4672385"/>
            <a:ext cx="6085019" cy="782265"/>
          </a:xfrm>
          <a:prstGeom prst="rect">
            <a:avLst/>
          </a:prstGeom>
        </p:spPr>
        <p:txBody>
          <a:bodyPr vert="horz" wrap="square" lIns="0" tIns="12700" rIns="0" bIns="0" rtlCol="0">
            <a:spAutoFit/>
          </a:bodyPr>
          <a:lstStyle/>
          <a:p>
            <a:pPr marL="12700">
              <a:lnSpc>
                <a:spcPct val="100000"/>
              </a:lnSpc>
              <a:spcBef>
                <a:spcPts val="100"/>
              </a:spcBef>
            </a:pPr>
            <a:r>
              <a:rPr lang="fr-FR" sz="2500" b="1" spc="200" dirty="0">
                <a:solidFill>
                  <a:srgbClr val="164052"/>
                </a:solidFill>
                <a:latin typeface="Calibri"/>
                <a:cs typeface="Calibri"/>
              </a:rPr>
              <a:t>Vue d’ensemble des outils : Git, Java, </a:t>
            </a:r>
            <a:r>
              <a:rPr lang="fr-FR" sz="2500" b="1" spc="200" dirty="0" err="1">
                <a:solidFill>
                  <a:srgbClr val="164052"/>
                </a:solidFill>
                <a:latin typeface="Calibri"/>
                <a:cs typeface="Calibri"/>
              </a:rPr>
              <a:t>Gradle</a:t>
            </a:r>
            <a:r>
              <a:rPr lang="fr-FR" sz="2500" b="1" spc="200" dirty="0">
                <a:solidFill>
                  <a:srgbClr val="164052"/>
                </a:solidFill>
                <a:latin typeface="Calibri"/>
                <a:cs typeface="Calibri"/>
              </a:rPr>
              <a:t>, Maven</a:t>
            </a:r>
          </a:p>
        </p:txBody>
      </p:sp>
    </p:spTree>
    <p:extLst>
      <p:ext uri="{BB962C8B-B14F-4D97-AF65-F5344CB8AC3E}">
        <p14:creationId xmlns:p14="http://schemas.microsoft.com/office/powerpoint/2010/main" val="2716794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E89A5-4BC4-815C-9A8C-11680A8EA1D2}"/>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D67F4976-0D4D-990C-7601-E99ADCA34C0D}"/>
              </a:ext>
            </a:extLst>
          </p:cNvPr>
          <p:cNvSpPr txBox="1">
            <a:spLocks noGrp="1"/>
          </p:cNvSpPr>
          <p:nvPr>
            <p:ph type="sldNum" sz="quarter" idx="7"/>
          </p:nvPr>
        </p:nvSpPr>
        <p:spPr>
          <a:prstGeom prst="rect">
            <a:avLst/>
          </a:prstGeom>
        </p:spPr>
        <p:txBody>
          <a:bodyPr vert="horz" wrap="square" lIns="0" tIns="8255" rIns="0" bIns="0" rtlCol="0">
            <a:spAutoFit/>
          </a:bodyPr>
          <a:lstStyle/>
          <a:p>
            <a:pPr marL="80010" marR="0" lvl="0" indent="0" defTabSz="914400" eaLnBrk="1" fontAlgn="auto" latinLnBrk="0" hangingPunct="1">
              <a:lnSpc>
                <a:spcPct val="100000"/>
              </a:lnSpc>
              <a:spcBef>
                <a:spcPts val="65"/>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prstClr val="white"/>
                </a:solidFill>
                <a:effectLst/>
                <a:uLnTx/>
                <a:uFillTx/>
                <a:latin typeface="Calibri"/>
                <a:cs typeface="Calibri"/>
              </a:rPr>
              <a:pPr marL="80010" marR="0" lvl="0" indent="0" defTabSz="914400" eaLnBrk="1" fontAlgn="auto" latinLnBrk="0" hangingPunct="1">
                <a:lnSpc>
                  <a:spcPct val="100000"/>
                </a:lnSpc>
                <a:spcBef>
                  <a:spcPts val="65"/>
                </a:spcBef>
                <a:spcAft>
                  <a:spcPts val="0"/>
                </a:spcAft>
                <a:buClrTx/>
                <a:buSzTx/>
                <a:buFontTx/>
                <a:buNone/>
                <a:tabLst/>
                <a:defRPr/>
              </a:pPr>
              <a:t>43</a:t>
            </a:fld>
            <a:endParaRPr kumimoji="0" sz="1200" b="0" i="0" u="none" strike="noStrike" kern="0" cap="none" spc="-25" normalizeH="0" baseline="0" noProof="0" dirty="0">
              <a:ln>
                <a:noFill/>
              </a:ln>
              <a:solidFill>
                <a:prstClr val="white"/>
              </a:solidFill>
              <a:effectLst/>
              <a:uLnTx/>
              <a:uFillTx/>
              <a:latin typeface="Calibri"/>
              <a:cs typeface="Calibri"/>
            </a:endParaRPr>
          </a:p>
        </p:txBody>
      </p:sp>
      <p:sp>
        <p:nvSpPr>
          <p:cNvPr id="4" name="object 4">
            <a:extLst>
              <a:ext uri="{FF2B5EF4-FFF2-40B4-BE49-F238E27FC236}">
                <a16:creationId xmlns:a16="http://schemas.microsoft.com/office/drawing/2014/main" id="{271BACE7-A888-0395-4AD3-0FBDBA0C74EC}"/>
              </a:ext>
            </a:extLst>
          </p:cNvPr>
          <p:cNvSpPr txBox="1"/>
          <p:nvPr/>
        </p:nvSpPr>
        <p:spPr>
          <a:xfrm>
            <a:off x="466373"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400" b="1" i="0" u="none" strike="noStrike" kern="0" cap="none" spc="70" normalizeH="0" baseline="0" noProof="0" dirty="0">
                <a:ln>
                  <a:noFill/>
                </a:ln>
                <a:solidFill>
                  <a:srgbClr val="164052"/>
                </a:solidFill>
                <a:effectLst/>
                <a:uLnTx/>
                <a:uFillTx/>
                <a:latin typeface="Calibri"/>
                <a:cs typeface="Calibri"/>
              </a:rPr>
              <a:t>1</a:t>
            </a:r>
            <a:endParaRPr kumimoji="0" sz="2400" b="0" i="0" u="none" strike="noStrike" kern="0" cap="none" spc="0" normalizeH="0" baseline="0" noProof="0">
              <a:ln>
                <a:noFill/>
              </a:ln>
              <a:solidFill>
                <a:sysClr val="windowText" lastClr="000000"/>
              </a:solidFill>
              <a:effectLst/>
              <a:uLnTx/>
              <a:uFillTx/>
              <a:latin typeface="Calibri"/>
              <a:cs typeface="Calibri"/>
            </a:endParaRPr>
          </a:p>
        </p:txBody>
      </p:sp>
      <p:sp>
        <p:nvSpPr>
          <p:cNvPr id="5" name="object 5">
            <a:extLst>
              <a:ext uri="{FF2B5EF4-FFF2-40B4-BE49-F238E27FC236}">
                <a16:creationId xmlns:a16="http://schemas.microsoft.com/office/drawing/2014/main" id="{E498FCFB-868A-6F90-7573-B8CCCF921B5A}"/>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fr-FR" spc="-10" dirty="0"/>
              <a:t>Connexion à GitHub/</a:t>
            </a:r>
            <a:r>
              <a:rPr lang="fr-FR" spc="-10" dirty="0" err="1"/>
              <a:t>GitLab</a:t>
            </a:r>
            <a:endParaRPr spc="-10" dirty="0"/>
          </a:p>
        </p:txBody>
      </p:sp>
      <p:sp>
        <p:nvSpPr>
          <p:cNvPr id="11" name="TextBox 10">
            <a:extLst>
              <a:ext uri="{FF2B5EF4-FFF2-40B4-BE49-F238E27FC236}">
                <a16:creationId xmlns:a16="http://schemas.microsoft.com/office/drawing/2014/main" id="{F772CF9C-8768-B8F2-5B8C-DB3A67E56C4B}"/>
              </a:ext>
            </a:extLst>
          </p:cNvPr>
          <p:cNvSpPr txBox="1"/>
          <p:nvPr/>
        </p:nvSpPr>
        <p:spPr>
          <a:xfrm>
            <a:off x="1042110" y="801985"/>
            <a:ext cx="5822240" cy="461665"/>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2400" b="0" i="0" u="none" strike="noStrike" kern="0" cap="none" spc="0" normalizeH="0" baseline="0" noProof="0" dirty="0">
                <a:ln>
                  <a:noFill/>
                </a:ln>
                <a:solidFill>
                  <a:srgbClr val="164052"/>
                </a:solidFill>
                <a:effectLst/>
                <a:uLnTx/>
                <a:uFillTx/>
                <a:latin typeface="Calibri"/>
                <a:ea typeface="+mj-ea"/>
                <a:cs typeface="Calibri"/>
              </a:rPr>
              <a:t>Intégration avec Jenkins</a:t>
            </a:r>
            <a:endParaRPr kumimoji="0" lang="fr-FR" sz="1600" b="0" i="0" u="none" strike="noStrike" kern="0" cap="none" spc="0" normalizeH="0" baseline="0" noProof="0" dirty="0">
              <a:ln>
                <a:noFill/>
              </a:ln>
              <a:solidFill>
                <a:sysClr val="windowText" lastClr="000000"/>
              </a:solidFill>
              <a:effectLst/>
              <a:uLnTx/>
              <a:uFillTx/>
            </a:endParaRPr>
          </a:p>
        </p:txBody>
      </p:sp>
      <p:sp>
        <p:nvSpPr>
          <p:cNvPr id="3" name="TextBox 2">
            <a:extLst>
              <a:ext uri="{FF2B5EF4-FFF2-40B4-BE49-F238E27FC236}">
                <a16:creationId xmlns:a16="http://schemas.microsoft.com/office/drawing/2014/main" id="{BE0B7279-A2C1-3ED8-CB8E-7BD9A4456AC5}"/>
              </a:ext>
            </a:extLst>
          </p:cNvPr>
          <p:cNvSpPr txBox="1"/>
          <p:nvPr/>
        </p:nvSpPr>
        <p:spPr>
          <a:xfrm>
            <a:off x="615950" y="1416050"/>
            <a:ext cx="9912350" cy="5509200"/>
          </a:xfrm>
          <a:prstGeom prst="rect">
            <a:avLst/>
          </a:prstGeom>
          <a:noFill/>
        </p:spPr>
        <p:txBody>
          <a:bodyPr wrap="square">
            <a:spAutoFit/>
          </a:bodyPr>
          <a:lstStyle/>
          <a:p>
            <a:pPr marL="457200" marR="0" lvl="0" indent="-457200" defTabSz="914400" eaLnBrk="1" fontAlgn="auto" latinLnBrk="0" hangingPunct="1">
              <a:lnSpc>
                <a:spcPct val="150000"/>
              </a:lnSpc>
              <a:spcBef>
                <a:spcPts val="0"/>
              </a:spcBef>
              <a:spcAft>
                <a:spcPts val="0"/>
              </a:spcAft>
              <a:buClrTx/>
              <a:buSzTx/>
              <a:buFont typeface="+mj-lt"/>
              <a:buAutoNum type="arabicPeriod"/>
              <a:tabLst/>
              <a:defRPr/>
            </a:pPr>
            <a:r>
              <a:rPr kumimoji="0" lang="fr-FR" sz="2200" b="0" i="0" u="none" strike="noStrike" kern="0" cap="none" spc="0" normalizeH="0" baseline="0" noProof="0" dirty="0">
                <a:ln>
                  <a:noFill/>
                </a:ln>
                <a:solidFill>
                  <a:sysClr val="windowText" lastClr="000000"/>
                </a:solidFill>
                <a:effectLst/>
                <a:uLnTx/>
                <a:uFillTx/>
                <a:latin typeface="Calibri"/>
              </a:rPr>
              <a:t>Installer le plugin Git pour Jenkins</a:t>
            </a:r>
          </a:p>
          <a:p>
            <a:pPr marL="457200" marR="0" lvl="0" indent="-457200" defTabSz="914400" eaLnBrk="1" fontAlgn="auto" latinLnBrk="0" hangingPunct="1">
              <a:lnSpc>
                <a:spcPct val="150000"/>
              </a:lnSpc>
              <a:spcBef>
                <a:spcPts val="0"/>
              </a:spcBef>
              <a:spcAft>
                <a:spcPts val="0"/>
              </a:spcAft>
              <a:buClrTx/>
              <a:buSzTx/>
              <a:buFont typeface="+mj-lt"/>
              <a:buAutoNum type="arabicPeriod"/>
              <a:tabLst/>
              <a:defRPr/>
            </a:pPr>
            <a:r>
              <a:rPr kumimoji="0" lang="fr-FR" sz="2200" b="0" i="0" u="none" strike="noStrike" kern="0" cap="none" spc="0" normalizeH="0" baseline="0" noProof="0" dirty="0">
                <a:ln>
                  <a:noFill/>
                </a:ln>
                <a:solidFill>
                  <a:sysClr val="windowText" lastClr="000000"/>
                </a:solidFill>
                <a:effectLst/>
                <a:uLnTx/>
                <a:uFillTx/>
                <a:latin typeface="Calibri"/>
              </a:rPr>
              <a:t>Ajouter les </a:t>
            </a:r>
            <a:r>
              <a:rPr kumimoji="0" lang="fr-FR" sz="2200" b="0" i="0" u="none" strike="noStrike" kern="0" cap="none" spc="0" normalizeH="0" baseline="0" noProof="0" dirty="0" err="1">
                <a:ln>
                  <a:noFill/>
                </a:ln>
                <a:solidFill>
                  <a:sysClr val="windowText" lastClr="000000"/>
                </a:solidFill>
                <a:effectLst/>
                <a:uLnTx/>
                <a:uFillTx/>
                <a:latin typeface="Calibri"/>
              </a:rPr>
              <a:t>credentials</a:t>
            </a:r>
            <a:r>
              <a:rPr kumimoji="0" lang="fr-FR" sz="2200" b="0" i="0" u="none" strike="noStrike" kern="0" cap="none" spc="0" normalizeH="0" baseline="0" noProof="0" dirty="0">
                <a:ln>
                  <a:noFill/>
                </a:ln>
                <a:solidFill>
                  <a:sysClr val="windowText" lastClr="000000"/>
                </a:solidFill>
                <a:effectLst/>
                <a:uLnTx/>
                <a:uFillTx/>
                <a:latin typeface="Calibri"/>
              </a:rPr>
              <a:t> GitHub/</a:t>
            </a:r>
            <a:r>
              <a:rPr kumimoji="0" lang="fr-FR" sz="2200" b="0" i="0" u="none" strike="noStrike" kern="0" cap="none" spc="0" normalizeH="0" baseline="0" noProof="0" dirty="0" err="1">
                <a:ln>
                  <a:noFill/>
                </a:ln>
                <a:solidFill>
                  <a:sysClr val="windowText" lastClr="000000"/>
                </a:solidFill>
                <a:effectLst/>
                <a:uLnTx/>
                <a:uFillTx/>
                <a:latin typeface="Calibri"/>
              </a:rPr>
              <a:t>GitLab</a:t>
            </a:r>
            <a:r>
              <a:rPr kumimoji="0" lang="fr-FR" sz="2200" b="0" i="0" u="none" strike="noStrike" kern="0" cap="none" spc="0" normalizeH="0" baseline="0" noProof="0" dirty="0">
                <a:ln>
                  <a:noFill/>
                </a:ln>
                <a:solidFill>
                  <a:sysClr val="windowText" lastClr="000000"/>
                </a:solidFill>
                <a:effectLst/>
                <a:uLnTx/>
                <a:uFillTx/>
                <a:latin typeface="Calibri"/>
              </a:rPr>
              <a:t> dans Jenkins</a:t>
            </a:r>
          </a:p>
          <a:p>
            <a:pPr marL="457200" marR="0" lvl="0" indent="-457200" defTabSz="914400" eaLnBrk="1" fontAlgn="auto" latinLnBrk="0" hangingPunct="1">
              <a:lnSpc>
                <a:spcPct val="150000"/>
              </a:lnSpc>
              <a:spcBef>
                <a:spcPts val="0"/>
              </a:spcBef>
              <a:spcAft>
                <a:spcPts val="0"/>
              </a:spcAft>
              <a:buClrTx/>
              <a:buSzTx/>
              <a:buFont typeface="+mj-lt"/>
              <a:buAutoNum type="arabicPeriod"/>
              <a:tabLst/>
              <a:defRPr/>
            </a:pPr>
            <a:r>
              <a:rPr kumimoji="0" lang="fr-FR" sz="2200" b="0" i="0" u="none" strike="noStrike" kern="0" cap="none" spc="0" normalizeH="0" baseline="0" noProof="0" dirty="0">
                <a:ln>
                  <a:noFill/>
                </a:ln>
                <a:solidFill>
                  <a:sysClr val="windowText" lastClr="000000"/>
                </a:solidFill>
                <a:effectLst/>
                <a:uLnTx/>
                <a:uFillTx/>
                <a:latin typeface="Calibri"/>
              </a:rPr>
              <a:t>Configurer le repository dans un job Jenkins</a:t>
            </a:r>
          </a:p>
          <a:p>
            <a:pPr marR="0" lvl="0" defTabSz="914400" eaLnBrk="1" fontAlgn="auto" latinLnBrk="0" hangingPunct="1">
              <a:lnSpc>
                <a:spcPct val="150000"/>
              </a:lnSpc>
              <a:spcBef>
                <a:spcPts val="0"/>
              </a:spcBef>
              <a:spcAft>
                <a:spcPts val="0"/>
              </a:spcAft>
              <a:buClrTx/>
              <a:buSzTx/>
              <a:tabLst/>
              <a:defRPr/>
            </a:pPr>
            <a:r>
              <a:rPr kumimoji="0" lang="fr-FR" sz="2200" b="1" i="0" u="none" strike="noStrike" kern="0" cap="none" spc="0" normalizeH="0" baseline="0" noProof="0" dirty="0">
                <a:ln>
                  <a:noFill/>
                </a:ln>
                <a:solidFill>
                  <a:sysClr val="windowText" lastClr="000000"/>
                </a:solidFill>
                <a:effectLst/>
                <a:uLnTx/>
                <a:uFillTx/>
                <a:latin typeface="Calibri"/>
              </a:rPr>
              <a:t>Exemple de configuration (Pipeline </a:t>
            </a:r>
            <a:r>
              <a:rPr kumimoji="0" lang="fr-FR" sz="2200" b="1" i="0" u="none" strike="noStrike" kern="0" cap="none" spc="0" normalizeH="0" baseline="0" noProof="0" dirty="0" err="1">
                <a:ln>
                  <a:noFill/>
                </a:ln>
                <a:solidFill>
                  <a:sysClr val="windowText" lastClr="000000"/>
                </a:solidFill>
                <a:effectLst/>
                <a:uLnTx/>
                <a:uFillTx/>
                <a:latin typeface="Calibri"/>
              </a:rPr>
              <a:t>declarative</a:t>
            </a:r>
            <a:r>
              <a:rPr kumimoji="0" lang="fr-FR" sz="2200" b="1" i="0" u="none" strike="noStrike" kern="0" cap="none" spc="0" normalizeH="0" baseline="0" noProof="0" dirty="0">
                <a:ln>
                  <a:noFill/>
                </a:ln>
                <a:solidFill>
                  <a:sysClr val="windowText" lastClr="000000"/>
                </a:solidFill>
                <a:effectLst/>
                <a:uLnTx/>
                <a:uFillTx/>
                <a:latin typeface="Calibri"/>
              </a:rPr>
              <a:t>)</a:t>
            </a:r>
          </a:p>
          <a:p>
            <a:pPr marR="0" lvl="0" defTabSz="914400" eaLnBrk="1" fontAlgn="auto" latinLnBrk="0" hangingPunct="1">
              <a:spcBef>
                <a:spcPts val="0"/>
              </a:spcBef>
              <a:spcAft>
                <a:spcPts val="0"/>
              </a:spcAft>
              <a:buClrTx/>
              <a:buSzTx/>
              <a:tabLst/>
              <a:defRPr/>
            </a:pPr>
            <a:r>
              <a:rPr kumimoji="0" lang="fr-FR" sz="2200" i="0" u="none" strike="noStrike" kern="0" cap="none" spc="0" normalizeH="0" baseline="0" noProof="0" dirty="0">
                <a:ln>
                  <a:noFill/>
                </a:ln>
                <a:solidFill>
                  <a:sysClr val="windowText" lastClr="000000"/>
                </a:solidFill>
                <a:effectLst/>
                <a:highlight>
                  <a:srgbClr val="C0C0C0"/>
                </a:highlight>
                <a:uLnTx/>
                <a:uFillTx/>
                <a:latin typeface="+mj-lt"/>
              </a:rPr>
              <a:t>pipeline {</a:t>
            </a:r>
          </a:p>
          <a:p>
            <a:pPr marR="0" lvl="0" defTabSz="914400" eaLnBrk="1" fontAlgn="auto" latinLnBrk="0" hangingPunct="1">
              <a:spcBef>
                <a:spcPts val="0"/>
              </a:spcBef>
              <a:spcAft>
                <a:spcPts val="0"/>
              </a:spcAft>
              <a:buClrTx/>
              <a:buSzTx/>
              <a:tabLst/>
              <a:defRPr/>
            </a:pPr>
            <a:r>
              <a:rPr kumimoji="0" lang="fr-FR" sz="2200" i="0" u="none" strike="noStrike" kern="0" cap="none" spc="0" normalizeH="0" baseline="0" noProof="0" dirty="0">
                <a:ln>
                  <a:noFill/>
                </a:ln>
                <a:solidFill>
                  <a:sysClr val="windowText" lastClr="000000"/>
                </a:solidFill>
                <a:effectLst/>
                <a:highlight>
                  <a:srgbClr val="C0C0C0"/>
                </a:highlight>
                <a:uLnTx/>
                <a:uFillTx/>
                <a:latin typeface="+mj-lt"/>
              </a:rPr>
              <a:t>    agent </a:t>
            </a:r>
            <a:r>
              <a:rPr kumimoji="0" lang="fr-FR" sz="2200" i="0" u="none" strike="noStrike" kern="0" cap="none" spc="0" normalizeH="0" baseline="0" noProof="0" dirty="0" err="1">
                <a:ln>
                  <a:noFill/>
                </a:ln>
                <a:solidFill>
                  <a:sysClr val="windowText" lastClr="000000"/>
                </a:solidFill>
                <a:effectLst/>
                <a:highlight>
                  <a:srgbClr val="C0C0C0"/>
                </a:highlight>
                <a:uLnTx/>
                <a:uFillTx/>
                <a:latin typeface="+mj-lt"/>
              </a:rPr>
              <a:t>any</a:t>
            </a:r>
            <a:endParaRPr kumimoji="0" lang="fr-FR" sz="2200" i="0" u="none" strike="noStrike" kern="0" cap="none" spc="0" normalizeH="0" baseline="0" noProof="0" dirty="0">
              <a:ln>
                <a:noFill/>
              </a:ln>
              <a:solidFill>
                <a:sysClr val="windowText" lastClr="000000"/>
              </a:solidFill>
              <a:effectLst/>
              <a:highlight>
                <a:srgbClr val="C0C0C0"/>
              </a:highlight>
              <a:uLnTx/>
              <a:uFillTx/>
              <a:latin typeface="+mj-lt"/>
            </a:endParaRPr>
          </a:p>
          <a:p>
            <a:pPr marR="0" lvl="0" defTabSz="914400" eaLnBrk="1" fontAlgn="auto" latinLnBrk="0" hangingPunct="1">
              <a:spcBef>
                <a:spcPts val="0"/>
              </a:spcBef>
              <a:spcAft>
                <a:spcPts val="0"/>
              </a:spcAft>
              <a:buClrTx/>
              <a:buSzTx/>
              <a:tabLst/>
              <a:defRPr/>
            </a:pPr>
            <a:r>
              <a:rPr kumimoji="0" lang="fr-FR" sz="2200" i="0" u="none" strike="noStrike" kern="0" cap="none" spc="0" normalizeH="0" baseline="0" noProof="0" dirty="0">
                <a:ln>
                  <a:noFill/>
                </a:ln>
                <a:solidFill>
                  <a:sysClr val="windowText" lastClr="000000"/>
                </a:solidFill>
                <a:effectLst/>
                <a:highlight>
                  <a:srgbClr val="C0C0C0"/>
                </a:highlight>
                <a:uLnTx/>
                <a:uFillTx/>
                <a:latin typeface="+mj-lt"/>
              </a:rPr>
              <a:t>    stages {</a:t>
            </a:r>
          </a:p>
          <a:p>
            <a:pPr marR="0" lvl="0" defTabSz="914400" eaLnBrk="1" fontAlgn="auto" latinLnBrk="0" hangingPunct="1">
              <a:spcBef>
                <a:spcPts val="0"/>
              </a:spcBef>
              <a:spcAft>
                <a:spcPts val="0"/>
              </a:spcAft>
              <a:buClrTx/>
              <a:buSzTx/>
              <a:tabLst/>
              <a:defRPr/>
            </a:pPr>
            <a:r>
              <a:rPr kumimoji="0" lang="fr-FR" sz="2200" i="0" u="none" strike="noStrike" kern="0" cap="none" spc="0" normalizeH="0" baseline="0" noProof="0" dirty="0">
                <a:ln>
                  <a:noFill/>
                </a:ln>
                <a:solidFill>
                  <a:sysClr val="windowText" lastClr="000000"/>
                </a:solidFill>
                <a:effectLst/>
                <a:highlight>
                  <a:srgbClr val="C0C0C0"/>
                </a:highlight>
                <a:uLnTx/>
                <a:uFillTx/>
                <a:latin typeface="+mj-lt"/>
              </a:rPr>
              <a:t>        stage('</a:t>
            </a:r>
            <a:r>
              <a:rPr kumimoji="0" lang="fr-FR" sz="2200" i="0" u="none" strike="noStrike" kern="0" cap="none" spc="0" normalizeH="0" baseline="0" noProof="0" dirty="0" err="1">
                <a:ln>
                  <a:noFill/>
                </a:ln>
                <a:solidFill>
                  <a:sysClr val="windowText" lastClr="000000"/>
                </a:solidFill>
                <a:effectLst/>
                <a:highlight>
                  <a:srgbClr val="C0C0C0"/>
                </a:highlight>
                <a:uLnTx/>
                <a:uFillTx/>
                <a:latin typeface="+mj-lt"/>
              </a:rPr>
              <a:t>Checkout</a:t>
            </a:r>
            <a:r>
              <a:rPr kumimoji="0" lang="fr-FR" sz="2200" i="0" u="none" strike="noStrike" kern="0" cap="none" spc="0" normalizeH="0" baseline="0" noProof="0" dirty="0">
                <a:ln>
                  <a:noFill/>
                </a:ln>
                <a:solidFill>
                  <a:sysClr val="windowText" lastClr="000000"/>
                </a:solidFill>
                <a:effectLst/>
                <a:highlight>
                  <a:srgbClr val="C0C0C0"/>
                </a:highlight>
                <a:uLnTx/>
                <a:uFillTx/>
                <a:latin typeface="+mj-lt"/>
              </a:rPr>
              <a:t>’) {</a:t>
            </a:r>
          </a:p>
          <a:p>
            <a:pPr marR="0" lvl="0" defTabSz="914400" eaLnBrk="1" fontAlgn="auto" latinLnBrk="0" hangingPunct="1">
              <a:spcBef>
                <a:spcPts val="0"/>
              </a:spcBef>
              <a:spcAft>
                <a:spcPts val="0"/>
              </a:spcAft>
              <a:buClrTx/>
              <a:buSzTx/>
              <a:tabLst/>
              <a:defRPr/>
            </a:pPr>
            <a:r>
              <a:rPr kumimoji="0" lang="fr-FR" sz="2200" i="0" u="none" strike="noStrike" kern="0" cap="none" spc="0" normalizeH="0" baseline="0" noProof="0" dirty="0">
                <a:ln>
                  <a:noFill/>
                </a:ln>
                <a:solidFill>
                  <a:sysClr val="windowText" lastClr="000000"/>
                </a:solidFill>
                <a:effectLst/>
                <a:highlight>
                  <a:srgbClr val="C0C0C0"/>
                </a:highlight>
                <a:uLnTx/>
                <a:uFillTx/>
                <a:latin typeface="+mj-lt"/>
              </a:rPr>
              <a:t>            </a:t>
            </a:r>
            <a:r>
              <a:rPr kumimoji="0" lang="fr-FR" sz="2200" i="0" u="none" strike="noStrike" kern="0" cap="none" spc="0" normalizeH="0" baseline="0" noProof="0" dirty="0" err="1">
                <a:ln>
                  <a:noFill/>
                </a:ln>
                <a:solidFill>
                  <a:sysClr val="windowText" lastClr="000000"/>
                </a:solidFill>
                <a:effectLst/>
                <a:highlight>
                  <a:srgbClr val="C0C0C0"/>
                </a:highlight>
                <a:uLnTx/>
                <a:uFillTx/>
                <a:latin typeface="+mj-lt"/>
              </a:rPr>
              <a:t>steps</a:t>
            </a:r>
            <a:r>
              <a:rPr kumimoji="0" lang="fr-FR" sz="2200" i="0" u="none" strike="noStrike" kern="0" cap="none" spc="0" normalizeH="0" baseline="0" noProof="0" dirty="0">
                <a:ln>
                  <a:noFill/>
                </a:ln>
                <a:solidFill>
                  <a:sysClr val="windowText" lastClr="000000"/>
                </a:solidFill>
                <a:effectLst/>
                <a:highlight>
                  <a:srgbClr val="C0C0C0"/>
                </a:highlight>
                <a:uLnTx/>
                <a:uFillTx/>
                <a:latin typeface="+mj-lt"/>
              </a:rPr>
              <a:t> { </a:t>
            </a:r>
          </a:p>
          <a:p>
            <a:pPr marR="0" lvl="0" defTabSz="914400" eaLnBrk="1" fontAlgn="auto" latinLnBrk="0" hangingPunct="1">
              <a:spcBef>
                <a:spcPts val="0"/>
              </a:spcBef>
              <a:spcAft>
                <a:spcPts val="0"/>
              </a:spcAft>
              <a:buClrTx/>
              <a:buSzTx/>
              <a:tabLst/>
              <a:defRPr/>
            </a:pPr>
            <a:r>
              <a:rPr kumimoji="0" lang="fr-FR" sz="2200" i="0" u="none" strike="noStrike" kern="0" cap="none" spc="0" normalizeH="0" baseline="0" noProof="0" dirty="0">
                <a:ln>
                  <a:noFill/>
                </a:ln>
                <a:solidFill>
                  <a:sysClr val="windowText" lastClr="000000"/>
                </a:solidFill>
                <a:effectLst/>
                <a:highlight>
                  <a:srgbClr val="C0C0C0"/>
                </a:highlight>
                <a:uLnTx/>
                <a:uFillTx/>
                <a:latin typeface="+mj-lt"/>
              </a:rPr>
              <a:t>               git </a:t>
            </a:r>
            <a:r>
              <a:rPr kumimoji="0" lang="fr-FR" sz="2200" i="0" u="none" strike="noStrike" kern="0" cap="none" spc="0" normalizeH="0" baseline="0" noProof="0" dirty="0" err="1">
                <a:ln>
                  <a:noFill/>
                </a:ln>
                <a:solidFill>
                  <a:sysClr val="windowText" lastClr="000000"/>
                </a:solidFill>
                <a:effectLst/>
                <a:highlight>
                  <a:srgbClr val="C0C0C0"/>
                </a:highlight>
                <a:uLnTx/>
                <a:uFillTx/>
                <a:latin typeface="+mj-lt"/>
              </a:rPr>
              <a:t>branch</a:t>
            </a:r>
            <a:r>
              <a:rPr kumimoji="0" lang="fr-FR" sz="2200" i="0" u="none" strike="noStrike" kern="0" cap="none" spc="0" normalizeH="0" baseline="0" noProof="0" dirty="0">
                <a:ln>
                  <a:noFill/>
                </a:ln>
                <a:solidFill>
                  <a:sysClr val="windowText" lastClr="000000"/>
                </a:solidFill>
                <a:effectLst/>
                <a:highlight>
                  <a:srgbClr val="C0C0C0"/>
                </a:highlight>
                <a:uLnTx/>
                <a:uFillTx/>
                <a:latin typeface="+mj-lt"/>
              </a:rPr>
              <a:t>: 'main', url: 'https://github.com/user/</a:t>
            </a:r>
            <a:r>
              <a:rPr kumimoji="0" lang="fr-FR" sz="2200" i="0" u="none" strike="noStrike" kern="0" cap="none" spc="0" normalizeH="0" baseline="0" noProof="0" dirty="0" err="1">
                <a:ln>
                  <a:noFill/>
                </a:ln>
                <a:solidFill>
                  <a:sysClr val="windowText" lastClr="000000"/>
                </a:solidFill>
                <a:effectLst/>
                <a:highlight>
                  <a:srgbClr val="C0C0C0"/>
                </a:highlight>
                <a:uLnTx/>
                <a:uFillTx/>
                <a:latin typeface="+mj-lt"/>
              </a:rPr>
              <a:t>repository.git</a:t>
            </a:r>
            <a:r>
              <a:rPr kumimoji="0" lang="fr-FR" sz="2200" i="0" u="none" strike="noStrike" kern="0" cap="none" spc="0" normalizeH="0" baseline="0" noProof="0" dirty="0">
                <a:ln>
                  <a:noFill/>
                </a:ln>
                <a:solidFill>
                  <a:sysClr val="windowText" lastClr="000000"/>
                </a:solidFill>
                <a:effectLst/>
                <a:highlight>
                  <a:srgbClr val="C0C0C0"/>
                </a:highlight>
                <a:uLnTx/>
                <a:uFillTx/>
                <a:latin typeface="+mj-lt"/>
              </a:rPr>
              <a:t>’</a:t>
            </a:r>
          </a:p>
          <a:p>
            <a:pPr marR="0" lvl="0" defTabSz="914400" eaLnBrk="1" fontAlgn="auto" latinLnBrk="0" hangingPunct="1">
              <a:spcBef>
                <a:spcPts val="0"/>
              </a:spcBef>
              <a:spcAft>
                <a:spcPts val="0"/>
              </a:spcAft>
              <a:buClrTx/>
              <a:buSzTx/>
              <a:tabLst/>
              <a:defRPr/>
            </a:pPr>
            <a:r>
              <a:rPr kumimoji="0" lang="fr-FR" sz="2200" i="0" u="none" strike="noStrike" kern="0" cap="none" spc="0" normalizeH="0" baseline="0" noProof="0" dirty="0">
                <a:ln>
                  <a:noFill/>
                </a:ln>
                <a:solidFill>
                  <a:sysClr val="windowText" lastClr="000000"/>
                </a:solidFill>
                <a:effectLst/>
                <a:highlight>
                  <a:srgbClr val="C0C0C0"/>
                </a:highlight>
                <a:uLnTx/>
                <a:uFillTx/>
                <a:latin typeface="+mj-lt"/>
              </a:rPr>
              <a:t>            }</a:t>
            </a:r>
          </a:p>
          <a:p>
            <a:pPr marR="0" lvl="0" defTabSz="914400" eaLnBrk="1" fontAlgn="auto" latinLnBrk="0" hangingPunct="1">
              <a:spcBef>
                <a:spcPts val="0"/>
              </a:spcBef>
              <a:spcAft>
                <a:spcPts val="0"/>
              </a:spcAft>
              <a:buClrTx/>
              <a:buSzTx/>
              <a:tabLst/>
              <a:defRPr/>
            </a:pPr>
            <a:r>
              <a:rPr kumimoji="0" lang="fr-FR" sz="2200" i="0" u="none" strike="noStrike" kern="0" cap="none" spc="0" normalizeH="0" baseline="0" noProof="0" dirty="0">
                <a:ln>
                  <a:noFill/>
                </a:ln>
                <a:solidFill>
                  <a:sysClr val="windowText" lastClr="000000"/>
                </a:solidFill>
                <a:effectLst/>
                <a:highlight>
                  <a:srgbClr val="C0C0C0"/>
                </a:highlight>
                <a:uLnTx/>
                <a:uFillTx/>
                <a:latin typeface="+mj-lt"/>
              </a:rPr>
              <a:t>        } </a:t>
            </a:r>
          </a:p>
          <a:p>
            <a:pPr marR="0" lvl="0" defTabSz="914400" eaLnBrk="1" fontAlgn="auto" latinLnBrk="0" hangingPunct="1">
              <a:spcBef>
                <a:spcPts val="0"/>
              </a:spcBef>
              <a:spcAft>
                <a:spcPts val="0"/>
              </a:spcAft>
              <a:buClrTx/>
              <a:buSzTx/>
              <a:tabLst/>
              <a:defRPr/>
            </a:pPr>
            <a:r>
              <a:rPr kumimoji="0" lang="fr-FR" sz="2200" i="0" u="none" strike="noStrike" kern="0" cap="none" spc="0" normalizeH="0" baseline="0" noProof="0" dirty="0">
                <a:ln>
                  <a:noFill/>
                </a:ln>
                <a:solidFill>
                  <a:sysClr val="windowText" lastClr="000000"/>
                </a:solidFill>
                <a:effectLst/>
                <a:highlight>
                  <a:srgbClr val="C0C0C0"/>
                </a:highlight>
                <a:uLnTx/>
                <a:uFillTx/>
                <a:latin typeface="+mj-lt"/>
              </a:rPr>
              <a:t>   }</a:t>
            </a:r>
          </a:p>
          <a:p>
            <a:pPr marR="0" lvl="0" defTabSz="914400" eaLnBrk="1" fontAlgn="auto" latinLnBrk="0" hangingPunct="1">
              <a:spcBef>
                <a:spcPts val="0"/>
              </a:spcBef>
              <a:spcAft>
                <a:spcPts val="0"/>
              </a:spcAft>
              <a:buClrTx/>
              <a:buSzTx/>
              <a:tabLst/>
              <a:defRPr/>
            </a:pPr>
            <a:r>
              <a:rPr kumimoji="0" lang="fr-FR" sz="2200" i="0" u="none" strike="noStrike" kern="0" cap="none" spc="0" normalizeH="0" baseline="0" noProof="0" dirty="0">
                <a:ln>
                  <a:noFill/>
                </a:ln>
                <a:solidFill>
                  <a:sysClr val="windowText" lastClr="000000"/>
                </a:solidFill>
                <a:effectLst/>
                <a:highlight>
                  <a:srgbClr val="C0C0C0"/>
                </a:highlight>
                <a:uLnTx/>
                <a:uFillTx/>
                <a:latin typeface="+mj-lt"/>
              </a:rPr>
              <a:t>}</a:t>
            </a:r>
          </a:p>
        </p:txBody>
      </p:sp>
    </p:spTree>
    <p:extLst>
      <p:ext uri="{BB962C8B-B14F-4D97-AF65-F5344CB8AC3E}">
        <p14:creationId xmlns:p14="http://schemas.microsoft.com/office/powerpoint/2010/main" val="39281617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E2122-ADF8-CE77-C9F0-46BD7442C6F7}"/>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39F10B3C-EE1E-8ACB-A781-AEB047B881E5}"/>
              </a:ext>
            </a:extLst>
          </p:cNvPr>
          <p:cNvSpPr txBox="1">
            <a:spLocks noGrp="1"/>
          </p:cNvSpPr>
          <p:nvPr>
            <p:ph type="sldNum" sz="quarter" idx="7"/>
          </p:nvPr>
        </p:nvSpPr>
        <p:spPr>
          <a:prstGeom prst="rect">
            <a:avLst/>
          </a:prstGeom>
        </p:spPr>
        <p:txBody>
          <a:bodyPr vert="horz" wrap="square" lIns="0" tIns="8255" rIns="0" bIns="0" rtlCol="0">
            <a:spAutoFit/>
          </a:bodyPr>
          <a:lstStyle/>
          <a:p>
            <a:pPr marL="80010" marR="0" lvl="0" indent="0" defTabSz="914400" eaLnBrk="1" fontAlgn="auto" latinLnBrk="0" hangingPunct="1">
              <a:lnSpc>
                <a:spcPct val="100000"/>
              </a:lnSpc>
              <a:spcBef>
                <a:spcPts val="65"/>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prstClr val="white"/>
                </a:solidFill>
                <a:effectLst/>
                <a:uLnTx/>
                <a:uFillTx/>
                <a:latin typeface="Calibri"/>
                <a:cs typeface="Calibri"/>
              </a:rPr>
              <a:pPr marL="80010" marR="0" lvl="0" indent="0" defTabSz="914400" eaLnBrk="1" fontAlgn="auto" latinLnBrk="0" hangingPunct="1">
                <a:lnSpc>
                  <a:spcPct val="100000"/>
                </a:lnSpc>
                <a:spcBef>
                  <a:spcPts val="65"/>
                </a:spcBef>
                <a:spcAft>
                  <a:spcPts val="0"/>
                </a:spcAft>
                <a:buClrTx/>
                <a:buSzTx/>
                <a:buFontTx/>
                <a:buNone/>
                <a:tabLst/>
                <a:defRPr/>
              </a:pPr>
              <a:t>44</a:t>
            </a:fld>
            <a:endParaRPr kumimoji="0" sz="1200" b="0" i="0" u="none" strike="noStrike" kern="0" cap="none" spc="-25" normalizeH="0" baseline="0" noProof="0" dirty="0">
              <a:ln>
                <a:noFill/>
              </a:ln>
              <a:solidFill>
                <a:prstClr val="white"/>
              </a:solidFill>
              <a:effectLst/>
              <a:uLnTx/>
              <a:uFillTx/>
              <a:latin typeface="Calibri"/>
              <a:cs typeface="Calibri"/>
            </a:endParaRPr>
          </a:p>
        </p:txBody>
      </p:sp>
      <p:sp>
        <p:nvSpPr>
          <p:cNvPr id="4" name="object 4">
            <a:extLst>
              <a:ext uri="{FF2B5EF4-FFF2-40B4-BE49-F238E27FC236}">
                <a16:creationId xmlns:a16="http://schemas.microsoft.com/office/drawing/2014/main" id="{BCC4610E-7B13-BFE1-6F5A-5AD038F8137D}"/>
              </a:ext>
            </a:extLst>
          </p:cNvPr>
          <p:cNvSpPr txBox="1"/>
          <p:nvPr/>
        </p:nvSpPr>
        <p:spPr>
          <a:xfrm>
            <a:off x="466373"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b="1" spc="70" dirty="0">
                <a:solidFill>
                  <a:srgbClr val="164052"/>
                </a:solidFill>
                <a:latin typeface="Calibri"/>
                <a:cs typeface="Calibri"/>
              </a:rPr>
              <a:t>2</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5" name="object 5">
            <a:extLst>
              <a:ext uri="{FF2B5EF4-FFF2-40B4-BE49-F238E27FC236}">
                <a16:creationId xmlns:a16="http://schemas.microsoft.com/office/drawing/2014/main" id="{8A6E60B8-DC92-18EE-15E1-7BDB646A2F18}"/>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fr-FR" spc="-10" dirty="0"/>
              <a:t>Gestion des branches et Pull </a:t>
            </a:r>
            <a:r>
              <a:rPr lang="fr-FR" spc="-10" dirty="0" err="1"/>
              <a:t>Requests</a:t>
            </a:r>
            <a:endParaRPr spc="-10" dirty="0"/>
          </a:p>
        </p:txBody>
      </p:sp>
      <p:sp>
        <p:nvSpPr>
          <p:cNvPr id="3" name="TextBox 2">
            <a:extLst>
              <a:ext uri="{FF2B5EF4-FFF2-40B4-BE49-F238E27FC236}">
                <a16:creationId xmlns:a16="http://schemas.microsoft.com/office/drawing/2014/main" id="{9264352F-4518-3AD6-C117-923C6A96E9EE}"/>
              </a:ext>
            </a:extLst>
          </p:cNvPr>
          <p:cNvSpPr txBox="1"/>
          <p:nvPr/>
        </p:nvSpPr>
        <p:spPr>
          <a:xfrm>
            <a:off x="615950" y="1111250"/>
            <a:ext cx="9912350" cy="5118196"/>
          </a:xfrm>
          <a:prstGeom prst="rect">
            <a:avLst/>
          </a:prstGeom>
          <a:noFill/>
        </p:spPr>
        <p:txBody>
          <a:bodyPr wrap="square">
            <a:spAutoFit/>
          </a:bodyPr>
          <a:lstStyle/>
          <a:p>
            <a:pPr marR="0" lvl="0" defTabSz="914400" eaLnBrk="1" fontAlgn="auto" latinLnBrk="0" hangingPunct="1">
              <a:lnSpc>
                <a:spcPct val="150000"/>
              </a:lnSpc>
              <a:spcBef>
                <a:spcPts val="0"/>
              </a:spcBef>
              <a:spcAft>
                <a:spcPts val="0"/>
              </a:spcAft>
              <a:buClrTx/>
              <a:buSzTx/>
              <a:tabLst/>
              <a:defRPr/>
            </a:pPr>
            <a:r>
              <a:rPr kumimoji="0" lang="fr-FR" sz="2200" b="1" i="0" u="none" strike="noStrike" kern="0" cap="none" spc="0" normalizeH="0" baseline="0" noProof="0" dirty="0">
                <a:ln>
                  <a:noFill/>
                </a:ln>
                <a:solidFill>
                  <a:sysClr val="windowText" lastClr="000000"/>
                </a:solidFill>
                <a:effectLst/>
                <a:uLnTx/>
                <a:uFillTx/>
                <a:latin typeface="Calibri"/>
              </a:rPr>
              <a:t>Stratégies de branches</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mj-lt"/>
              </a:rPr>
              <a:t>Main / Master : version stable</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err="1">
                <a:ln>
                  <a:noFill/>
                </a:ln>
                <a:solidFill>
                  <a:sysClr val="windowText" lastClr="000000"/>
                </a:solidFill>
                <a:effectLst/>
                <a:uLnTx/>
                <a:uFillTx/>
                <a:latin typeface="+mj-lt"/>
              </a:rPr>
              <a:t>Develop</a:t>
            </a:r>
            <a:r>
              <a:rPr kumimoji="0" lang="fr-FR" sz="2200" i="0" u="none" strike="noStrike" kern="0" cap="none" spc="0" normalizeH="0" baseline="0" noProof="0" dirty="0">
                <a:ln>
                  <a:noFill/>
                </a:ln>
                <a:solidFill>
                  <a:sysClr val="windowText" lastClr="000000"/>
                </a:solidFill>
                <a:effectLst/>
                <a:uLnTx/>
                <a:uFillTx/>
                <a:latin typeface="+mj-lt"/>
              </a:rPr>
              <a:t> : intégration continue</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err="1">
                <a:ln>
                  <a:noFill/>
                </a:ln>
                <a:solidFill>
                  <a:sysClr val="windowText" lastClr="000000"/>
                </a:solidFill>
                <a:effectLst/>
                <a:uLnTx/>
                <a:uFillTx/>
                <a:latin typeface="+mj-lt"/>
              </a:rPr>
              <a:t>Feature</a:t>
            </a:r>
            <a:r>
              <a:rPr kumimoji="0" lang="fr-FR" sz="2200" i="0" u="none" strike="noStrike" kern="0" cap="none" spc="0" normalizeH="0" baseline="0" noProof="0" dirty="0">
                <a:ln>
                  <a:noFill/>
                </a:ln>
                <a:solidFill>
                  <a:sysClr val="windowText" lastClr="000000"/>
                </a:solidFill>
                <a:effectLst/>
                <a:uLnTx/>
                <a:uFillTx/>
                <a:latin typeface="+mj-lt"/>
              </a:rPr>
              <a:t> branches : nouvelles fonctionnalités</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mj-lt"/>
              </a:rPr>
              <a:t>Release branches : préparations de versions</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err="1">
                <a:ln>
                  <a:noFill/>
                </a:ln>
                <a:solidFill>
                  <a:sysClr val="windowText" lastClr="000000"/>
                </a:solidFill>
                <a:effectLst/>
                <a:uLnTx/>
                <a:uFillTx/>
                <a:latin typeface="+mj-lt"/>
              </a:rPr>
              <a:t>Hotfix</a:t>
            </a:r>
            <a:r>
              <a:rPr kumimoji="0" lang="fr-FR" sz="2200" i="0" u="none" strike="noStrike" kern="0" cap="none" spc="0" normalizeH="0" baseline="0" noProof="0" dirty="0">
                <a:ln>
                  <a:noFill/>
                </a:ln>
                <a:solidFill>
                  <a:sysClr val="windowText" lastClr="000000"/>
                </a:solidFill>
                <a:effectLst/>
                <a:uLnTx/>
                <a:uFillTx/>
                <a:latin typeface="+mj-lt"/>
              </a:rPr>
              <a:t> branches : corrections urgentes</a:t>
            </a:r>
          </a:p>
          <a:p>
            <a:pPr marR="0" lvl="0" defTabSz="914400" eaLnBrk="1" fontAlgn="auto" latinLnBrk="0" hangingPunct="1">
              <a:lnSpc>
                <a:spcPct val="150000"/>
              </a:lnSpc>
              <a:spcBef>
                <a:spcPts val="0"/>
              </a:spcBef>
              <a:spcAft>
                <a:spcPts val="0"/>
              </a:spcAft>
              <a:buClrTx/>
              <a:buSzTx/>
              <a:tabLst/>
              <a:defRPr/>
            </a:pPr>
            <a:r>
              <a:rPr kumimoji="0" lang="fr-FR" sz="2200" b="1" i="0" u="none" strike="noStrike" kern="0" cap="none" spc="0" normalizeH="0" baseline="0" noProof="0" dirty="0">
                <a:ln>
                  <a:noFill/>
                </a:ln>
                <a:solidFill>
                  <a:sysClr val="windowText" lastClr="000000"/>
                </a:solidFill>
                <a:effectLst/>
                <a:uLnTx/>
                <a:uFillTx/>
                <a:latin typeface="+mj-lt"/>
              </a:rPr>
              <a:t>Automatisation des Pull </a:t>
            </a:r>
            <a:r>
              <a:rPr kumimoji="0" lang="fr-FR" sz="2200" b="1" i="0" u="none" strike="noStrike" kern="0" cap="none" spc="0" normalizeH="0" baseline="0" noProof="0" dirty="0" err="1">
                <a:ln>
                  <a:noFill/>
                </a:ln>
                <a:solidFill>
                  <a:sysClr val="windowText" lastClr="000000"/>
                </a:solidFill>
                <a:effectLst/>
                <a:uLnTx/>
                <a:uFillTx/>
                <a:latin typeface="+mj-lt"/>
              </a:rPr>
              <a:t>Requests</a:t>
            </a:r>
            <a:r>
              <a:rPr kumimoji="0" lang="fr-FR" sz="2200" b="1" i="0" u="none" strike="noStrike" kern="0" cap="none" spc="0" normalizeH="0" baseline="0" noProof="0" dirty="0">
                <a:ln>
                  <a:noFill/>
                </a:ln>
                <a:solidFill>
                  <a:sysClr val="windowText" lastClr="000000"/>
                </a:solidFill>
                <a:effectLst/>
                <a:uLnTx/>
                <a:uFillTx/>
                <a:latin typeface="+mj-lt"/>
              </a:rPr>
              <a:t> avec Jenkins</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mj-lt"/>
              </a:rPr>
              <a:t>Déclenchement automatique des tests sur une PR</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mj-lt"/>
              </a:rPr>
              <a:t>Vérification de la qualité du code avant fusion</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mj-lt"/>
              </a:rPr>
              <a:t>Intégration avec GitHub/</a:t>
            </a:r>
            <a:r>
              <a:rPr kumimoji="0" lang="fr-FR" sz="2200" i="0" u="none" strike="noStrike" kern="0" cap="none" spc="0" normalizeH="0" baseline="0" noProof="0" dirty="0" err="1">
                <a:ln>
                  <a:noFill/>
                </a:ln>
                <a:solidFill>
                  <a:sysClr val="windowText" lastClr="000000"/>
                </a:solidFill>
                <a:effectLst/>
                <a:uLnTx/>
                <a:uFillTx/>
                <a:latin typeface="+mj-lt"/>
              </a:rPr>
              <a:t>GitLab</a:t>
            </a:r>
            <a:r>
              <a:rPr kumimoji="0" lang="fr-FR" sz="2200" i="0" u="none" strike="noStrike" kern="0" cap="none" spc="0" normalizeH="0" baseline="0" noProof="0" dirty="0">
                <a:ln>
                  <a:noFill/>
                </a:ln>
                <a:solidFill>
                  <a:sysClr val="windowText" lastClr="000000"/>
                </a:solidFill>
                <a:effectLst/>
                <a:uLnTx/>
                <a:uFillTx/>
                <a:latin typeface="+mj-lt"/>
              </a:rPr>
              <a:t> via </a:t>
            </a:r>
            <a:r>
              <a:rPr kumimoji="0" lang="fr-FR" sz="2200" i="0" u="none" strike="noStrike" kern="0" cap="none" spc="0" normalizeH="0" baseline="0" noProof="0" dirty="0" err="1">
                <a:ln>
                  <a:noFill/>
                </a:ln>
                <a:solidFill>
                  <a:sysClr val="windowText" lastClr="000000"/>
                </a:solidFill>
                <a:effectLst/>
                <a:uLnTx/>
                <a:uFillTx/>
                <a:latin typeface="+mj-lt"/>
              </a:rPr>
              <a:t>webhooks</a:t>
            </a:r>
            <a:endParaRPr kumimoji="0" lang="fr-FR" sz="2200" i="0" u="none" strike="noStrike" kern="0" cap="none" spc="0" normalizeH="0" baseline="0" noProof="0" dirty="0">
              <a:ln>
                <a:noFill/>
              </a:ln>
              <a:solidFill>
                <a:sysClr val="windowText" lastClr="000000"/>
              </a:solidFill>
              <a:effectLst/>
              <a:uLnTx/>
              <a:uFillTx/>
              <a:latin typeface="+mj-lt"/>
            </a:endParaRPr>
          </a:p>
        </p:txBody>
      </p:sp>
    </p:spTree>
    <p:extLst>
      <p:ext uri="{BB962C8B-B14F-4D97-AF65-F5344CB8AC3E}">
        <p14:creationId xmlns:p14="http://schemas.microsoft.com/office/powerpoint/2010/main" val="13527766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9915B-3AFB-882C-9045-2E496525B772}"/>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B87FB4E4-90D9-E9A9-21E3-A1857EE086D5}"/>
              </a:ext>
            </a:extLst>
          </p:cNvPr>
          <p:cNvSpPr txBox="1">
            <a:spLocks noGrp="1"/>
          </p:cNvSpPr>
          <p:nvPr>
            <p:ph type="sldNum" sz="quarter" idx="7"/>
          </p:nvPr>
        </p:nvSpPr>
        <p:spPr>
          <a:prstGeom prst="rect">
            <a:avLst/>
          </a:prstGeom>
        </p:spPr>
        <p:txBody>
          <a:bodyPr vert="horz" wrap="square" lIns="0" tIns="8255" rIns="0" bIns="0" rtlCol="0">
            <a:spAutoFit/>
          </a:bodyPr>
          <a:lstStyle/>
          <a:p>
            <a:pPr marL="80010" marR="0" lvl="0" indent="0" defTabSz="914400" eaLnBrk="1" fontAlgn="auto" latinLnBrk="0" hangingPunct="1">
              <a:lnSpc>
                <a:spcPct val="100000"/>
              </a:lnSpc>
              <a:spcBef>
                <a:spcPts val="65"/>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prstClr val="white"/>
                </a:solidFill>
                <a:effectLst/>
                <a:uLnTx/>
                <a:uFillTx/>
                <a:latin typeface="Calibri"/>
                <a:cs typeface="Calibri"/>
              </a:rPr>
              <a:pPr marL="80010" marR="0" lvl="0" indent="0" defTabSz="914400" eaLnBrk="1" fontAlgn="auto" latinLnBrk="0" hangingPunct="1">
                <a:lnSpc>
                  <a:spcPct val="100000"/>
                </a:lnSpc>
                <a:spcBef>
                  <a:spcPts val="65"/>
                </a:spcBef>
                <a:spcAft>
                  <a:spcPts val="0"/>
                </a:spcAft>
                <a:buClrTx/>
                <a:buSzTx/>
                <a:buFontTx/>
                <a:buNone/>
                <a:tabLst/>
                <a:defRPr/>
              </a:pPr>
              <a:t>45</a:t>
            </a:fld>
            <a:endParaRPr kumimoji="0" sz="1200" b="0" i="0" u="none" strike="noStrike" kern="0" cap="none" spc="-25" normalizeH="0" baseline="0" noProof="0" dirty="0">
              <a:ln>
                <a:noFill/>
              </a:ln>
              <a:solidFill>
                <a:prstClr val="white"/>
              </a:solidFill>
              <a:effectLst/>
              <a:uLnTx/>
              <a:uFillTx/>
              <a:latin typeface="Calibri"/>
              <a:cs typeface="Calibri"/>
            </a:endParaRPr>
          </a:p>
        </p:txBody>
      </p:sp>
      <p:sp>
        <p:nvSpPr>
          <p:cNvPr id="4" name="object 4">
            <a:extLst>
              <a:ext uri="{FF2B5EF4-FFF2-40B4-BE49-F238E27FC236}">
                <a16:creationId xmlns:a16="http://schemas.microsoft.com/office/drawing/2014/main" id="{B899AF9E-691A-CE32-75A6-BA30278C64E5}"/>
              </a:ext>
            </a:extLst>
          </p:cNvPr>
          <p:cNvSpPr txBox="1"/>
          <p:nvPr/>
        </p:nvSpPr>
        <p:spPr>
          <a:xfrm>
            <a:off x="466373"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b="1" spc="70" dirty="0">
                <a:solidFill>
                  <a:srgbClr val="164052"/>
                </a:solidFill>
                <a:latin typeface="Calibri"/>
                <a:cs typeface="Calibri"/>
              </a:rPr>
              <a:t>3</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5" name="object 5">
            <a:extLst>
              <a:ext uri="{FF2B5EF4-FFF2-40B4-BE49-F238E27FC236}">
                <a16:creationId xmlns:a16="http://schemas.microsoft.com/office/drawing/2014/main" id="{F91A8F83-F6F8-BD9B-EED3-BCF628074FDF}"/>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fr-FR" spc="-10" dirty="0"/>
              <a:t>Vue d’ensemble des outils</a:t>
            </a:r>
            <a:endParaRPr spc="-10" dirty="0"/>
          </a:p>
        </p:txBody>
      </p:sp>
      <p:sp>
        <p:nvSpPr>
          <p:cNvPr id="3" name="TextBox 2">
            <a:extLst>
              <a:ext uri="{FF2B5EF4-FFF2-40B4-BE49-F238E27FC236}">
                <a16:creationId xmlns:a16="http://schemas.microsoft.com/office/drawing/2014/main" id="{F0DF6EA9-80E7-D8CC-22B3-464DE538D98F}"/>
              </a:ext>
            </a:extLst>
          </p:cNvPr>
          <p:cNvSpPr txBox="1"/>
          <p:nvPr/>
        </p:nvSpPr>
        <p:spPr>
          <a:xfrm>
            <a:off x="615950" y="1111250"/>
            <a:ext cx="9912350" cy="3594702"/>
          </a:xfrm>
          <a:prstGeom prst="rect">
            <a:avLst/>
          </a:prstGeom>
          <a:noFill/>
        </p:spPr>
        <p:txBody>
          <a:bodyPr wrap="square">
            <a:spAutoFit/>
          </a:bodyPr>
          <a:lstStyle/>
          <a:p>
            <a:pPr marR="0" lvl="0" defTabSz="914400" eaLnBrk="1" fontAlgn="auto" latinLnBrk="0" hangingPunct="1">
              <a:lnSpc>
                <a:spcPct val="150000"/>
              </a:lnSpc>
              <a:spcBef>
                <a:spcPts val="0"/>
              </a:spcBef>
              <a:spcAft>
                <a:spcPts val="0"/>
              </a:spcAft>
              <a:buClrTx/>
              <a:buSzTx/>
              <a:tabLst/>
              <a:defRPr/>
            </a:pPr>
            <a:r>
              <a:rPr kumimoji="0" lang="fr-FR" sz="2200" b="1" i="0" u="none" strike="noStrike" kern="0" cap="none" spc="0" normalizeH="0" baseline="0" noProof="0" dirty="0">
                <a:ln>
                  <a:noFill/>
                </a:ln>
                <a:solidFill>
                  <a:sysClr val="windowText" lastClr="000000"/>
                </a:solidFill>
                <a:effectLst/>
                <a:uLnTx/>
                <a:uFillTx/>
                <a:latin typeface="Calibri"/>
              </a:rPr>
              <a:t>Git</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mj-lt"/>
              </a:rPr>
              <a:t>Gestionnaire de version distribué</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mj-lt"/>
              </a:rPr>
              <a:t>Commandes essentielles : clone, commit, push, pull, merge</a:t>
            </a:r>
          </a:p>
          <a:p>
            <a:pPr marR="0" lvl="0" defTabSz="914400" eaLnBrk="1" fontAlgn="auto" latinLnBrk="0" hangingPunct="1">
              <a:lnSpc>
                <a:spcPct val="150000"/>
              </a:lnSpc>
              <a:spcBef>
                <a:spcPts val="0"/>
              </a:spcBef>
              <a:spcAft>
                <a:spcPts val="0"/>
              </a:spcAft>
              <a:buClrTx/>
              <a:buSzTx/>
              <a:tabLst/>
              <a:defRPr/>
            </a:pPr>
            <a:r>
              <a:rPr kumimoji="0" lang="fr-FR" sz="2200" b="1" i="0" u="none" strike="noStrike" kern="0" cap="none" spc="0" normalizeH="0" baseline="0" noProof="0" dirty="0">
                <a:ln>
                  <a:noFill/>
                </a:ln>
                <a:solidFill>
                  <a:sysClr val="windowText" lastClr="000000"/>
                </a:solidFill>
                <a:effectLst/>
                <a:uLnTx/>
                <a:uFillTx/>
                <a:latin typeface="+mj-lt"/>
              </a:rPr>
              <a:t>Java</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mj-lt"/>
              </a:rPr>
              <a:t>Langage de programmation souvent utilisé avec Jenkins</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mj-lt"/>
              </a:rPr>
              <a:t>Compatible avec Maven et </a:t>
            </a:r>
            <a:r>
              <a:rPr kumimoji="0" lang="fr-FR" sz="2200" i="0" u="none" strike="noStrike" kern="0" cap="none" spc="0" normalizeH="0" baseline="0" noProof="0" dirty="0" err="1">
                <a:ln>
                  <a:noFill/>
                </a:ln>
                <a:solidFill>
                  <a:sysClr val="windowText" lastClr="000000"/>
                </a:solidFill>
                <a:effectLst/>
                <a:uLnTx/>
                <a:uFillTx/>
                <a:latin typeface="+mj-lt"/>
              </a:rPr>
              <a:t>Gradle</a:t>
            </a:r>
            <a:endParaRPr kumimoji="0" lang="fr-FR" sz="2200" i="0" u="none" strike="noStrike" kern="0" cap="none" spc="0" normalizeH="0" baseline="0" noProof="0" dirty="0">
              <a:ln>
                <a:noFill/>
              </a:ln>
              <a:solidFill>
                <a:sysClr val="windowText" lastClr="000000"/>
              </a:solidFill>
              <a:effectLst/>
              <a:uLnTx/>
              <a:uFillTx/>
              <a:latin typeface="+mj-lt"/>
            </a:endParaRPr>
          </a:p>
          <a:p>
            <a:pPr marR="0" lvl="0" defTabSz="914400" eaLnBrk="1" fontAlgn="auto" latinLnBrk="0" hangingPunct="1">
              <a:lnSpc>
                <a:spcPct val="150000"/>
              </a:lnSpc>
              <a:spcBef>
                <a:spcPts val="0"/>
              </a:spcBef>
              <a:spcAft>
                <a:spcPts val="0"/>
              </a:spcAft>
              <a:buClrTx/>
              <a:buSzTx/>
              <a:tabLst/>
              <a:defRPr/>
            </a:pPr>
            <a:r>
              <a:rPr kumimoji="0" lang="fr-FR" sz="2200" b="1" i="0" u="none" strike="noStrike" kern="0" cap="none" spc="0" normalizeH="0" baseline="0" noProof="0" dirty="0" err="1">
                <a:ln>
                  <a:noFill/>
                </a:ln>
                <a:solidFill>
                  <a:sysClr val="windowText" lastClr="000000"/>
                </a:solidFill>
                <a:effectLst/>
                <a:uLnTx/>
                <a:uFillTx/>
                <a:latin typeface="+mj-lt"/>
              </a:rPr>
              <a:t>Gradle</a:t>
            </a:r>
            <a:r>
              <a:rPr kumimoji="0" lang="fr-FR" sz="2200" b="1" i="0" u="none" strike="noStrike" kern="0" cap="none" spc="0" normalizeH="0" baseline="0" noProof="0" dirty="0">
                <a:ln>
                  <a:noFill/>
                </a:ln>
                <a:solidFill>
                  <a:sysClr val="windowText" lastClr="000000"/>
                </a:solidFill>
                <a:effectLst/>
                <a:uLnTx/>
                <a:uFillTx/>
                <a:latin typeface="+mj-lt"/>
              </a:rPr>
              <a:t> vs Maven</a:t>
            </a:r>
          </a:p>
        </p:txBody>
      </p:sp>
      <p:graphicFrame>
        <p:nvGraphicFramePr>
          <p:cNvPr id="8" name="Table 7">
            <a:extLst>
              <a:ext uri="{FF2B5EF4-FFF2-40B4-BE49-F238E27FC236}">
                <a16:creationId xmlns:a16="http://schemas.microsoft.com/office/drawing/2014/main" id="{700017B2-30A5-1FEB-904E-0365A01E8813}"/>
              </a:ext>
            </a:extLst>
          </p:cNvPr>
          <p:cNvGraphicFramePr>
            <a:graphicFrameLocks noGrp="1"/>
          </p:cNvGraphicFramePr>
          <p:nvPr>
            <p:extLst>
              <p:ext uri="{D42A27DB-BD31-4B8C-83A1-F6EECF244321}">
                <p14:modId xmlns:p14="http://schemas.microsoft.com/office/powerpoint/2010/main" val="2767214698"/>
              </p:ext>
            </p:extLst>
          </p:nvPr>
        </p:nvGraphicFramePr>
        <p:xfrm>
          <a:off x="661318" y="4845050"/>
          <a:ext cx="9632032" cy="1752600"/>
        </p:xfrm>
        <a:graphic>
          <a:graphicData uri="http://schemas.openxmlformats.org/drawingml/2006/table">
            <a:tbl>
              <a:tblPr/>
              <a:tblGrid>
                <a:gridCol w="2676691">
                  <a:extLst>
                    <a:ext uri="{9D8B030D-6E8A-4147-A177-3AD203B41FA5}">
                      <a16:colId xmlns:a16="http://schemas.microsoft.com/office/drawing/2014/main" val="684300112"/>
                    </a:ext>
                  </a:extLst>
                </a:gridCol>
                <a:gridCol w="6955341">
                  <a:extLst>
                    <a:ext uri="{9D8B030D-6E8A-4147-A177-3AD203B41FA5}">
                      <a16:colId xmlns:a16="http://schemas.microsoft.com/office/drawing/2014/main" val="1062172680"/>
                    </a:ext>
                  </a:extLst>
                </a:gridCol>
              </a:tblGrid>
              <a:tr h="584200">
                <a:tc>
                  <a:txBody>
                    <a:bodyPr/>
                    <a:lstStyle/>
                    <a:p>
                      <a:pPr algn="ctr" fontAlgn="ctr"/>
                      <a:r>
                        <a:rPr lang="fr-FR" sz="2200" b="1" i="0" u="none" strike="noStrike" dirty="0">
                          <a:solidFill>
                            <a:srgbClr val="000000"/>
                          </a:solidFill>
                          <a:effectLst/>
                          <a:latin typeface="Aptos Narrow" panose="020B0004020202020204" pitchFamily="34" charset="0"/>
                        </a:rPr>
                        <a:t>Outil</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ctr" fontAlgn="ctr"/>
                      <a:r>
                        <a:rPr lang="fr-FR" sz="2200" b="1" i="0" u="none" strike="noStrike" dirty="0">
                          <a:solidFill>
                            <a:srgbClr val="000000"/>
                          </a:solidFill>
                          <a:effectLst/>
                          <a:latin typeface="Aptos Narrow" panose="020B0004020202020204" pitchFamily="34" charset="0"/>
                        </a:rPr>
                        <a:t>Caractéristiques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3021532621"/>
                  </a:ext>
                </a:extLst>
              </a:tr>
              <a:tr h="584200">
                <a:tc>
                  <a:txBody>
                    <a:bodyPr/>
                    <a:lstStyle/>
                    <a:p>
                      <a:pPr algn="l" fontAlgn="ctr"/>
                      <a:r>
                        <a:rPr lang="fr-FR" sz="2200" b="1" i="0" u="none" strike="noStrike" dirty="0">
                          <a:solidFill>
                            <a:srgbClr val="000000"/>
                          </a:solidFill>
                          <a:effectLst/>
                          <a:latin typeface="Aptos Narrow" panose="020B0004020202020204" pitchFamily="34" charset="0"/>
                        </a:rPr>
                        <a:t>   Maven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fr-FR" sz="2200" b="0" i="0" u="none" strike="noStrike" dirty="0">
                          <a:solidFill>
                            <a:srgbClr val="000000"/>
                          </a:solidFill>
                          <a:effectLst/>
                          <a:latin typeface="Aptos Narrow" panose="020B0004020202020204" pitchFamily="34" charset="0"/>
                        </a:rPr>
                        <a:t>Basé sur XML, gestion des dépendances avec </a:t>
                      </a:r>
                      <a:r>
                        <a:rPr lang="fr-FR" sz="2200" b="0" i="0" u="none" strike="noStrike" dirty="0">
                          <a:solidFill>
                            <a:srgbClr val="000000"/>
                          </a:solidFill>
                          <a:effectLst/>
                          <a:latin typeface="Arial Unicode MS"/>
                        </a:rPr>
                        <a:t>pom.xml</a:t>
                      </a:r>
                      <a:endParaRPr lang="fr-FR" sz="2200" b="0" i="0" u="none" strike="noStrike" dirty="0">
                        <a:solidFill>
                          <a:srgbClr val="000000"/>
                        </a:solidFill>
                        <a:effectLst/>
                        <a:latin typeface="Aptos Narrow" panose="020B000402020202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94559409"/>
                  </a:ext>
                </a:extLst>
              </a:tr>
              <a:tr h="584200">
                <a:tc>
                  <a:txBody>
                    <a:bodyPr/>
                    <a:lstStyle/>
                    <a:p>
                      <a:pPr algn="l" fontAlgn="ctr"/>
                      <a:r>
                        <a:rPr lang="fr-FR" sz="2400" b="1" i="0" u="none" strike="noStrike" dirty="0">
                          <a:solidFill>
                            <a:srgbClr val="000000"/>
                          </a:solidFill>
                          <a:effectLst/>
                          <a:latin typeface="Aptos Narrow" panose="020B0004020202020204" pitchFamily="34" charset="0"/>
                        </a:rPr>
                        <a:t>   </a:t>
                      </a:r>
                      <a:r>
                        <a:rPr lang="fr-FR" sz="2200" b="1" i="0" u="none" strike="noStrike" dirty="0" err="1">
                          <a:solidFill>
                            <a:srgbClr val="000000"/>
                          </a:solidFill>
                          <a:effectLst/>
                          <a:latin typeface="Aptos Narrow" panose="020B0004020202020204" pitchFamily="34" charset="0"/>
                          <a:ea typeface="+mn-ea"/>
                          <a:cs typeface="+mn-cs"/>
                        </a:rPr>
                        <a:t>Gradle</a:t>
                      </a:r>
                      <a:endParaRPr lang="fr-FR" sz="2200" b="1" i="0" u="none" strike="noStrike" dirty="0">
                        <a:solidFill>
                          <a:srgbClr val="000000"/>
                        </a:solidFill>
                        <a:effectLst/>
                        <a:latin typeface="Aptos Narrow" panose="020B0004020202020204" pitchFamily="34" charset="0"/>
                        <a:ea typeface="+mn-ea"/>
                        <a:cs typeface="+mn-cs"/>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fr-FR" sz="2200" b="0" i="0" u="none" strike="noStrike" dirty="0">
                          <a:solidFill>
                            <a:srgbClr val="000000"/>
                          </a:solidFill>
                          <a:effectLst/>
                          <a:latin typeface="Aptos Narrow" panose="020B0004020202020204" pitchFamily="34" charset="0"/>
                        </a:rPr>
                        <a:t>Basé sur Groovy/</a:t>
                      </a:r>
                      <a:r>
                        <a:rPr lang="fr-FR" sz="2200" b="0" i="0" u="none" strike="noStrike" dirty="0" err="1">
                          <a:solidFill>
                            <a:srgbClr val="000000"/>
                          </a:solidFill>
                          <a:effectLst/>
                          <a:latin typeface="Aptos Narrow" panose="020B0004020202020204" pitchFamily="34" charset="0"/>
                        </a:rPr>
                        <a:t>Kotlin</a:t>
                      </a:r>
                      <a:r>
                        <a:rPr lang="fr-FR" sz="2200" b="0" i="0" u="none" strike="noStrike" dirty="0">
                          <a:solidFill>
                            <a:srgbClr val="000000"/>
                          </a:solidFill>
                          <a:effectLst/>
                          <a:latin typeface="Aptos Narrow" panose="020B0004020202020204" pitchFamily="34" charset="0"/>
                        </a:rPr>
                        <a:t>, plus flexible et rapide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0211874"/>
                  </a:ext>
                </a:extLst>
              </a:tr>
            </a:tbl>
          </a:graphicData>
        </a:graphic>
      </p:graphicFrame>
    </p:spTree>
    <p:extLst>
      <p:ext uri="{BB962C8B-B14F-4D97-AF65-F5344CB8AC3E}">
        <p14:creationId xmlns:p14="http://schemas.microsoft.com/office/powerpoint/2010/main" val="27815294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6F3B7-2A6E-3B33-3386-F96FE39B7C88}"/>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B0F2F11B-F18D-9449-2A41-7E9D78A79F45}"/>
              </a:ext>
            </a:extLst>
          </p:cNvPr>
          <p:cNvSpPr txBox="1">
            <a:spLocks noGrp="1"/>
          </p:cNvSpPr>
          <p:nvPr>
            <p:ph type="sldNum" sz="quarter" idx="7"/>
          </p:nvPr>
        </p:nvSpPr>
        <p:spPr>
          <a:prstGeom prst="rect">
            <a:avLst/>
          </a:prstGeom>
        </p:spPr>
        <p:txBody>
          <a:bodyPr vert="horz" wrap="square" lIns="0" tIns="8255" rIns="0" bIns="0" rtlCol="0">
            <a:spAutoFit/>
          </a:bodyPr>
          <a:lstStyle/>
          <a:p>
            <a:pPr marL="80010" marR="0" lvl="0" indent="0" defTabSz="914400" eaLnBrk="1" fontAlgn="auto" latinLnBrk="0" hangingPunct="1">
              <a:lnSpc>
                <a:spcPct val="100000"/>
              </a:lnSpc>
              <a:spcBef>
                <a:spcPts val="65"/>
              </a:spcBef>
              <a:spcAft>
                <a:spcPts val="0"/>
              </a:spcAft>
              <a:buClrTx/>
              <a:buSzTx/>
              <a:buFontTx/>
              <a:buNone/>
              <a:tabLst/>
              <a:defRPr/>
            </a:pPr>
            <a:fld id="{81D60167-4931-47E6-BA6A-407CBD079E47}" type="slidenum">
              <a:rPr kumimoji="0" sz="1200" b="0" i="0" u="none" strike="noStrike" kern="0" cap="none" spc="-25" normalizeH="0" baseline="0" noProof="0" dirty="0">
                <a:ln>
                  <a:noFill/>
                </a:ln>
                <a:solidFill>
                  <a:prstClr val="white"/>
                </a:solidFill>
                <a:effectLst/>
                <a:uLnTx/>
                <a:uFillTx/>
                <a:latin typeface="Calibri"/>
                <a:cs typeface="Calibri"/>
              </a:rPr>
              <a:pPr marL="80010" marR="0" lvl="0" indent="0" defTabSz="914400" eaLnBrk="1" fontAlgn="auto" latinLnBrk="0" hangingPunct="1">
                <a:lnSpc>
                  <a:spcPct val="100000"/>
                </a:lnSpc>
                <a:spcBef>
                  <a:spcPts val="65"/>
                </a:spcBef>
                <a:spcAft>
                  <a:spcPts val="0"/>
                </a:spcAft>
                <a:buClrTx/>
                <a:buSzTx/>
                <a:buFontTx/>
                <a:buNone/>
                <a:tabLst/>
                <a:defRPr/>
              </a:pPr>
              <a:t>46</a:t>
            </a:fld>
            <a:endParaRPr kumimoji="0" sz="1200" b="0" i="0" u="none" strike="noStrike" kern="0" cap="none" spc="-25" normalizeH="0" baseline="0" noProof="0" dirty="0">
              <a:ln>
                <a:noFill/>
              </a:ln>
              <a:solidFill>
                <a:prstClr val="white"/>
              </a:solidFill>
              <a:effectLst/>
              <a:uLnTx/>
              <a:uFillTx/>
              <a:latin typeface="Calibri"/>
              <a:cs typeface="Calibri"/>
            </a:endParaRPr>
          </a:p>
        </p:txBody>
      </p:sp>
      <p:sp>
        <p:nvSpPr>
          <p:cNvPr id="4" name="object 4">
            <a:extLst>
              <a:ext uri="{FF2B5EF4-FFF2-40B4-BE49-F238E27FC236}">
                <a16:creationId xmlns:a16="http://schemas.microsoft.com/office/drawing/2014/main" id="{1773F03F-36F4-6E1E-2F0C-7B5FEF4AD5CF}"/>
              </a:ext>
            </a:extLst>
          </p:cNvPr>
          <p:cNvSpPr txBox="1"/>
          <p:nvPr/>
        </p:nvSpPr>
        <p:spPr>
          <a:xfrm>
            <a:off x="466373"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b="1" spc="70" dirty="0">
                <a:solidFill>
                  <a:srgbClr val="164052"/>
                </a:solidFill>
                <a:latin typeface="Calibri"/>
                <a:cs typeface="Calibri"/>
              </a:rPr>
              <a:t>3</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5" name="object 5">
            <a:extLst>
              <a:ext uri="{FF2B5EF4-FFF2-40B4-BE49-F238E27FC236}">
                <a16:creationId xmlns:a16="http://schemas.microsoft.com/office/drawing/2014/main" id="{86DE26A6-7D0F-61F9-37EE-64363FBD547A}"/>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fr-FR" spc="-10" dirty="0"/>
              <a:t>Vue d’ensemble des outils</a:t>
            </a:r>
            <a:endParaRPr spc="-10" dirty="0"/>
          </a:p>
        </p:txBody>
      </p:sp>
      <p:sp>
        <p:nvSpPr>
          <p:cNvPr id="3" name="TextBox 2">
            <a:extLst>
              <a:ext uri="{FF2B5EF4-FFF2-40B4-BE49-F238E27FC236}">
                <a16:creationId xmlns:a16="http://schemas.microsoft.com/office/drawing/2014/main" id="{8CB12770-4F35-23ED-2A52-42184C6E2226}"/>
              </a:ext>
            </a:extLst>
          </p:cNvPr>
          <p:cNvSpPr txBox="1"/>
          <p:nvPr/>
        </p:nvSpPr>
        <p:spPr>
          <a:xfrm>
            <a:off x="615950" y="1111250"/>
            <a:ext cx="9912350" cy="6133859"/>
          </a:xfrm>
          <a:prstGeom prst="rect">
            <a:avLst/>
          </a:prstGeom>
          <a:noFill/>
        </p:spPr>
        <p:txBody>
          <a:bodyPr wrap="square">
            <a:spAutoFit/>
          </a:bodyPr>
          <a:lstStyle/>
          <a:p>
            <a:pPr marR="0" lvl="0" defTabSz="914400" eaLnBrk="1" fontAlgn="auto" latinLnBrk="0" hangingPunct="1">
              <a:lnSpc>
                <a:spcPct val="150000"/>
              </a:lnSpc>
              <a:spcBef>
                <a:spcPts val="0"/>
              </a:spcBef>
              <a:spcAft>
                <a:spcPts val="0"/>
              </a:spcAft>
              <a:buClrTx/>
              <a:buSzTx/>
              <a:tabLst/>
              <a:defRPr/>
            </a:pPr>
            <a:r>
              <a:rPr kumimoji="0" lang="fr-FR" sz="2200" b="1" i="0" u="none" strike="noStrike" kern="0" cap="none" spc="0" normalizeH="0" baseline="0" noProof="0" dirty="0">
                <a:ln>
                  <a:noFill/>
                </a:ln>
                <a:solidFill>
                  <a:sysClr val="windowText" lastClr="000000"/>
                </a:solidFill>
                <a:effectLst/>
                <a:uLnTx/>
                <a:uFillTx/>
                <a:latin typeface="Calibri"/>
              </a:rPr>
              <a:t>Exécution d’un </a:t>
            </a:r>
            <a:r>
              <a:rPr kumimoji="0" lang="fr-FR" sz="2200" b="1" i="0" u="none" strike="noStrike" kern="0" cap="none" spc="0" normalizeH="0" baseline="0" noProof="0" dirty="0" err="1">
                <a:ln>
                  <a:noFill/>
                </a:ln>
                <a:solidFill>
                  <a:sysClr val="windowText" lastClr="000000"/>
                </a:solidFill>
                <a:effectLst/>
                <a:uLnTx/>
                <a:uFillTx/>
                <a:latin typeface="Calibri"/>
              </a:rPr>
              <a:t>build</a:t>
            </a:r>
            <a:r>
              <a:rPr kumimoji="0" lang="fr-FR" sz="2200" b="1" i="0" u="none" strike="noStrike" kern="0" cap="none" spc="0" normalizeH="0" baseline="0" noProof="0" dirty="0">
                <a:ln>
                  <a:noFill/>
                </a:ln>
                <a:solidFill>
                  <a:sysClr val="windowText" lastClr="000000"/>
                </a:solidFill>
                <a:effectLst/>
                <a:uLnTx/>
                <a:uFillTx/>
                <a:latin typeface="Calibri"/>
              </a:rPr>
              <a:t> Maven avec Jenkins</a:t>
            </a:r>
          </a:p>
          <a:p>
            <a:pPr marR="0" lvl="0" defTabSz="914400" eaLnBrk="1" fontAlgn="auto" latinLnBrk="0" hangingPunct="1">
              <a:lnSpc>
                <a:spcPct val="150000"/>
              </a:lnSpc>
              <a:spcBef>
                <a:spcPts val="0"/>
              </a:spcBef>
              <a:spcAft>
                <a:spcPts val="0"/>
              </a:spcAft>
              <a:buClrTx/>
              <a:buSzTx/>
              <a:tabLst/>
              <a:defRPr/>
            </a:pPr>
            <a:endParaRPr lang="fr-FR" sz="2200" b="1" dirty="0">
              <a:latin typeface="Calibri"/>
            </a:endParaRPr>
          </a:p>
          <a:p>
            <a:pPr marR="0" lvl="0" defTabSz="914400" eaLnBrk="1" fontAlgn="auto" latinLnBrk="0" hangingPunct="1">
              <a:lnSpc>
                <a:spcPct val="150000"/>
              </a:lnSpc>
              <a:spcBef>
                <a:spcPts val="0"/>
              </a:spcBef>
              <a:spcAft>
                <a:spcPts val="0"/>
              </a:spcAft>
              <a:buClrTx/>
              <a:buSzTx/>
              <a:tabLst/>
              <a:defRPr/>
            </a:pPr>
            <a:r>
              <a:rPr kumimoji="0" lang="fr-FR" sz="2200" i="0" u="none" strike="noStrike" kern="0" cap="none" spc="0" normalizeH="0" baseline="0" noProof="0" dirty="0">
                <a:ln>
                  <a:noFill/>
                </a:ln>
                <a:solidFill>
                  <a:sysClr val="windowText" lastClr="000000"/>
                </a:solidFill>
                <a:effectLst/>
                <a:highlight>
                  <a:srgbClr val="C0C0C0"/>
                </a:highlight>
                <a:uLnTx/>
                <a:uFillTx/>
                <a:latin typeface="Calibri"/>
              </a:rPr>
              <a:t>pipeline {</a:t>
            </a:r>
          </a:p>
          <a:p>
            <a:pPr marR="0" lvl="0" defTabSz="914400" eaLnBrk="1" fontAlgn="auto" latinLnBrk="0" hangingPunct="1">
              <a:lnSpc>
                <a:spcPct val="150000"/>
              </a:lnSpc>
              <a:spcBef>
                <a:spcPts val="0"/>
              </a:spcBef>
              <a:spcAft>
                <a:spcPts val="0"/>
              </a:spcAft>
              <a:buClrTx/>
              <a:buSzTx/>
              <a:tabLst/>
              <a:defRPr/>
            </a:pPr>
            <a:r>
              <a:rPr kumimoji="0" lang="fr-FR" sz="2200" i="0" u="none" strike="noStrike" kern="0" cap="none" spc="0" normalizeH="0" baseline="0" noProof="0" dirty="0">
                <a:ln>
                  <a:noFill/>
                </a:ln>
                <a:solidFill>
                  <a:sysClr val="windowText" lastClr="000000"/>
                </a:solidFill>
                <a:effectLst/>
                <a:highlight>
                  <a:srgbClr val="C0C0C0"/>
                </a:highlight>
                <a:uLnTx/>
                <a:uFillTx/>
                <a:latin typeface="Calibri"/>
              </a:rPr>
              <a:t>    agent </a:t>
            </a:r>
            <a:r>
              <a:rPr kumimoji="0" lang="fr-FR" sz="2200" i="0" u="none" strike="noStrike" kern="0" cap="none" spc="0" normalizeH="0" baseline="0" noProof="0" dirty="0" err="1">
                <a:ln>
                  <a:noFill/>
                </a:ln>
                <a:solidFill>
                  <a:sysClr val="windowText" lastClr="000000"/>
                </a:solidFill>
                <a:effectLst/>
                <a:highlight>
                  <a:srgbClr val="C0C0C0"/>
                </a:highlight>
                <a:uLnTx/>
                <a:uFillTx/>
                <a:latin typeface="Calibri"/>
              </a:rPr>
              <a:t>any</a:t>
            </a:r>
            <a:endParaRPr kumimoji="0" lang="fr-FR" sz="2200" i="0" u="none" strike="noStrike" kern="0" cap="none" spc="0" normalizeH="0" baseline="0" noProof="0" dirty="0">
              <a:ln>
                <a:noFill/>
              </a:ln>
              <a:solidFill>
                <a:sysClr val="windowText" lastClr="000000"/>
              </a:solidFill>
              <a:effectLst/>
              <a:highlight>
                <a:srgbClr val="C0C0C0"/>
              </a:highlight>
              <a:uLnTx/>
              <a:uFillTx/>
              <a:latin typeface="Calibri"/>
            </a:endParaRPr>
          </a:p>
          <a:p>
            <a:pPr marR="0" lvl="0" defTabSz="914400" eaLnBrk="1" fontAlgn="auto" latinLnBrk="0" hangingPunct="1">
              <a:lnSpc>
                <a:spcPct val="150000"/>
              </a:lnSpc>
              <a:spcBef>
                <a:spcPts val="0"/>
              </a:spcBef>
              <a:spcAft>
                <a:spcPts val="0"/>
              </a:spcAft>
              <a:buClrTx/>
              <a:buSzTx/>
              <a:tabLst/>
              <a:defRPr/>
            </a:pPr>
            <a:r>
              <a:rPr kumimoji="0" lang="fr-FR" sz="2200" i="0" u="none" strike="noStrike" kern="0" cap="none" spc="0" normalizeH="0" baseline="0" noProof="0" dirty="0">
                <a:ln>
                  <a:noFill/>
                </a:ln>
                <a:solidFill>
                  <a:sysClr val="windowText" lastClr="000000"/>
                </a:solidFill>
                <a:effectLst/>
                <a:highlight>
                  <a:srgbClr val="C0C0C0"/>
                </a:highlight>
                <a:uLnTx/>
                <a:uFillTx/>
                <a:latin typeface="Calibri"/>
              </a:rPr>
              <a:t>    stages {</a:t>
            </a:r>
          </a:p>
          <a:p>
            <a:pPr marR="0" lvl="0" defTabSz="914400" eaLnBrk="1" fontAlgn="auto" latinLnBrk="0" hangingPunct="1">
              <a:lnSpc>
                <a:spcPct val="150000"/>
              </a:lnSpc>
              <a:spcBef>
                <a:spcPts val="0"/>
              </a:spcBef>
              <a:spcAft>
                <a:spcPts val="0"/>
              </a:spcAft>
              <a:buClrTx/>
              <a:buSzTx/>
              <a:tabLst/>
              <a:defRPr/>
            </a:pPr>
            <a:r>
              <a:rPr kumimoji="0" lang="fr-FR" sz="2200" i="0" u="none" strike="noStrike" kern="0" cap="none" spc="0" normalizeH="0" baseline="0" noProof="0" dirty="0">
                <a:ln>
                  <a:noFill/>
                </a:ln>
                <a:solidFill>
                  <a:sysClr val="windowText" lastClr="000000"/>
                </a:solidFill>
                <a:effectLst/>
                <a:highlight>
                  <a:srgbClr val="C0C0C0"/>
                </a:highlight>
                <a:uLnTx/>
                <a:uFillTx/>
                <a:latin typeface="Calibri"/>
              </a:rPr>
              <a:t>        stage('</a:t>
            </a:r>
            <a:r>
              <a:rPr kumimoji="0" lang="fr-FR" sz="2200" i="0" u="none" strike="noStrike" kern="0" cap="none" spc="0" normalizeH="0" baseline="0" noProof="0" dirty="0" err="1">
                <a:ln>
                  <a:noFill/>
                </a:ln>
                <a:solidFill>
                  <a:sysClr val="windowText" lastClr="000000"/>
                </a:solidFill>
                <a:effectLst/>
                <a:highlight>
                  <a:srgbClr val="C0C0C0"/>
                </a:highlight>
                <a:uLnTx/>
                <a:uFillTx/>
                <a:latin typeface="Calibri"/>
              </a:rPr>
              <a:t>Build</a:t>
            </a:r>
            <a:r>
              <a:rPr kumimoji="0" lang="fr-FR" sz="2200" i="0" u="none" strike="noStrike" kern="0" cap="none" spc="0" normalizeH="0" baseline="0" noProof="0" dirty="0">
                <a:ln>
                  <a:noFill/>
                </a:ln>
                <a:solidFill>
                  <a:sysClr val="windowText" lastClr="000000"/>
                </a:solidFill>
                <a:effectLst/>
                <a:highlight>
                  <a:srgbClr val="C0C0C0"/>
                </a:highlight>
                <a:uLnTx/>
                <a:uFillTx/>
                <a:latin typeface="Calibri"/>
              </a:rPr>
              <a:t>’) {</a:t>
            </a:r>
          </a:p>
          <a:p>
            <a:pPr marR="0" lvl="0" defTabSz="914400" eaLnBrk="1" fontAlgn="auto" latinLnBrk="0" hangingPunct="1">
              <a:lnSpc>
                <a:spcPct val="150000"/>
              </a:lnSpc>
              <a:spcBef>
                <a:spcPts val="0"/>
              </a:spcBef>
              <a:spcAft>
                <a:spcPts val="0"/>
              </a:spcAft>
              <a:buClrTx/>
              <a:buSzTx/>
              <a:tabLst/>
              <a:defRPr/>
            </a:pPr>
            <a:r>
              <a:rPr kumimoji="0" lang="fr-FR" sz="2200" i="0" u="none" strike="noStrike" kern="0" cap="none" spc="0" normalizeH="0" baseline="0" noProof="0" dirty="0">
                <a:ln>
                  <a:noFill/>
                </a:ln>
                <a:solidFill>
                  <a:sysClr val="windowText" lastClr="000000"/>
                </a:solidFill>
                <a:effectLst/>
                <a:highlight>
                  <a:srgbClr val="C0C0C0"/>
                </a:highlight>
                <a:uLnTx/>
                <a:uFillTx/>
                <a:latin typeface="Calibri"/>
              </a:rPr>
              <a:t>            </a:t>
            </a:r>
            <a:r>
              <a:rPr kumimoji="0" lang="fr-FR" sz="2200" i="0" u="none" strike="noStrike" kern="0" cap="none" spc="0" normalizeH="0" baseline="0" noProof="0" dirty="0" err="1">
                <a:ln>
                  <a:noFill/>
                </a:ln>
                <a:solidFill>
                  <a:sysClr val="windowText" lastClr="000000"/>
                </a:solidFill>
                <a:effectLst/>
                <a:highlight>
                  <a:srgbClr val="C0C0C0"/>
                </a:highlight>
                <a:uLnTx/>
                <a:uFillTx/>
                <a:latin typeface="Calibri"/>
              </a:rPr>
              <a:t>steps</a:t>
            </a:r>
            <a:r>
              <a:rPr kumimoji="0" lang="fr-FR" sz="2200" i="0" u="none" strike="noStrike" kern="0" cap="none" spc="0" normalizeH="0" baseline="0" noProof="0" dirty="0">
                <a:ln>
                  <a:noFill/>
                </a:ln>
                <a:solidFill>
                  <a:sysClr val="windowText" lastClr="000000"/>
                </a:solidFill>
                <a:effectLst/>
                <a:highlight>
                  <a:srgbClr val="C0C0C0"/>
                </a:highlight>
                <a:uLnTx/>
                <a:uFillTx/>
                <a:latin typeface="Calibri"/>
              </a:rPr>
              <a:t> {</a:t>
            </a:r>
          </a:p>
          <a:p>
            <a:pPr marR="0" lvl="0" defTabSz="914400" eaLnBrk="1" fontAlgn="auto" latinLnBrk="0" hangingPunct="1">
              <a:lnSpc>
                <a:spcPct val="150000"/>
              </a:lnSpc>
              <a:spcBef>
                <a:spcPts val="0"/>
              </a:spcBef>
              <a:spcAft>
                <a:spcPts val="0"/>
              </a:spcAft>
              <a:buClrTx/>
              <a:buSzTx/>
              <a:tabLst/>
              <a:defRPr/>
            </a:pPr>
            <a:r>
              <a:rPr kumimoji="0" lang="fr-FR" sz="2200" i="0" u="none" strike="noStrike" kern="0" cap="none" spc="0" normalizeH="0" baseline="0" noProof="0" dirty="0">
                <a:ln>
                  <a:noFill/>
                </a:ln>
                <a:solidFill>
                  <a:sysClr val="windowText" lastClr="000000"/>
                </a:solidFill>
                <a:effectLst/>
                <a:highlight>
                  <a:srgbClr val="C0C0C0"/>
                </a:highlight>
                <a:uLnTx/>
                <a:uFillTx/>
                <a:latin typeface="Calibri"/>
              </a:rPr>
              <a:t>                sh '</a:t>
            </a:r>
            <a:r>
              <a:rPr kumimoji="0" lang="fr-FR" sz="2200" i="0" u="none" strike="noStrike" kern="0" cap="none" spc="0" normalizeH="0" baseline="0" noProof="0" dirty="0" err="1">
                <a:ln>
                  <a:noFill/>
                </a:ln>
                <a:solidFill>
                  <a:sysClr val="windowText" lastClr="000000"/>
                </a:solidFill>
                <a:effectLst/>
                <a:highlight>
                  <a:srgbClr val="C0C0C0"/>
                </a:highlight>
                <a:uLnTx/>
                <a:uFillTx/>
                <a:latin typeface="Calibri"/>
              </a:rPr>
              <a:t>mvn</a:t>
            </a:r>
            <a:r>
              <a:rPr kumimoji="0" lang="fr-FR" sz="2200" i="0" u="none" strike="noStrike" kern="0" cap="none" spc="0" normalizeH="0" baseline="0" noProof="0" dirty="0">
                <a:ln>
                  <a:noFill/>
                </a:ln>
                <a:solidFill>
                  <a:sysClr val="windowText" lastClr="000000"/>
                </a:solidFill>
                <a:effectLst/>
                <a:highlight>
                  <a:srgbClr val="C0C0C0"/>
                </a:highlight>
                <a:uLnTx/>
                <a:uFillTx/>
                <a:latin typeface="Calibri"/>
              </a:rPr>
              <a:t> clean </a:t>
            </a:r>
            <a:r>
              <a:rPr kumimoji="0" lang="fr-FR" sz="2200" i="0" u="none" strike="noStrike" kern="0" cap="none" spc="0" normalizeH="0" baseline="0" noProof="0" dirty="0" err="1">
                <a:ln>
                  <a:noFill/>
                </a:ln>
                <a:solidFill>
                  <a:sysClr val="windowText" lastClr="000000"/>
                </a:solidFill>
                <a:effectLst/>
                <a:highlight>
                  <a:srgbClr val="C0C0C0"/>
                </a:highlight>
                <a:uLnTx/>
                <a:uFillTx/>
                <a:latin typeface="Calibri"/>
              </a:rPr>
              <a:t>install</a:t>
            </a:r>
            <a:r>
              <a:rPr kumimoji="0" lang="fr-FR" sz="2200" i="0" u="none" strike="noStrike" kern="0" cap="none" spc="0" normalizeH="0" baseline="0" noProof="0" dirty="0">
                <a:ln>
                  <a:noFill/>
                </a:ln>
                <a:solidFill>
                  <a:sysClr val="windowText" lastClr="000000"/>
                </a:solidFill>
                <a:effectLst/>
                <a:highlight>
                  <a:srgbClr val="C0C0C0"/>
                </a:highlight>
                <a:uLnTx/>
                <a:uFillTx/>
                <a:latin typeface="Calibri"/>
              </a:rPr>
              <a:t>’</a:t>
            </a:r>
          </a:p>
          <a:p>
            <a:pPr marR="0" lvl="0" defTabSz="914400" eaLnBrk="1" fontAlgn="auto" latinLnBrk="0" hangingPunct="1">
              <a:lnSpc>
                <a:spcPct val="150000"/>
              </a:lnSpc>
              <a:spcBef>
                <a:spcPts val="0"/>
              </a:spcBef>
              <a:spcAft>
                <a:spcPts val="0"/>
              </a:spcAft>
              <a:buClrTx/>
              <a:buSzTx/>
              <a:tabLst/>
              <a:defRPr/>
            </a:pPr>
            <a:r>
              <a:rPr kumimoji="0" lang="fr-FR" sz="2200" i="0" u="none" strike="noStrike" kern="0" cap="none" spc="0" normalizeH="0" baseline="0" noProof="0" dirty="0">
                <a:ln>
                  <a:noFill/>
                </a:ln>
                <a:solidFill>
                  <a:sysClr val="windowText" lastClr="000000"/>
                </a:solidFill>
                <a:effectLst/>
                <a:highlight>
                  <a:srgbClr val="C0C0C0"/>
                </a:highlight>
                <a:uLnTx/>
                <a:uFillTx/>
                <a:latin typeface="Calibri"/>
              </a:rPr>
              <a:t>            }</a:t>
            </a:r>
          </a:p>
          <a:p>
            <a:pPr marR="0" lvl="0" defTabSz="914400" eaLnBrk="1" fontAlgn="auto" latinLnBrk="0" hangingPunct="1">
              <a:lnSpc>
                <a:spcPct val="150000"/>
              </a:lnSpc>
              <a:spcBef>
                <a:spcPts val="0"/>
              </a:spcBef>
              <a:spcAft>
                <a:spcPts val="0"/>
              </a:spcAft>
              <a:buClrTx/>
              <a:buSzTx/>
              <a:tabLst/>
              <a:defRPr/>
            </a:pPr>
            <a:r>
              <a:rPr kumimoji="0" lang="fr-FR" sz="2200" i="0" u="none" strike="noStrike" kern="0" cap="none" spc="0" normalizeH="0" baseline="0" noProof="0" dirty="0">
                <a:ln>
                  <a:noFill/>
                </a:ln>
                <a:solidFill>
                  <a:sysClr val="windowText" lastClr="000000"/>
                </a:solidFill>
                <a:effectLst/>
                <a:highlight>
                  <a:srgbClr val="C0C0C0"/>
                </a:highlight>
                <a:uLnTx/>
                <a:uFillTx/>
                <a:latin typeface="Calibri"/>
              </a:rPr>
              <a:t>        }</a:t>
            </a:r>
          </a:p>
          <a:p>
            <a:pPr marR="0" lvl="0" defTabSz="914400" eaLnBrk="1" fontAlgn="auto" latinLnBrk="0" hangingPunct="1">
              <a:lnSpc>
                <a:spcPct val="150000"/>
              </a:lnSpc>
              <a:spcBef>
                <a:spcPts val="0"/>
              </a:spcBef>
              <a:spcAft>
                <a:spcPts val="0"/>
              </a:spcAft>
              <a:buClrTx/>
              <a:buSzTx/>
              <a:tabLst/>
              <a:defRPr/>
            </a:pPr>
            <a:r>
              <a:rPr kumimoji="0" lang="fr-FR" sz="2200" i="0" u="none" strike="noStrike" kern="0" cap="none" spc="0" normalizeH="0" baseline="0" noProof="0" dirty="0">
                <a:ln>
                  <a:noFill/>
                </a:ln>
                <a:solidFill>
                  <a:sysClr val="windowText" lastClr="000000"/>
                </a:solidFill>
                <a:effectLst/>
                <a:highlight>
                  <a:srgbClr val="C0C0C0"/>
                </a:highlight>
                <a:uLnTx/>
                <a:uFillTx/>
                <a:latin typeface="Calibri"/>
              </a:rPr>
              <a:t>    }</a:t>
            </a:r>
          </a:p>
          <a:p>
            <a:pPr marR="0" lvl="0" defTabSz="914400" eaLnBrk="1" fontAlgn="auto" latinLnBrk="0" hangingPunct="1">
              <a:lnSpc>
                <a:spcPct val="150000"/>
              </a:lnSpc>
              <a:spcBef>
                <a:spcPts val="0"/>
              </a:spcBef>
              <a:spcAft>
                <a:spcPts val="0"/>
              </a:spcAft>
              <a:buClrTx/>
              <a:buSzTx/>
              <a:tabLst/>
              <a:defRPr/>
            </a:pPr>
            <a:r>
              <a:rPr kumimoji="0" lang="fr-FR" sz="2200" i="0" u="none" strike="noStrike" kern="0" cap="none" spc="0" normalizeH="0" baseline="0" noProof="0" dirty="0">
                <a:ln>
                  <a:noFill/>
                </a:ln>
                <a:solidFill>
                  <a:sysClr val="windowText" lastClr="000000"/>
                </a:solidFill>
                <a:effectLst/>
                <a:highlight>
                  <a:srgbClr val="C0C0C0"/>
                </a:highlight>
                <a:uLnTx/>
                <a:uFillTx/>
                <a:latin typeface="Calibri"/>
              </a:rPr>
              <a:t>}</a:t>
            </a:r>
          </a:p>
        </p:txBody>
      </p:sp>
    </p:spTree>
    <p:extLst>
      <p:ext uri="{BB962C8B-B14F-4D97-AF65-F5344CB8AC3E}">
        <p14:creationId xmlns:p14="http://schemas.microsoft.com/office/powerpoint/2010/main" val="23335309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19F62-0336-557D-57BD-51A330C3ECC3}"/>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B3D1FF95-7190-D2E8-B9C0-A7CB27804B9A}"/>
              </a:ext>
            </a:extLst>
          </p:cNvPr>
          <p:cNvGrpSpPr/>
          <p:nvPr/>
        </p:nvGrpSpPr>
        <p:grpSpPr>
          <a:xfrm>
            <a:off x="-4762" y="-4762"/>
            <a:ext cx="3516312" cy="7566025"/>
            <a:chOff x="-4762" y="-4762"/>
            <a:chExt cx="4894580" cy="7566025"/>
          </a:xfrm>
          <a:solidFill>
            <a:schemeClr val="tx2">
              <a:lumMod val="75000"/>
            </a:schemeClr>
          </a:solidFill>
        </p:grpSpPr>
        <p:sp>
          <p:nvSpPr>
            <p:cNvPr id="3" name="object 3">
              <a:extLst>
                <a:ext uri="{FF2B5EF4-FFF2-40B4-BE49-F238E27FC236}">
                  <a16:creationId xmlns:a16="http://schemas.microsoft.com/office/drawing/2014/main" id="{16327117-D3D6-7DB8-66A2-4B8D28B11ACE}"/>
                </a:ext>
              </a:extLst>
            </p:cNvPr>
            <p:cNvSpPr/>
            <p:nvPr/>
          </p:nvSpPr>
          <p:spPr>
            <a:xfrm>
              <a:off x="0" y="0"/>
              <a:ext cx="4885055" cy="7556500"/>
            </a:xfrm>
            <a:custGeom>
              <a:avLst/>
              <a:gdLst/>
              <a:ahLst/>
              <a:cxnLst/>
              <a:rect l="l" t="t" r="r" b="b"/>
              <a:pathLst>
                <a:path w="4885055" h="7556500">
                  <a:moveTo>
                    <a:pt x="0" y="0"/>
                  </a:moveTo>
                  <a:lnTo>
                    <a:pt x="4885024" y="0"/>
                  </a:lnTo>
                  <a:lnTo>
                    <a:pt x="4885024" y="7556499"/>
                  </a:lnTo>
                  <a:lnTo>
                    <a:pt x="0" y="7556499"/>
                  </a:lnTo>
                  <a:lnTo>
                    <a:pt x="0" y="0"/>
                  </a:lnTo>
                  <a:close/>
                </a:path>
              </a:pathLst>
            </a:custGeom>
            <a:grpFill/>
            <a:ln>
              <a:solidFill>
                <a:schemeClr val="accent5">
                  <a:lumMod val="50000"/>
                </a:schemeClr>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 name="object 4">
              <a:extLst>
                <a:ext uri="{FF2B5EF4-FFF2-40B4-BE49-F238E27FC236}">
                  <a16:creationId xmlns:a16="http://schemas.microsoft.com/office/drawing/2014/main" id="{FBC50EC4-B4BB-87A1-4D42-6C0D0C3E63B3}"/>
                </a:ext>
              </a:extLst>
            </p:cNvPr>
            <p:cNvSpPr/>
            <p:nvPr/>
          </p:nvSpPr>
          <p:spPr>
            <a:xfrm>
              <a:off x="0" y="0"/>
              <a:ext cx="4885055" cy="7556500"/>
            </a:xfrm>
            <a:custGeom>
              <a:avLst/>
              <a:gdLst/>
              <a:ahLst/>
              <a:cxnLst/>
              <a:rect l="l" t="t" r="r" b="b"/>
              <a:pathLst>
                <a:path w="4885055" h="7556500">
                  <a:moveTo>
                    <a:pt x="0" y="0"/>
                  </a:moveTo>
                  <a:lnTo>
                    <a:pt x="4885024" y="0"/>
                  </a:lnTo>
                  <a:lnTo>
                    <a:pt x="4885024" y="7556499"/>
                  </a:lnTo>
                </a:path>
                <a:path w="4885055" h="7556500">
                  <a:moveTo>
                    <a:pt x="0" y="7556499"/>
                  </a:moveTo>
                  <a:lnTo>
                    <a:pt x="0" y="0"/>
                  </a:lnTo>
                </a:path>
              </a:pathLst>
            </a:custGeom>
            <a:grpFill/>
            <a:ln w="9524">
              <a:solidFill>
                <a:schemeClr val="accent5">
                  <a:lumMod val="50000"/>
                </a:schemeClr>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5" name="object 5">
            <a:extLst>
              <a:ext uri="{FF2B5EF4-FFF2-40B4-BE49-F238E27FC236}">
                <a16:creationId xmlns:a16="http://schemas.microsoft.com/office/drawing/2014/main" id="{D34C3514-CAE5-C04E-C7DC-85E77987EBE0}"/>
              </a:ext>
            </a:extLst>
          </p:cNvPr>
          <p:cNvSpPr txBox="1"/>
          <p:nvPr/>
        </p:nvSpPr>
        <p:spPr>
          <a:xfrm>
            <a:off x="234950" y="882595"/>
            <a:ext cx="2910365" cy="2803524"/>
          </a:xfrm>
          <a:prstGeom prst="rect">
            <a:avLst/>
          </a:prstGeom>
        </p:spPr>
        <p:txBody>
          <a:bodyPr vert="horz" wrap="square" lIns="0" tIns="250190" rIns="0" bIns="0" rtlCol="0">
            <a:spAutoFit/>
          </a:bodyPr>
          <a:lstStyle/>
          <a:p>
            <a:pPr marL="196215" marR="0" lvl="0" indent="0" defTabSz="914400" eaLnBrk="1" fontAlgn="auto" latinLnBrk="0" hangingPunct="1">
              <a:lnSpc>
                <a:spcPct val="100000"/>
              </a:lnSpc>
              <a:spcBef>
                <a:spcPts val="1970"/>
              </a:spcBef>
              <a:spcAft>
                <a:spcPts val="0"/>
              </a:spcAft>
              <a:buClrTx/>
              <a:buSzTx/>
              <a:buFontTx/>
              <a:buNone/>
              <a:tabLst>
                <a:tab pos="708660" algn="l"/>
                <a:tab pos="1186815" algn="l"/>
              </a:tabLst>
              <a:defRPr/>
            </a:pPr>
            <a:r>
              <a:rPr kumimoji="0" sz="3600" b="0" i="0" u="none" strike="noStrike" kern="0" cap="none" spc="-25" normalizeH="0" baseline="0" noProof="0" dirty="0">
                <a:ln>
                  <a:noFill/>
                </a:ln>
                <a:solidFill>
                  <a:srgbClr val="FFFFFF"/>
                </a:solidFill>
                <a:effectLst/>
                <a:uLnTx/>
                <a:uFillTx/>
                <a:latin typeface="Calibri"/>
                <a:cs typeface="Calibri"/>
              </a:rPr>
              <a:t>//</a:t>
            </a:r>
            <a:r>
              <a:rPr kumimoji="0" sz="3600" b="0" i="0" u="none" strike="noStrike" kern="0" cap="none" spc="0" normalizeH="0" baseline="0" noProof="0" dirty="0">
                <a:ln>
                  <a:noFill/>
                </a:ln>
                <a:solidFill>
                  <a:srgbClr val="FFFFFF"/>
                </a:solidFill>
                <a:effectLst/>
                <a:uLnTx/>
                <a:uFillTx/>
                <a:latin typeface="Calibri"/>
                <a:cs typeface="Calibri"/>
              </a:rPr>
              <a:t>	</a:t>
            </a:r>
            <a:r>
              <a:rPr lang="fr-FR" sz="5400" b="1" spc="315" baseline="2314" dirty="0">
                <a:solidFill>
                  <a:srgbClr val="FFFFFF"/>
                </a:solidFill>
                <a:latin typeface="Calibri"/>
                <a:cs typeface="Calibri"/>
              </a:rPr>
              <a:t>D</a:t>
            </a:r>
            <a:r>
              <a:rPr kumimoji="0" sz="5400" b="1" i="0" u="none" strike="noStrike" kern="0" cap="none" spc="0" normalizeH="0" baseline="2314" noProof="0" dirty="0">
                <a:ln>
                  <a:noFill/>
                </a:ln>
                <a:solidFill>
                  <a:srgbClr val="FFFFFF"/>
                </a:solidFill>
                <a:effectLst/>
                <a:uLnTx/>
                <a:uFillTx/>
                <a:latin typeface="Calibri"/>
                <a:cs typeface="Calibri"/>
              </a:rPr>
              <a:t>	</a:t>
            </a:r>
            <a:r>
              <a:rPr kumimoji="0" sz="3600" b="0" i="0" u="none" strike="noStrike" kern="0" cap="none" spc="-25" normalizeH="0" baseline="0" noProof="0" dirty="0">
                <a:ln>
                  <a:noFill/>
                </a:ln>
                <a:solidFill>
                  <a:srgbClr val="FFFFFF"/>
                </a:solidFill>
                <a:effectLst/>
                <a:uLnTx/>
                <a:uFillTx/>
                <a:latin typeface="Calibri"/>
                <a:cs typeface="Calibri"/>
              </a:rPr>
              <a:t>//</a:t>
            </a:r>
            <a:endParaRPr kumimoji="0" sz="3600" b="0" i="0" u="none" strike="noStrike" kern="0" cap="none" spc="0" normalizeH="0" baseline="0" noProof="0" dirty="0">
              <a:ln>
                <a:noFill/>
              </a:ln>
              <a:solidFill>
                <a:sysClr val="windowText" lastClr="000000"/>
              </a:solidFill>
              <a:effectLst/>
              <a:uLnTx/>
              <a:uFillTx/>
              <a:latin typeface="Calibri"/>
              <a:cs typeface="Calibri"/>
            </a:endParaRPr>
          </a:p>
          <a:p>
            <a:pPr marL="12700" marR="0" lvl="0" indent="0" defTabSz="914400" eaLnBrk="1" fontAlgn="auto" latinLnBrk="0" hangingPunct="1">
              <a:lnSpc>
                <a:spcPct val="100000"/>
              </a:lnSpc>
              <a:spcBef>
                <a:spcPts val="1875"/>
              </a:spcBef>
              <a:spcAft>
                <a:spcPts val="0"/>
              </a:spcAft>
              <a:buClrTx/>
              <a:buSzTx/>
              <a:buFontTx/>
              <a:buNone/>
              <a:tabLst/>
              <a:defRPr/>
            </a:pPr>
            <a:r>
              <a:rPr kumimoji="0" sz="3600" b="1" i="0" u="none" strike="noStrike" kern="0" cap="none" spc="375" normalizeH="0" baseline="0" noProof="0" dirty="0">
                <a:ln>
                  <a:noFill/>
                </a:ln>
                <a:solidFill>
                  <a:srgbClr val="FFFFFF"/>
                </a:solidFill>
                <a:effectLst/>
                <a:uLnTx/>
                <a:uFillTx/>
                <a:latin typeface="Calibri"/>
                <a:cs typeface="Calibri"/>
              </a:rPr>
              <a:t>MODULE</a:t>
            </a:r>
            <a:r>
              <a:rPr kumimoji="0" sz="3600" b="1" i="0" u="none" strike="noStrike" kern="0" cap="none" spc="185" normalizeH="0" baseline="0" noProof="0" dirty="0">
                <a:ln>
                  <a:noFill/>
                </a:ln>
                <a:solidFill>
                  <a:srgbClr val="FFFFFF"/>
                </a:solidFill>
                <a:effectLst/>
                <a:uLnTx/>
                <a:uFillTx/>
                <a:latin typeface="Calibri"/>
                <a:cs typeface="Calibri"/>
              </a:rPr>
              <a:t> </a:t>
            </a:r>
            <a:r>
              <a:rPr lang="fr-FR" sz="3600" b="1" spc="160" dirty="0">
                <a:solidFill>
                  <a:srgbClr val="FFFFFF"/>
                </a:solidFill>
                <a:latin typeface="Calibri"/>
                <a:cs typeface="Calibri"/>
              </a:rPr>
              <a:t>4</a:t>
            </a:r>
            <a:r>
              <a:rPr kumimoji="0" sz="3600" b="1" i="0" u="none" strike="noStrike" kern="0" cap="none" spc="190" normalizeH="0" baseline="0" noProof="0" dirty="0">
                <a:ln>
                  <a:noFill/>
                </a:ln>
                <a:solidFill>
                  <a:srgbClr val="FFFFFF"/>
                </a:solidFill>
                <a:effectLst/>
                <a:uLnTx/>
                <a:uFillTx/>
                <a:latin typeface="Calibri"/>
                <a:cs typeface="Calibri"/>
              </a:rPr>
              <a:t> </a:t>
            </a:r>
            <a:r>
              <a:rPr kumimoji="0" sz="3600" b="1" i="0" u="none" strike="noStrike" kern="0" cap="none" spc="310" normalizeH="0" baseline="0" noProof="0" dirty="0">
                <a:ln>
                  <a:noFill/>
                </a:ln>
                <a:solidFill>
                  <a:srgbClr val="FFFFFF"/>
                </a:solidFill>
                <a:effectLst/>
                <a:uLnTx/>
                <a:uFillTx/>
                <a:latin typeface="Calibri"/>
                <a:cs typeface="Calibri"/>
              </a:rPr>
              <a:t>-</a:t>
            </a:r>
            <a:endParaRPr kumimoji="0" sz="3600" b="0" i="0" u="none" strike="noStrike" kern="0" cap="none" spc="0" normalizeH="0" baseline="0" noProof="0" dirty="0">
              <a:ln>
                <a:noFill/>
              </a:ln>
              <a:solidFill>
                <a:sysClr val="windowText" lastClr="000000"/>
              </a:solidFill>
              <a:effectLst/>
              <a:uLnTx/>
              <a:uFillTx/>
              <a:latin typeface="Calibri"/>
              <a:cs typeface="Calibri"/>
            </a:endParaRPr>
          </a:p>
          <a:p>
            <a:pPr marL="12700" marR="878205" lvl="0" indent="0" defTabSz="914400" eaLnBrk="1" fontAlgn="auto" latinLnBrk="0" hangingPunct="1">
              <a:lnSpc>
                <a:spcPct val="100699"/>
              </a:lnSpc>
              <a:spcBef>
                <a:spcPts val="0"/>
              </a:spcBef>
              <a:spcAft>
                <a:spcPts val="0"/>
              </a:spcAft>
              <a:buClrTx/>
              <a:buSzTx/>
              <a:buFontTx/>
              <a:buNone/>
              <a:tabLst/>
              <a:defRPr/>
            </a:pPr>
            <a:r>
              <a:rPr kumimoji="0" lang="fr-FR" sz="2600" b="1" i="0" u="none" strike="noStrike" kern="0" cap="none" spc="215" normalizeH="0" baseline="0" noProof="0" dirty="0">
                <a:ln>
                  <a:noFill/>
                </a:ln>
                <a:solidFill>
                  <a:srgbClr val="FFFFFF"/>
                </a:solidFill>
                <a:effectLst/>
                <a:uLnTx/>
                <a:uFillTx/>
                <a:latin typeface="Calibri"/>
                <a:cs typeface="Calibri"/>
              </a:rPr>
              <a:t>Les types de projets Jenkins</a:t>
            </a:r>
            <a:endParaRPr kumimoji="0" sz="2600" b="0" i="0" u="none" strike="noStrike" kern="0" cap="none" spc="0" normalizeH="0" baseline="0" noProof="0" dirty="0">
              <a:ln>
                <a:noFill/>
              </a:ln>
              <a:solidFill>
                <a:sysClr val="windowText" lastClr="000000"/>
              </a:solidFill>
              <a:effectLst/>
              <a:uLnTx/>
              <a:uFillTx/>
              <a:latin typeface="Calibri"/>
              <a:cs typeface="Calibri"/>
            </a:endParaRPr>
          </a:p>
        </p:txBody>
      </p:sp>
      <p:sp>
        <p:nvSpPr>
          <p:cNvPr id="6" name="object 6">
            <a:extLst>
              <a:ext uri="{FF2B5EF4-FFF2-40B4-BE49-F238E27FC236}">
                <a16:creationId xmlns:a16="http://schemas.microsoft.com/office/drawing/2014/main" id="{1CEC8EBF-3A35-4AE8-F6AA-D050DD35E673}"/>
              </a:ext>
            </a:extLst>
          </p:cNvPr>
          <p:cNvSpPr txBox="1"/>
          <p:nvPr/>
        </p:nvSpPr>
        <p:spPr>
          <a:xfrm>
            <a:off x="4224094" y="725460"/>
            <a:ext cx="5383456" cy="397545"/>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lang="fr-FR" sz="2500" b="1" i="0" u="none" strike="noStrike" kern="0" cap="none" spc="135" normalizeH="0" baseline="0" noProof="0" dirty="0">
                <a:ln>
                  <a:noFill/>
                </a:ln>
                <a:solidFill>
                  <a:srgbClr val="164052"/>
                </a:solidFill>
                <a:effectLst/>
                <a:uLnTx/>
                <a:uFillTx/>
                <a:latin typeface="Calibri"/>
                <a:cs typeface="Calibri"/>
              </a:rPr>
              <a:t>Les différents types de Job</a:t>
            </a:r>
          </a:p>
        </p:txBody>
      </p:sp>
      <p:grpSp>
        <p:nvGrpSpPr>
          <p:cNvPr id="7" name="object 7">
            <a:extLst>
              <a:ext uri="{FF2B5EF4-FFF2-40B4-BE49-F238E27FC236}">
                <a16:creationId xmlns:a16="http://schemas.microsoft.com/office/drawing/2014/main" id="{8DA1CAC3-B07B-B9D5-B93D-7BA3F2043649}"/>
              </a:ext>
            </a:extLst>
          </p:cNvPr>
          <p:cNvGrpSpPr/>
          <p:nvPr/>
        </p:nvGrpSpPr>
        <p:grpSpPr>
          <a:xfrm>
            <a:off x="3274653" y="654050"/>
            <a:ext cx="462915" cy="462915"/>
            <a:chOff x="4635613" y="2004242"/>
            <a:chExt cx="462915" cy="462915"/>
          </a:xfrm>
        </p:grpSpPr>
        <p:sp>
          <p:nvSpPr>
            <p:cNvPr id="8" name="object 8">
              <a:extLst>
                <a:ext uri="{FF2B5EF4-FFF2-40B4-BE49-F238E27FC236}">
                  <a16:creationId xmlns:a16="http://schemas.microsoft.com/office/drawing/2014/main" id="{FD99261D-5A51-8D73-7609-E5A729B9D56F}"/>
                </a:ext>
              </a:extLst>
            </p:cNvPr>
            <p:cNvSpPr/>
            <p:nvPr/>
          </p:nvSpPr>
          <p:spPr>
            <a:xfrm>
              <a:off x="4649901" y="2018530"/>
              <a:ext cx="434340" cy="434340"/>
            </a:xfrm>
            <a:custGeom>
              <a:avLst/>
              <a:gdLst/>
              <a:ahLst/>
              <a:cxnLst/>
              <a:rect l="l" t="t" r="r" b="b"/>
              <a:pathLst>
                <a:path w="434339" h="434339">
                  <a:moveTo>
                    <a:pt x="217067" y="434134"/>
                  </a:moveTo>
                  <a:lnTo>
                    <a:pt x="167295" y="428402"/>
                  </a:lnTo>
                  <a:lnTo>
                    <a:pt x="121606" y="412072"/>
                  </a:lnTo>
                  <a:lnTo>
                    <a:pt x="81302" y="386447"/>
                  </a:lnTo>
                  <a:lnTo>
                    <a:pt x="47687" y="352832"/>
                  </a:lnTo>
                  <a:lnTo>
                    <a:pt x="22062" y="312528"/>
                  </a:lnTo>
                  <a:lnTo>
                    <a:pt x="5732" y="266839"/>
                  </a:lnTo>
                  <a:lnTo>
                    <a:pt x="0" y="217067"/>
                  </a:lnTo>
                  <a:lnTo>
                    <a:pt x="5732" y="167296"/>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4"/>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9">
              <a:extLst>
                <a:ext uri="{FF2B5EF4-FFF2-40B4-BE49-F238E27FC236}">
                  <a16:creationId xmlns:a16="http://schemas.microsoft.com/office/drawing/2014/main" id="{94F5CAA9-73A3-8196-E6B4-F86AA33C2DD0}"/>
                </a:ext>
              </a:extLst>
            </p:cNvPr>
            <p:cNvSpPr/>
            <p:nvPr/>
          </p:nvSpPr>
          <p:spPr>
            <a:xfrm>
              <a:off x="4649901" y="2018530"/>
              <a:ext cx="434340" cy="434340"/>
            </a:xfrm>
            <a:custGeom>
              <a:avLst/>
              <a:gdLst/>
              <a:ahLst/>
              <a:cxnLst/>
              <a:rect l="l" t="t" r="r" b="b"/>
              <a:pathLst>
                <a:path w="434339" h="434339">
                  <a:moveTo>
                    <a:pt x="0" y="217067"/>
                  </a:moveTo>
                  <a:lnTo>
                    <a:pt x="5732" y="167296"/>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4"/>
                  </a:lnTo>
                  <a:lnTo>
                    <a:pt x="167295" y="428402"/>
                  </a:lnTo>
                  <a:lnTo>
                    <a:pt x="121606" y="412072"/>
                  </a:lnTo>
                  <a:lnTo>
                    <a:pt x="81302" y="386447"/>
                  </a:lnTo>
                  <a:lnTo>
                    <a:pt x="47687" y="352832"/>
                  </a:lnTo>
                  <a:lnTo>
                    <a:pt x="22062" y="312528"/>
                  </a:lnTo>
                  <a:lnTo>
                    <a:pt x="5732" y="266839"/>
                  </a:lnTo>
                  <a:lnTo>
                    <a:pt x="0" y="217067"/>
                  </a:lnTo>
                  <a:close/>
                </a:path>
              </a:pathLst>
            </a:custGeom>
            <a:ln w="28574">
              <a:solidFill>
                <a:srgbClr val="8CB93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0" name="object 10">
            <a:extLst>
              <a:ext uri="{FF2B5EF4-FFF2-40B4-BE49-F238E27FC236}">
                <a16:creationId xmlns:a16="http://schemas.microsoft.com/office/drawing/2014/main" id="{149925BB-6764-D112-043A-138F6D861646}"/>
              </a:ext>
            </a:extLst>
          </p:cNvPr>
          <p:cNvSpPr txBox="1"/>
          <p:nvPr/>
        </p:nvSpPr>
        <p:spPr>
          <a:xfrm>
            <a:off x="3423160" y="710211"/>
            <a:ext cx="166370" cy="328295"/>
          </a:xfrm>
          <a:prstGeom prst="rect">
            <a:avLst/>
          </a:prstGeom>
        </p:spPr>
        <p:txBody>
          <a:bodyPr vert="horz" wrap="square" lIns="0" tIns="17145" rIns="0" bIns="0" rtlCol="0">
            <a:spAutoFit/>
          </a:bodyPr>
          <a:lstStyle/>
          <a:p>
            <a:pPr marL="12700" marR="0" lvl="0" indent="0" defTabSz="914400" eaLnBrk="1" fontAlgn="auto" latinLnBrk="0" hangingPunct="1">
              <a:lnSpc>
                <a:spcPct val="100000"/>
              </a:lnSpc>
              <a:spcBef>
                <a:spcPts val="135"/>
              </a:spcBef>
              <a:spcAft>
                <a:spcPts val="0"/>
              </a:spcAft>
              <a:buClrTx/>
              <a:buSzTx/>
              <a:buFontTx/>
              <a:buNone/>
              <a:tabLst/>
              <a:defRPr/>
            </a:pPr>
            <a:r>
              <a:rPr kumimoji="0" lang="fr-FR" sz="1950" b="1" i="0" u="none" strike="noStrike" kern="0" cap="none" spc="55" normalizeH="0" baseline="0" noProof="0" dirty="0">
                <a:ln>
                  <a:noFill/>
                </a:ln>
                <a:solidFill>
                  <a:srgbClr val="8CB939"/>
                </a:solidFill>
                <a:effectLst/>
                <a:uLnTx/>
                <a:uFillTx/>
                <a:latin typeface="Calibri"/>
                <a:cs typeface="Calibri"/>
              </a:rPr>
              <a:t>1</a:t>
            </a:r>
            <a:endParaRPr kumimoji="0" sz="1950" b="0" i="0" u="none" strike="noStrike" kern="0" cap="none" spc="0" normalizeH="0" baseline="0" noProof="0" dirty="0">
              <a:ln>
                <a:noFill/>
              </a:ln>
              <a:solidFill>
                <a:sysClr val="windowText" lastClr="000000"/>
              </a:solidFill>
              <a:effectLst/>
              <a:uLnTx/>
              <a:uFillTx/>
              <a:latin typeface="Calibri"/>
              <a:cs typeface="Calibri"/>
            </a:endParaRPr>
          </a:p>
        </p:txBody>
      </p:sp>
      <p:grpSp>
        <p:nvGrpSpPr>
          <p:cNvPr id="21" name="object 21">
            <a:extLst>
              <a:ext uri="{FF2B5EF4-FFF2-40B4-BE49-F238E27FC236}">
                <a16:creationId xmlns:a16="http://schemas.microsoft.com/office/drawing/2014/main" id="{CDAD950E-E23D-30E5-28C6-54DA04B63E85}"/>
              </a:ext>
            </a:extLst>
          </p:cNvPr>
          <p:cNvGrpSpPr/>
          <p:nvPr/>
        </p:nvGrpSpPr>
        <p:grpSpPr>
          <a:xfrm>
            <a:off x="3274653" y="1654742"/>
            <a:ext cx="462915" cy="462915"/>
            <a:chOff x="4635613" y="4245542"/>
            <a:chExt cx="462915" cy="462915"/>
          </a:xfrm>
        </p:grpSpPr>
        <p:sp>
          <p:nvSpPr>
            <p:cNvPr id="22" name="object 22">
              <a:extLst>
                <a:ext uri="{FF2B5EF4-FFF2-40B4-BE49-F238E27FC236}">
                  <a16:creationId xmlns:a16="http://schemas.microsoft.com/office/drawing/2014/main" id="{C21BFC56-B04D-B07C-74FD-707A23D60816}"/>
                </a:ext>
              </a:extLst>
            </p:cNvPr>
            <p:cNvSpPr/>
            <p:nvPr/>
          </p:nvSpPr>
          <p:spPr>
            <a:xfrm>
              <a:off x="4649901" y="4259829"/>
              <a:ext cx="434340" cy="434340"/>
            </a:xfrm>
            <a:custGeom>
              <a:avLst/>
              <a:gdLst/>
              <a:ahLst/>
              <a:cxnLst/>
              <a:rect l="l" t="t" r="r" b="b"/>
              <a:pathLst>
                <a:path w="434339" h="434339">
                  <a:moveTo>
                    <a:pt x="217067" y="434135"/>
                  </a:moveTo>
                  <a:lnTo>
                    <a:pt x="167295" y="428402"/>
                  </a:lnTo>
                  <a:lnTo>
                    <a:pt x="121606" y="412072"/>
                  </a:lnTo>
                  <a:lnTo>
                    <a:pt x="81302" y="386447"/>
                  </a:lnTo>
                  <a:lnTo>
                    <a:pt x="47687" y="352832"/>
                  </a:lnTo>
                  <a:lnTo>
                    <a:pt x="22062" y="312528"/>
                  </a:lnTo>
                  <a:lnTo>
                    <a:pt x="5732" y="266839"/>
                  </a:lnTo>
                  <a:lnTo>
                    <a:pt x="0" y="217067"/>
                  </a:ln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3" name="object 23">
              <a:extLst>
                <a:ext uri="{FF2B5EF4-FFF2-40B4-BE49-F238E27FC236}">
                  <a16:creationId xmlns:a16="http://schemas.microsoft.com/office/drawing/2014/main" id="{7A28CA4C-D0F2-BE8A-C050-3992E53B5CCD}"/>
                </a:ext>
              </a:extLst>
            </p:cNvPr>
            <p:cNvSpPr/>
            <p:nvPr/>
          </p:nvSpPr>
          <p:spPr>
            <a:xfrm>
              <a:off x="4649901" y="4259829"/>
              <a:ext cx="434340" cy="434340"/>
            </a:xfrm>
            <a:custGeom>
              <a:avLst/>
              <a:gdLst/>
              <a:ahLst/>
              <a:cxnLst/>
              <a:rect l="l" t="t" r="r" b="b"/>
              <a:pathLst>
                <a:path w="434339" h="434339">
                  <a:moveTo>
                    <a:pt x="0" y="217067"/>
                  </a:move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lnTo>
                    <a:pt x="167295" y="428402"/>
                  </a:lnTo>
                  <a:lnTo>
                    <a:pt x="121606" y="412072"/>
                  </a:lnTo>
                  <a:lnTo>
                    <a:pt x="81302" y="386447"/>
                  </a:lnTo>
                  <a:lnTo>
                    <a:pt x="47687" y="352832"/>
                  </a:lnTo>
                  <a:lnTo>
                    <a:pt x="22062" y="312528"/>
                  </a:lnTo>
                  <a:lnTo>
                    <a:pt x="5732" y="266839"/>
                  </a:lnTo>
                  <a:lnTo>
                    <a:pt x="0" y="217067"/>
                  </a:lnTo>
                  <a:close/>
                </a:path>
              </a:pathLst>
            </a:custGeom>
            <a:ln w="28574">
              <a:solidFill>
                <a:srgbClr val="8CB93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4" name="object 24">
            <a:extLst>
              <a:ext uri="{FF2B5EF4-FFF2-40B4-BE49-F238E27FC236}">
                <a16:creationId xmlns:a16="http://schemas.microsoft.com/office/drawing/2014/main" id="{67216348-F265-06B5-D2B1-CD27C8DA3F0D}"/>
              </a:ext>
            </a:extLst>
          </p:cNvPr>
          <p:cNvSpPr txBox="1"/>
          <p:nvPr/>
        </p:nvSpPr>
        <p:spPr>
          <a:xfrm>
            <a:off x="3423160" y="1710903"/>
            <a:ext cx="166370" cy="328295"/>
          </a:xfrm>
          <a:prstGeom prst="rect">
            <a:avLst/>
          </a:prstGeom>
        </p:spPr>
        <p:txBody>
          <a:bodyPr vert="horz" wrap="square" lIns="0" tIns="17145" rIns="0" bIns="0" rtlCol="0">
            <a:spAutoFit/>
          </a:bodyPr>
          <a:lstStyle/>
          <a:p>
            <a:pPr marL="12700" marR="0" lvl="0" indent="0" defTabSz="914400" eaLnBrk="1" fontAlgn="auto" latinLnBrk="0" hangingPunct="1">
              <a:lnSpc>
                <a:spcPct val="100000"/>
              </a:lnSpc>
              <a:spcBef>
                <a:spcPts val="135"/>
              </a:spcBef>
              <a:spcAft>
                <a:spcPts val="0"/>
              </a:spcAft>
              <a:buClrTx/>
              <a:buSzTx/>
              <a:buFontTx/>
              <a:buNone/>
              <a:tabLst/>
              <a:defRPr/>
            </a:pPr>
            <a:r>
              <a:rPr kumimoji="0" lang="fr-FR" sz="1950" b="1" i="0" u="none" strike="noStrike" kern="0" cap="none" spc="55" normalizeH="0" baseline="0" noProof="0" dirty="0">
                <a:ln>
                  <a:noFill/>
                </a:ln>
                <a:solidFill>
                  <a:srgbClr val="8CB939"/>
                </a:solidFill>
                <a:effectLst/>
                <a:uLnTx/>
                <a:uFillTx/>
                <a:latin typeface="Calibri"/>
                <a:cs typeface="Calibri"/>
              </a:rPr>
              <a:t>2</a:t>
            </a:r>
            <a:endParaRPr kumimoji="0" sz="1950" b="0" i="0" u="none" strike="noStrike" kern="0" cap="none" spc="0" normalizeH="0" baseline="0" noProof="0" dirty="0">
              <a:ln>
                <a:noFill/>
              </a:ln>
              <a:solidFill>
                <a:sysClr val="windowText" lastClr="000000"/>
              </a:solidFill>
              <a:effectLst/>
              <a:uLnTx/>
              <a:uFillTx/>
              <a:latin typeface="Calibri"/>
              <a:cs typeface="Calibri"/>
            </a:endParaRPr>
          </a:p>
        </p:txBody>
      </p:sp>
      <p:sp>
        <p:nvSpPr>
          <p:cNvPr id="25" name="object 25">
            <a:extLst>
              <a:ext uri="{FF2B5EF4-FFF2-40B4-BE49-F238E27FC236}">
                <a16:creationId xmlns:a16="http://schemas.microsoft.com/office/drawing/2014/main" id="{42C991A6-9779-1E2C-A4C5-B74B8A68BD1A}"/>
              </a:ext>
            </a:extLst>
          </p:cNvPr>
          <p:cNvSpPr txBox="1"/>
          <p:nvPr/>
        </p:nvSpPr>
        <p:spPr>
          <a:xfrm>
            <a:off x="4208331" y="1704305"/>
            <a:ext cx="6085019" cy="39754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fr-FR" sz="2500" b="1" i="0" u="none" strike="noStrike" kern="0" cap="none" spc="200" normalizeH="0" baseline="0" noProof="0" dirty="0">
                <a:ln>
                  <a:noFill/>
                </a:ln>
                <a:solidFill>
                  <a:srgbClr val="164052"/>
                </a:solidFill>
                <a:effectLst/>
                <a:uLnTx/>
                <a:uFillTx/>
                <a:latin typeface="Calibri"/>
                <a:cs typeface="Calibri"/>
              </a:rPr>
              <a:t>Avantages des pipelines</a:t>
            </a:r>
          </a:p>
        </p:txBody>
      </p:sp>
      <p:sp>
        <p:nvSpPr>
          <p:cNvPr id="36" name="TextBox 35">
            <a:extLst>
              <a:ext uri="{FF2B5EF4-FFF2-40B4-BE49-F238E27FC236}">
                <a16:creationId xmlns:a16="http://schemas.microsoft.com/office/drawing/2014/main" id="{6BA9DA6B-DAF8-CCEB-45EA-185E9B51FDF3}"/>
              </a:ext>
            </a:extLst>
          </p:cNvPr>
          <p:cNvSpPr txBox="1"/>
          <p:nvPr/>
        </p:nvSpPr>
        <p:spPr>
          <a:xfrm>
            <a:off x="9988550" y="7158851"/>
            <a:ext cx="5339166" cy="276999"/>
          </a:xfrm>
          <a:prstGeom prst="rect">
            <a:avLst/>
          </a:prstGeom>
          <a:noFill/>
        </p:spPr>
        <p:txBody>
          <a:bodyPr wrap="square">
            <a:spAutoFit/>
          </a:bodyPr>
          <a:lstStyle/>
          <a:p>
            <a:pPr marL="80010" marR="0" lvl="0" indent="0" defTabSz="914400" eaLnBrk="1" fontAlgn="auto" latinLnBrk="0" hangingPunct="1">
              <a:lnSpc>
                <a:spcPct val="100000"/>
              </a:lnSpc>
              <a:spcBef>
                <a:spcPts val="65"/>
              </a:spcBef>
              <a:spcAft>
                <a:spcPts val="0"/>
              </a:spcAft>
              <a:buClrTx/>
              <a:buSzTx/>
              <a:buFontTx/>
              <a:buNone/>
              <a:tabLst/>
              <a:defRPr/>
            </a:pPr>
            <a:fld id="{81D60167-4931-47E6-BA6A-407CBD079E47}" type="slidenum">
              <a:rPr kumimoji="0" lang="fr-FR" sz="1200" b="0" i="0" u="none" strike="noStrike" kern="0" cap="none" spc="-25" normalizeH="0" baseline="0" noProof="0" smtClean="0">
                <a:ln>
                  <a:noFill/>
                </a:ln>
                <a:solidFill>
                  <a:prstClr val="white"/>
                </a:solidFill>
                <a:effectLst/>
                <a:uLnTx/>
                <a:uFillTx/>
                <a:latin typeface="Calibri"/>
                <a:cs typeface="Calibri"/>
              </a:rPr>
              <a:pPr marL="80010" marR="0" lvl="0" indent="0" defTabSz="914400" eaLnBrk="1" fontAlgn="auto" latinLnBrk="0" hangingPunct="1">
                <a:lnSpc>
                  <a:spcPct val="100000"/>
                </a:lnSpc>
                <a:spcBef>
                  <a:spcPts val="65"/>
                </a:spcBef>
                <a:spcAft>
                  <a:spcPts val="0"/>
                </a:spcAft>
                <a:buClrTx/>
                <a:buSzTx/>
                <a:buFontTx/>
                <a:buNone/>
                <a:tabLst/>
                <a:defRPr/>
              </a:pPr>
              <a:t>47</a:t>
            </a:fld>
            <a:endParaRPr kumimoji="0" lang="fr-FR" sz="1200" b="0" i="0" u="none" strike="noStrike" kern="0" cap="none" spc="-25" normalizeH="0" baseline="0" noProof="0" dirty="0">
              <a:ln>
                <a:noFill/>
              </a:ln>
              <a:solidFill>
                <a:prstClr val="white"/>
              </a:solidFill>
              <a:effectLst/>
              <a:uLnTx/>
              <a:uFillTx/>
              <a:latin typeface="Calibri"/>
              <a:cs typeface="Calibri"/>
            </a:endParaRPr>
          </a:p>
        </p:txBody>
      </p:sp>
      <p:grpSp>
        <p:nvGrpSpPr>
          <p:cNvPr id="11" name="object 21">
            <a:extLst>
              <a:ext uri="{FF2B5EF4-FFF2-40B4-BE49-F238E27FC236}">
                <a16:creationId xmlns:a16="http://schemas.microsoft.com/office/drawing/2014/main" id="{C12E9CAB-1F6D-B623-AEE2-289A03FC218B}"/>
              </a:ext>
            </a:extLst>
          </p:cNvPr>
          <p:cNvGrpSpPr/>
          <p:nvPr/>
        </p:nvGrpSpPr>
        <p:grpSpPr>
          <a:xfrm>
            <a:off x="3282950" y="2645342"/>
            <a:ext cx="462915" cy="462915"/>
            <a:chOff x="4635613" y="4245542"/>
            <a:chExt cx="462915" cy="462915"/>
          </a:xfrm>
        </p:grpSpPr>
        <p:sp>
          <p:nvSpPr>
            <p:cNvPr id="12" name="object 22">
              <a:extLst>
                <a:ext uri="{FF2B5EF4-FFF2-40B4-BE49-F238E27FC236}">
                  <a16:creationId xmlns:a16="http://schemas.microsoft.com/office/drawing/2014/main" id="{772476B4-A57D-EFC2-93FC-21295039586C}"/>
                </a:ext>
              </a:extLst>
            </p:cNvPr>
            <p:cNvSpPr/>
            <p:nvPr/>
          </p:nvSpPr>
          <p:spPr>
            <a:xfrm>
              <a:off x="4649901" y="4259829"/>
              <a:ext cx="434340" cy="434340"/>
            </a:xfrm>
            <a:custGeom>
              <a:avLst/>
              <a:gdLst/>
              <a:ahLst/>
              <a:cxnLst/>
              <a:rect l="l" t="t" r="r" b="b"/>
              <a:pathLst>
                <a:path w="434339" h="434339">
                  <a:moveTo>
                    <a:pt x="217067" y="434135"/>
                  </a:moveTo>
                  <a:lnTo>
                    <a:pt x="167295" y="428402"/>
                  </a:lnTo>
                  <a:lnTo>
                    <a:pt x="121606" y="412072"/>
                  </a:lnTo>
                  <a:lnTo>
                    <a:pt x="81302" y="386447"/>
                  </a:lnTo>
                  <a:lnTo>
                    <a:pt x="47687" y="352832"/>
                  </a:lnTo>
                  <a:lnTo>
                    <a:pt x="22062" y="312528"/>
                  </a:lnTo>
                  <a:lnTo>
                    <a:pt x="5732" y="266839"/>
                  </a:lnTo>
                  <a:lnTo>
                    <a:pt x="0" y="217067"/>
                  </a:ln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3" name="object 23">
              <a:extLst>
                <a:ext uri="{FF2B5EF4-FFF2-40B4-BE49-F238E27FC236}">
                  <a16:creationId xmlns:a16="http://schemas.microsoft.com/office/drawing/2014/main" id="{F6E87999-6007-257F-9824-E02C2A0AD060}"/>
                </a:ext>
              </a:extLst>
            </p:cNvPr>
            <p:cNvSpPr/>
            <p:nvPr/>
          </p:nvSpPr>
          <p:spPr>
            <a:xfrm>
              <a:off x="4649901" y="4259829"/>
              <a:ext cx="434340" cy="434340"/>
            </a:xfrm>
            <a:custGeom>
              <a:avLst/>
              <a:gdLst/>
              <a:ahLst/>
              <a:cxnLst/>
              <a:rect l="l" t="t" r="r" b="b"/>
              <a:pathLst>
                <a:path w="434339" h="434339">
                  <a:moveTo>
                    <a:pt x="0" y="217067"/>
                  </a:move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lnTo>
                    <a:pt x="167295" y="428402"/>
                  </a:lnTo>
                  <a:lnTo>
                    <a:pt x="121606" y="412072"/>
                  </a:lnTo>
                  <a:lnTo>
                    <a:pt x="81302" y="386447"/>
                  </a:lnTo>
                  <a:lnTo>
                    <a:pt x="47687" y="352832"/>
                  </a:lnTo>
                  <a:lnTo>
                    <a:pt x="22062" y="312528"/>
                  </a:lnTo>
                  <a:lnTo>
                    <a:pt x="5732" y="266839"/>
                  </a:lnTo>
                  <a:lnTo>
                    <a:pt x="0" y="217067"/>
                  </a:lnTo>
                  <a:close/>
                </a:path>
              </a:pathLst>
            </a:custGeom>
            <a:ln w="28574">
              <a:solidFill>
                <a:srgbClr val="8CB93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4" name="object 24">
            <a:extLst>
              <a:ext uri="{FF2B5EF4-FFF2-40B4-BE49-F238E27FC236}">
                <a16:creationId xmlns:a16="http://schemas.microsoft.com/office/drawing/2014/main" id="{8F31E7DE-A135-1A2C-DB0A-648EB3638FB2}"/>
              </a:ext>
            </a:extLst>
          </p:cNvPr>
          <p:cNvSpPr txBox="1"/>
          <p:nvPr/>
        </p:nvSpPr>
        <p:spPr>
          <a:xfrm>
            <a:off x="3431457" y="2701503"/>
            <a:ext cx="166370" cy="328295"/>
          </a:xfrm>
          <a:prstGeom prst="rect">
            <a:avLst/>
          </a:prstGeom>
        </p:spPr>
        <p:txBody>
          <a:bodyPr vert="horz" wrap="square" lIns="0" tIns="17145" rIns="0" bIns="0" rtlCol="0">
            <a:spAutoFit/>
          </a:bodyPr>
          <a:lstStyle/>
          <a:p>
            <a:pPr marL="12700" marR="0" lvl="0" indent="0" defTabSz="914400" eaLnBrk="1" fontAlgn="auto" latinLnBrk="0" hangingPunct="1">
              <a:lnSpc>
                <a:spcPct val="100000"/>
              </a:lnSpc>
              <a:spcBef>
                <a:spcPts val="135"/>
              </a:spcBef>
              <a:spcAft>
                <a:spcPts val="0"/>
              </a:spcAft>
              <a:buClrTx/>
              <a:buSzTx/>
              <a:buFontTx/>
              <a:buNone/>
              <a:tabLst/>
              <a:defRPr/>
            </a:pPr>
            <a:r>
              <a:rPr lang="fr-FR" sz="1950" b="1" spc="55" dirty="0">
                <a:solidFill>
                  <a:srgbClr val="8CB939"/>
                </a:solidFill>
                <a:latin typeface="Calibri"/>
                <a:cs typeface="Calibri"/>
              </a:rPr>
              <a:t>3</a:t>
            </a:r>
            <a:endParaRPr kumimoji="0" sz="1950" b="0" i="0" u="none" strike="noStrike" kern="0" cap="none" spc="0" normalizeH="0" baseline="0" noProof="0" dirty="0">
              <a:ln>
                <a:noFill/>
              </a:ln>
              <a:solidFill>
                <a:sysClr val="windowText" lastClr="000000"/>
              </a:solidFill>
              <a:effectLst/>
              <a:uLnTx/>
              <a:uFillTx/>
              <a:latin typeface="Calibri"/>
              <a:cs typeface="Calibri"/>
            </a:endParaRPr>
          </a:p>
        </p:txBody>
      </p:sp>
      <p:sp>
        <p:nvSpPr>
          <p:cNvPr id="15" name="object 25">
            <a:extLst>
              <a:ext uri="{FF2B5EF4-FFF2-40B4-BE49-F238E27FC236}">
                <a16:creationId xmlns:a16="http://schemas.microsoft.com/office/drawing/2014/main" id="{0FC419F4-7AB7-8A54-4B2B-78125B7B3DA7}"/>
              </a:ext>
            </a:extLst>
          </p:cNvPr>
          <p:cNvSpPr txBox="1"/>
          <p:nvPr/>
        </p:nvSpPr>
        <p:spPr>
          <a:xfrm>
            <a:off x="4216628" y="2694905"/>
            <a:ext cx="6085019" cy="39754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fr-FR" sz="2500" b="1" i="0" u="none" strike="noStrike" kern="0" cap="none" spc="200" normalizeH="0" baseline="0" noProof="0" dirty="0">
                <a:ln>
                  <a:noFill/>
                </a:ln>
                <a:solidFill>
                  <a:srgbClr val="164052"/>
                </a:solidFill>
                <a:effectLst/>
                <a:uLnTx/>
                <a:uFillTx/>
                <a:latin typeface="Calibri"/>
                <a:cs typeface="Calibri"/>
              </a:rPr>
              <a:t>Présentation des pipelines</a:t>
            </a:r>
          </a:p>
        </p:txBody>
      </p:sp>
      <p:sp>
        <p:nvSpPr>
          <p:cNvPr id="16" name="object 6">
            <a:extLst>
              <a:ext uri="{FF2B5EF4-FFF2-40B4-BE49-F238E27FC236}">
                <a16:creationId xmlns:a16="http://schemas.microsoft.com/office/drawing/2014/main" id="{65680FC3-0468-C175-9015-421BB1A64F11}"/>
              </a:ext>
            </a:extLst>
          </p:cNvPr>
          <p:cNvSpPr txBox="1"/>
          <p:nvPr/>
        </p:nvSpPr>
        <p:spPr>
          <a:xfrm>
            <a:off x="4232391" y="3849660"/>
            <a:ext cx="5383456" cy="397545"/>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lang="fr-FR" sz="2500" b="1" i="0" u="none" strike="noStrike" kern="0" cap="none" spc="135" normalizeH="0" baseline="0" noProof="0" dirty="0">
                <a:ln>
                  <a:noFill/>
                </a:ln>
                <a:solidFill>
                  <a:srgbClr val="164052"/>
                </a:solidFill>
                <a:effectLst/>
                <a:uLnTx/>
                <a:uFillTx/>
                <a:latin typeface="Calibri"/>
                <a:cs typeface="Calibri"/>
              </a:rPr>
              <a:t>Syntaxe Groovy et DSL</a:t>
            </a:r>
          </a:p>
        </p:txBody>
      </p:sp>
      <p:grpSp>
        <p:nvGrpSpPr>
          <p:cNvPr id="17" name="object 7">
            <a:extLst>
              <a:ext uri="{FF2B5EF4-FFF2-40B4-BE49-F238E27FC236}">
                <a16:creationId xmlns:a16="http://schemas.microsoft.com/office/drawing/2014/main" id="{9A1FE115-1D0C-2646-B5C9-6E8A7C236E0D}"/>
              </a:ext>
            </a:extLst>
          </p:cNvPr>
          <p:cNvGrpSpPr/>
          <p:nvPr/>
        </p:nvGrpSpPr>
        <p:grpSpPr>
          <a:xfrm>
            <a:off x="3282950" y="3778250"/>
            <a:ext cx="462915" cy="462915"/>
            <a:chOff x="4635613" y="2004242"/>
            <a:chExt cx="462915" cy="462915"/>
          </a:xfrm>
        </p:grpSpPr>
        <p:sp>
          <p:nvSpPr>
            <p:cNvPr id="18" name="object 8">
              <a:extLst>
                <a:ext uri="{FF2B5EF4-FFF2-40B4-BE49-F238E27FC236}">
                  <a16:creationId xmlns:a16="http://schemas.microsoft.com/office/drawing/2014/main" id="{52E12383-5F4C-BD99-80C6-2BA3E70845F3}"/>
                </a:ext>
              </a:extLst>
            </p:cNvPr>
            <p:cNvSpPr/>
            <p:nvPr/>
          </p:nvSpPr>
          <p:spPr>
            <a:xfrm>
              <a:off x="4649901" y="2018530"/>
              <a:ext cx="434340" cy="434340"/>
            </a:xfrm>
            <a:custGeom>
              <a:avLst/>
              <a:gdLst/>
              <a:ahLst/>
              <a:cxnLst/>
              <a:rect l="l" t="t" r="r" b="b"/>
              <a:pathLst>
                <a:path w="434339" h="434339">
                  <a:moveTo>
                    <a:pt x="217067" y="434134"/>
                  </a:moveTo>
                  <a:lnTo>
                    <a:pt x="167295" y="428402"/>
                  </a:lnTo>
                  <a:lnTo>
                    <a:pt x="121606" y="412072"/>
                  </a:lnTo>
                  <a:lnTo>
                    <a:pt x="81302" y="386447"/>
                  </a:lnTo>
                  <a:lnTo>
                    <a:pt x="47687" y="352832"/>
                  </a:lnTo>
                  <a:lnTo>
                    <a:pt x="22062" y="312528"/>
                  </a:lnTo>
                  <a:lnTo>
                    <a:pt x="5732" y="266839"/>
                  </a:lnTo>
                  <a:lnTo>
                    <a:pt x="0" y="217067"/>
                  </a:lnTo>
                  <a:lnTo>
                    <a:pt x="5732" y="167296"/>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4"/>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 name="object 9">
              <a:extLst>
                <a:ext uri="{FF2B5EF4-FFF2-40B4-BE49-F238E27FC236}">
                  <a16:creationId xmlns:a16="http://schemas.microsoft.com/office/drawing/2014/main" id="{3907120F-313E-1F43-B72C-68124807C3F5}"/>
                </a:ext>
              </a:extLst>
            </p:cNvPr>
            <p:cNvSpPr/>
            <p:nvPr/>
          </p:nvSpPr>
          <p:spPr>
            <a:xfrm>
              <a:off x="4649901" y="2018530"/>
              <a:ext cx="434340" cy="434340"/>
            </a:xfrm>
            <a:custGeom>
              <a:avLst/>
              <a:gdLst/>
              <a:ahLst/>
              <a:cxnLst/>
              <a:rect l="l" t="t" r="r" b="b"/>
              <a:pathLst>
                <a:path w="434339" h="434339">
                  <a:moveTo>
                    <a:pt x="0" y="217067"/>
                  </a:moveTo>
                  <a:lnTo>
                    <a:pt x="5732" y="167296"/>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4"/>
                  </a:lnTo>
                  <a:lnTo>
                    <a:pt x="167295" y="428402"/>
                  </a:lnTo>
                  <a:lnTo>
                    <a:pt x="121606" y="412072"/>
                  </a:lnTo>
                  <a:lnTo>
                    <a:pt x="81302" y="386447"/>
                  </a:lnTo>
                  <a:lnTo>
                    <a:pt x="47687" y="352832"/>
                  </a:lnTo>
                  <a:lnTo>
                    <a:pt x="22062" y="312528"/>
                  </a:lnTo>
                  <a:lnTo>
                    <a:pt x="5732" y="266839"/>
                  </a:lnTo>
                  <a:lnTo>
                    <a:pt x="0" y="217067"/>
                  </a:lnTo>
                  <a:close/>
                </a:path>
              </a:pathLst>
            </a:custGeom>
            <a:ln w="28574">
              <a:solidFill>
                <a:srgbClr val="8CB93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0" name="object 10">
            <a:extLst>
              <a:ext uri="{FF2B5EF4-FFF2-40B4-BE49-F238E27FC236}">
                <a16:creationId xmlns:a16="http://schemas.microsoft.com/office/drawing/2014/main" id="{58A2AAEF-85E7-313C-BA7E-3521973CD262}"/>
              </a:ext>
            </a:extLst>
          </p:cNvPr>
          <p:cNvSpPr txBox="1"/>
          <p:nvPr/>
        </p:nvSpPr>
        <p:spPr>
          <a:xfrm>
            <a:off x="3431457" y="3834411"/>
            <a:ext cx="166370" cy="328295"/>
          </a:xfrm>
          <a:prstGeom prst="rect">
            <a:avLst/>
          </a:prstGeom>
        </p:spPr>
        <p:txBody>
          <a:bodyPr vert="horz" wrap="square" lIns="0" tIns="17145" rIns="0" bIns="0" rtlCol="0">
            <a:spAutoFit/>
          </a:bodyPr>
          <a:lstStyle/>
          <a:p>
            <a:pPr marL="12700" marR="0" lvl="0" indent="0" defTabSz="914400" eaLnBrk="1" fontAlgn="auto" latinLnBrk="0" hangingPunct="1">
              <a:lnSpc>
                <a:spcPct val="100000"/>
              </a:lnSpc>
              <a:spcBef>
                <a:spcPts val="135"/>
              </a:spcBef>
              <a:spcAft>
                <a:spcPts val="0"/>
              </a:spcAft>
              <a:buClrTx/>
              <a:buSzTx/>
              <a:buFontTx/>
              <a:buNone/>
              <a:tabLst/>
              <a:defRPr/>
            </a:pPr>
            <a:r>
              <a:rPr kumimoji="0" lang="fr-FR" sz="1950" b="1" i="0" u="none" strike="noStrike" kern="0" cap="none" spc="55" normalizeH="0" baseline="0" noProof="0" dirty="0">
                <a:ln>
                  <a:noFill/>
                </a:ln>
                <a:solidFill>
                  <a:srgbClr val="8CB939"/>
                </a:solidFill>
                <a:effectLst/>
                <a:uLnTx/>
                <a:uFillTx/>
                <a:latin typeface="Calibri"/>
                <a:cs typeface="Calibri"/>
              </a:rPr>
              <a:t>4</a:t>
            </a:r>
            <a:endParaRPr kumimoji="0" sz="1950" b="0" i="0" u="none" strike="noStrike" kern="0" cap="none" spc="0" normalizeH="0" baseline="0" noProof="0" dirty="0">
              <a:ln>
                <a:noFill/>
              </a:ln>
              <a:solidFill>
                <a:sysClr val="windowText" lastClr="000000"/>
              </a:solidFill>
              <a:effectLst/>
              <a:uLnTx/>
              <a:uFillTx/>
              <a:latin typeface="Calibri"/>
              <a:cs typeface="Calibri"/>
            </a:endParaRPr>
          </a:p>
        </p:txBody>
      </p:sp>
      <p:grpSp>
        <p:nvGrpSpPr>
          <p:cNvPr id="26" name="object 21">
            <a:extLst>
              <a:ext uri="{FF2B5EF4-FFF2-40B4-BE49-F238E27FC236}">
                <a16:creationId xmlns:a16="http://schemas.microsoft.com/office/drawing/2014/main" id="{C16FDD53-0DF1-16C7-1280-35D0482B3F22}"/>
              </a:ext>
            </a:extLst>
          </p:cNvPr>
          <p:cNvGrpSpPr/>
          <p:nvPr/>
        </p:nvGrpSpPr>
        <p:grpSpPr>
          <a:xfrm>
            <a:off x="3282950" y="4778942"/>
            <a:ext cx="462915" cy="462915"/>
            <a:chOff x="4635613" y="4245542"/>
            <a:chExt cx="462915" cy="462915"/>
          </a:xfrm>
        </p:grpSpPr>
        <p:sp>
          <p:nvSpPr>
            <p:cNvPr id="27" name="object 22">
              <a:extLst>
                <a:ext uri="{FF2B5EF4-FFF2-40B4-BE49-F238E27FC236}">
                  <a16:creationId xmlns:a16="http://schemas.microsoft.com/office/drawing/2014/main" id="{76F81C0B-DB44-6A94-0A19-ECF3DF42C8C4}"/>
                </a:ext>
              </a:extLst>
            </p:cNvPr>
            <p:cNvSpPr/>
            <p:nvPr/>
          </p:nvSpPr>
          <p:spPr>
            <a:xfrm>
              <a:off x="4649901" y="4259829"/>
              <a:ext cx="434340" cy="434340"/>
            </a:xfrm>
            <a:custGeom>
              <a:avLst/>
              <a:gdLst/>
              <a:ahLst/>
              <a:cxnLst/>
              <a:rect l="l" t="t" r="r" b="b"/>
              <a:pathLst>
                <a:path w="434339" h="434339">
                  <a:moveTo>
                    <a:pt x="217067" y="434135"/>
                  </a:moveTo>
                  <a:lnTo>
                    <a:pt x="167295" y="428402"/>
                  </a:lnTo>
                  <a:lnTo>
                    <a:pt x="121606" y="412072"/>
                  </a:lnTo>
                  <a:lnTo>
                    <a:pt x="81302" y="386447"/>
                  </a:lnTo>
                  <a:lnTo>
                    <a:pt x="47687" y="352832"/>
                  </a:lnTo>
                  <a:lnTo>
                    <a:pt x="22062" y="312528"/>
                  </a:lnTo>
                  <a:lnTo>
                    <a:pt x="5732" y="266839"/>
                  </a:lnTo>
                  <a:lnTo>
                    <a:pt x="0" y="217067"/>
                  </a:ln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8" name="object 23">
              <a:extLst>
                <a:ext uri="{FF2B5EF4-FFF2-40B4-BE49-F238E27FC236}">
                  <a16:creationId xmlns:a16="http://schemas.microsoft.com/office/drawing/2014/main" id="{EB4064CE-001D-B67D-C94C-30E23BC0F8FB}"/>
                </a:ext>
              </a:extLst>
            </p:cNvPr>
            <p:cNvSpPr/>
            <p:nvPr/>
          </p:nvSpPr>
          <p:spPr>
            <a:xfrm>
              <a:off x="4649901" y="4259829"/>
              <a:ext cx="434340" cy="434340"/>
            </a:xfrm>
            <a:custGeom>
              <a:avLst/>
              <a:gdLst/>
              <a:ahLst/>
              <a:cxnLst/>
              <a:rect l="l" t="t" r="r" b="b"/>
              <a:pathLst>
                <a:path w="434339" h="434339">
                  <a:moveTo>
                    <a:pt x="0" y="217067"/>
                  </a:move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lnTo>
                    <a:pt x="167295" y="428402"/>
                  </a:lnTo>
                  <a:lnTo>
                    <a:pt x="121606" y="412072"/>
                  </a:lnTo>
                  <a:lnTo>
                    <a:pt x="81302" y="386447"/>
                  </a:lnTo>
                  <a:lnTo>
                    <a:pt x="47687" y="352832"/>
                  </a:lnTo>
                  <a:lnTo>
                    <a:pt x="22062" y="312528"/>
                  </a:lnTo>
                  <a:lnTo>
                    <a:pt x="5732" y="266839"/>
                  </a:lnTo>
                  <a:lnTo>
                    <a:pt x="0" y="217067"/>
                  </a:lnTo>
                  <a:close/>
                </a:path>
              </a:pathLst>
            </a:custGeom>
            <a:ln w="28574">
              <a:solidFill>
                <a:srgbClr val="8CB93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9" name="object 24">
            <a:extLst>
              <a:ext uri="{FF2B5EF4-FFF2-40B4-BE49-F238E27FC236}">
                <a16:creationId xmlns:a16="http://schemas.microsoft.com/office/drawing/2014/main" id="{A39FAA4D-E482-5ED9-1D68-0C537CE4F0D7}"/>
              </a:ext>
            </a:extLst>
          </p:cNvPr>
          <p:cNvSpPr txBox="1"/>
          <p:nvPr/>
        </p:nvSpPr>
        <p:spPr>
          <a:xfrm>
            <a:off x="3431457" y="4835103"/>
            <a:ext cx="166370" cy="328295"/>
          </a:xfrm>
          <a:prstGeom prst="rect">
            <a:avLst/>
          </a:prstGeom>
        </p:spPr>
        <p:txBody>
          <a:bodyPr vert="horz" wrap="square" lIns="0" tIns="17145" rIns="0" bIns="0" rtlCol="0">
            <a:spAutoFit/>
          </a:bodyPr>
          <a:lstStyle/>
          <a:p>
            <a:pPr marL="12700" marR="0" lvl="0" indent="0" defTabSz="914400" eaLnBrk="1" fontAlgn="auto" latinLnBrk="0" hangingPunct="1">
              <a:lnSpc>
                <a:spcPct val="100000"/>
              </a:lnSpc>
              <a:spcBef>
                <a:spcPts val="135"/>
              </a:spcBef>
              <a:spcAft>
                <a:spcPts val="0"/>
              </a:spcAft>
              <a:buClrTx/>
              <a:buSzTx/>
              <a:buFontTx/>
              <a:buNone/>
              <a:tabLst/>
              <a:defRPr/>
            </a:pPr>
            <a:r>
              <a:rPr kumimoji="0" lang="fr-FR" sz="1950" b="1" i="0" u="none" strike="noStrike" kern="0" cap="none" spc="55" normalizeH="0" baseline="0" noProof="0" dirty="0">
                <a:ln>
                  <a:noFill/>
                </a:ln>
                <a:solidFill>
                  <a:srgbClr val="8CB939"/>
                </a:solidFill>
                <a:effectLst/>
                <a:uLnTx/>
                <a:uFillTx/>
                <a:latin typeface="Calibri"/>
                <a:cs typeface="Calibri"/>
              </a:rPr>
              <a:t>5</a:t>
            </a:r>
            <a:endParaRPr kumimoji="0" sz="1950" b="0" i="0" u="none" strike="noStrike" kern="0" cap="none" spc="0" normalizeH="0" baseline="0" noProof="0" dirty="0">
              <a:ln>
                <a:noFill/>
              </a:ln>
              <a:solidFill>
                <a:sysClr val="windowText" lastClr="000000"/>
              </a:solidFill>
              <a:effectLst/>
              <a:uLnTx/>
              <a:uFillTx/>
              <a:latin typeface="Calibri"/>
              <a:cs typeface="Calibri"/>
            </a:endParaRPr>
          </a:p>
        </p:txBody>
      </p:sp>
      <p:sp>
        <p:nvSpPr>
          <p:cNvPr id="30" name="object 25">
            <a:extLst>
              <a:ext uri="{FF2B5EF4-FFF2-40B4-BE49-F238E27FC236}">
                <a16:creationId xmlns:a16="http://schemas.microsoft.com/office/drawing/2014/main" id="{EF14AA72-D975-A611-CA36-027CA0EC4BC7}"/>
              </a:ext>
            </a:extLst>
          </p:cNvPr>
          <p:cNvSpPr txBox="1"/>
          <p:nvPr/>
        </p:nvSpPr>
        <p:spPr>
          <a:xfrm>
            <a:off x="4216628" y="4828505"/>
            <a:ext cx="6085019" cy="39754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fr-FR" sz="2500" b="1" i="0" u="none" strike="noStrike" kern="0" cap="none" spc="200" normalizeH="0" baseline="0" noProof="0" dirty="0">
                <a:ln>
                  <a:noFill/>
                </a:ln>
                <a:solidFill>
                  <a:srgbClr val="164052"/>
                </a:solidFill>
                <a:effectLst/>
                <a:uLnTx/>
                <a:uFillTx/>
                <a:latin typeface="Calibri"/>
                <a:cs typeface="Calibri"/>
              </a:rPr>
              <a:t>Déclaratif vs </a:t>
            </a:r>
            <a:r>
              <a:rPr kumimoji="0" lang="fr-FR" sz="2500" b="1" i="0" u="none" strike="noStrike" kern="0" cap="none" spc="200" normalizeH="0" baseline="0" noProof="0" dirty="0" err="1">
                <a:ln>
                  <a:noFill/>
                </a:ln>
                <a:solidFill>
                  <a:srgbClr val="164052"/>
                </a:solidFill>
                <a:effectLst/>
                <a:uLnTx/>
                <a:uFillTx/>
                <a:latin typeface="Calibri"/>
                <a:cs typeface="Calibri"/>
              </a:rPr>
              <a:t>Scripted</a:t>
            </a:r>
            <a:endParaRPr kumimoji="0" lang="fr-FR" sz="2500" b="1" i="0" u="none" strike="noStrike" kern="0" cap="none" spc="200" normalizeH="0" baseline="0" noProof="0" dirty="0">
              <a:ln>
                <a:noFill/>
              </a:ln>
              <a:solidFill>
                <a:srgbClr val="164052"/>
              </a:solidFill>
              <a:effectLst/>
              <a:uLnTx/>
              <a:uFillTx/>
              <a:latin typeface="Calibri"/>
              <a:cs typeface="Calibri"/>
            </a:endParaRPr>
          </a:p>
        </p:txBody>
      </p:sp>
      <p:grpSp>
        <p:nvGrpSpPr>
          <p:cNvPr id="31" name="object 21">
            <a:extLst>
              <a:ext uri="{FF2B5EF4-FFF2-40B4-BE49-F238E27FC236}">
                <a16:creationId xmlns:a16="http://schemas.microsoft.com/office/drawing/2014/main" id="{6B277104-1516-8F0B-3AE0-EA3B34D7595C}"/>
              </a:ext>
            </a:extLst>
          </p:cNvPr>
          <p:cNvGrpSpPr/>
          <p:nvPr/>
        </p:nvGrpSpPr>
        <p:grpSpPr>
          <a:xfrm>
            <a:off x="3291247" y="5769542"/>
            <a:ext cx="462915" cy="462915"/>
            <a:chOff x="4635613" y="4245542"/>
            <a:chExt cx="462915" cy="462915"/>
          </a:xfrm>
        </p:grpSpPr>
        <p:sp>
          <p:nvSpPr>
            <p:cNvPr id="32" name="object 22">
              <a:extLst>
                <a:ext uri="{FF2B5EF4-FFF2-40B4-BE49-F238E27FC236}">
                  <a16:creationId xmlns:a16="http://schemas.microsoft.com/office/drawing/2014/main" id="{9ED67BF3-B424-3B73-2058-0B0013CDEFED}"/>
                </a:ext>
              </a:extLst>
            </p:cNvPr>
            <p:cNvSpPr/>
            <p:nvPr/>
          </p:nvSpPr>
          <p:spPr>
            <a:xfrm>
              <a:off x="4649901" y="4259829"/>
              <a:ext cx="434340" cy="434340"/>
            </a:xfrm>
            <a:custGeom>
              <a:avLst/>
              <a:gdLst/>
              <a:ahLst/>
              <a:cxnLst/>
              <a:rect l="l" t="t" r="r" b="b"/>
              <a:pathLst>
                <a:path w="434339" h="434339">
                  <a:moveTo>
                    <a:pt x="217067" y="434135"/>
                  </a:moveTo>
                  <a:lnTo>
                    <a:pt x="167295" y="428402"/>
                  </a:lnTo>
                  <a:lnTo>
                    <a:pt x="121606" y="412072"/>
                  </a:lnTo>
                  <a:lnTo>
                    <a:pt x="81302" y="386447"/>
                  </a:lnTo>
                  <a:lnTo>
                    <a:pt x="47687" y="352832"/>
                  </a:lnTo>
                  <a:lnTo>
                    <a:pt x="22062" y="312528"/>
                  </a:lnTo>
                  <a:lnTo>
                    <a:pt x="5732" y="266839"/>
                  </a:lnTo>
                  <a:lnTo>
                    <a:pt x="0" y="217067"/>
                  </a:ln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3" name="object 23">
              <a:extLst>
                <a:ext uri="{FF2B5EF4-FFF2-40B4-BE49-F238E27FC236}">
                  <a16:creationId xmlns:a16="http://schemas.microsoft.com/office/drawing/2014/main" id="{9F0114F8-43FB-D41C-C9B9-CC9DDA0DBE89}"/>
                </a:ext>
              </a:extLst>
            </p:cNvPr>
            <p:cNvSpPr/>
            <p:nvPr/>
          </p:nvSpPr>
          <p:spPr>
            <a:xfrm>
              <a:off x="4649901" y="4259829"/>
              <a:ext cx="434340" cy="434340"/>
            </a:xfrm>
            <a:custGeom>
              <a:avLst/>
              <a:gdLst/>
              <a:ahLst/>
              <a:cxnLst/>
              <a:rect l="l" t="t" r="r" b="b"/>
              <a:pathLst>
                <a:path w="434339" h="434339">
                  <a:moveTo>
                    <a:pt x="0" y="217067"/>
                  </a:move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lnTo>
                    <a:pt x="167295" y="428402"/>
                  </a:lnTo>
                  <a:lnTo>
                    <a:pt x="121606" y="412072"/>
                  </a:lnTo>
                  <a:lnTo>
                    <a:pt x="81302" y="386447"/>
                  </a:lnTo>
                  <a:lnTo>
                    <a:pt x="47687" y="352832"/>
                  </a:lnTo>
                  <a:lnTo>
                    <a:pt x="22062" y="312528"/>
                  </a:lnTo>
                  <a:lnTo>
                    <a:pt x="5732" y="266839"/>
                  </a:lnTo>
                  <a:lnTo>
                    <a:pt x="0" y="217067"/>
                  </a:lnTo>
                  <a:close/>
                </a:path>
              </a:pathLst>
            </a:custGeom>
            <a:ln w="28574">
              <a:solidFill>
                <a:srgbClr val="8CB93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34" name="object 24">
            <a:extLst>
              <a:ext uri="{FF2B5EF4-FFF2-40B4-BE49-F238E27FC236}">
                <a16:creationId xmlns:a16="http://schemas.microsoft.com/office/drawing/2014/main" id="{192DDACB-E5B5-E79C-FF9C-083DDF5111B7}"/>
              </a:ext>
            </a:extLst>
          </p:cNvPr>
          <p:cNvSpPr txBox="1"/>
          <p:nvPr/>
        </p:nvSpPr>
        <p:spPr>
          <a:xfrm>
            <a:off x="3439754" y="5825703"/>
            <a:ext cx="166370" cy="328295"/>
          </a:xfrm>
          <a:prstGeom prst="rect">
            <a:avLst/>
          </a:prstGeom>
        </p:spPr>
        <p:txBody>
          <a:bodyPr vert="horz" wrap="square" lIns="0" tIns="17145" rIns="0" bIns="0" rtlCol="0">
            <a:spAutoFit/>
          </a:bodyPr>
          <a:lstStyle/>
          <a:p>
            <a:pPr marL="12700" marR="0" lvl="0" indent="0" defTabSz="914400" eaLnBrk="1" fontAlgn="auto" latinLnBrk="0" hangingPunct="1">
              <a:lnSpc>
                <a:spcPct val="100000"/>
              </a:lnSpc>
              <a:spcBef>
                <a:spcPts val="135"/>
              </a:spcBef>
              <a:spcAft>
                <a:spcPts val="0"/>
              </a:spcAft>
              <a:buClrTx/>
              <a:buSzTx/>
              <a:buFontTx/>
              <a:buNone/>
              <a:tabLst/>
              <a:defRPr/>
            </a:pPr>
            <a:r>
              <a:rPr lang="fr-FR" sz="1950" b="1" spc="55" dirty="0">
                <a:solidFill>
                  <a:srgbClr val="8CB939"/>
                </a:solidFill>
                <a:latin typeface="Calibri"/>
                <a:cs typeface="Calibri"/>
              </a:rPr>
              <a:t>6</a:t>
            </a:r>
            <a:endParaRPr kumimoji="0" sz="1950" b="0" i="0" u="none" strike="noStrike" kern="0" cap="none" spc="0" normalizeH="0" baseline="0" noProof="0" dirty="0">
              <a:ln>
                <a:noFill/>
              </a:ln>
              <a:solidFill>
                <a:sysClr val="windowText" lastClr="000000"/>
              </a:solidFill>
              <a:effectLst/>
              <a:uLnTx/>
              <a:uFillTx/>
              <a:latin typeface="Calibri"/>
              <a:cs typeface="Calibri"/>
            </a:endParaRPr>
          </a:p>
        </p:txBody>
      </p:sp>
      <p:sp>
        <p:nvSpPr>
          <p:cNvPr id="35" name="object 25">
            <a:extLst>
              <a:ext uri="{FF2B5EF4-FFF2-40B4-BE49-F238E27FC236}">
                <a16:creationId xmlns:a16="http://schemas.microsoft.com/office/drawing/2014/main" id="{619FD956-41E7-CD3D-A985-BE67D27898AB}"/>
              </a:ext>
            </a:extLst>
          </p:cNvPr>
          <p:cNvSpPr txBox="1"/>
          <p:nvPr/>
        </p:nvSpPr>
        <p:spPr>
          <a:xfrm>
            <a:off x="4224925" y="5819105"/>
            <a:ext cx="6085019" cy="39754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fr-FR" sz="2500" b="1" i="0" u="none" strike="noStrike" kern="0" cap="none" spc="200" normalizeH="0" baseline="0" noProof="0" dirty="0">
                <a:ln>
                  <a:noFill/>
                </a:ln>
                <a:solidFill>
                  <a:srgbClr val="164052"/>
                </a:solidFill>
                <a:effectLst/>
                <a:uLnTx/>
                <a:uFillTx/>
                <a:latin typeface="Calibri"/>
                <a:cs typeface="Calibri"/>
              </a:rPr>
              <a:t>Structure et étapes d’un </a:t>
            </a:r>
            <a:r>
              <a:rPr kumimoji="0" lang="fr-FR" sz="2500" b="1" i="0" u="none" strike="noStrike" kern="0" cap="none" spc="200" normalizeH="0" baseline="0" noProof="0" dirty="0" err="1">
                <a:ln>
                  <a:noFill/>
                </a:ln>
                <a:solidFill>
                  <a:srgbClr val="164052"/>
                </a:solidFill>
                <a:effectLst/>
                <a:uLnTx/>
                <a:uFillTx/>
                <a:latin typeface="Calibri"/>
                <a:cs typeface="Calibri"/>
              </a:rPr>
              <a:t>Jenkinsfile</a:t>
            </a:r>
            <a:endParaRPr kumimoji="0" lang="fr-FR" sz="2500" b="1" i="0" u="none" strike="noStrike" kern="0" cap="none" spc="200" normalizeH="0" baseline="0" noProof="0" dirty="0">
              <a:ln>
                <a:noFill/>
              </a:ln>
              <a:solidFill>
                <a:srgbClr val="164052"/>
              </a:solidFill>
              <a:effectLst/>
              <a:uLnTx/>
              <a:uFillTx/>
              <a:latin typeface="Calibri"/>
              <a:cs typeface="Calibri"/>
            </a:endParaRPr>
          </a:p>
        </p:txBody>
      </p:sp>
    </p:spTree>
    <p:extLst>
      <p:ext uri="{BB962C8B-B14F-4D97-AF65-F5344CB8AC3E}">
        <p14:creationId xmlns:p14="http://schemas.microsoft.com/office/powerpoint/2010/main" val="18775056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54048" y="98310"/>
            <a:ext cx="8572603" cy="553998"/>
          </a:xfrm>
        </p:spPr>
        <p:txBody>
          <a:bodyPr/>
          <a:lstStyle/>
          <a:p>
            <a:r>
              <a:rPr lang="fr-FR" b="1" spc="125" dirty="0"/>
              <a:t>Les différents types de Job</a:t>
            </a:r>
            <a:endParaRPr lang="fr-FR" sz="2800" dirty="0"/>
          </a:p>
        </p:txBody>
      </p:sp>
      <p:sp>
        <p:nvSpPr>
          <p:cNvPr id="5" name="object 2"/>
          <p:cNvSpPr txBox="1"/>
          <p:nvPr/>
        </p:nvSpPr>
        <p:spPr>
          <a:xfrm>
            <a:off x="466373"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1</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9" name="Rectangle 8"/>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kumimoji="0" lang="fr-FR" sz="1200" b="0" i="0" u="none" strike="noStrike" kern="0" cap="none" spc="-25" normalizeH="0" baseline="0" noProof="0" dirty="0">
                <a:ln>
                  <a:noFill/>
                </a:ln>
                <a:solidFill>
                  <a:prstClr val="white"/>
                </a:solidFill>
                <a:effectLst/>
                <a:uLnTx/>
                <a:uFillTx/>
                <a:latin typeface="Calibri"/>
                <a:cs typeface="Calibri"/>
              </a:rPr>
              <a:t>48</a:t>
            </a:r>
          </a:p>
        </p:txBody>
      </p:sp>
      <p:sp>
        <p:nvSpPr>
          <p:cNvPr id="7" name="TextBox 6">
            <a:extLst>
              <a:ext uri="{FF2B5EF4-FFF2-40B4-BE49-F238E27FC236}">
                <a16:creationId xmlns:a16="http://schemas.microsoft.com/office/drawing/2014/main" id="{AC1716B7-3A8F-F8D3-26D1-7518778ABAD8}"/>
              </a:ext>
            </a:extLst>
          </p:cNvPr>
          <p:cNvSpPr txBox="1"/>
          <p:nvPr/>
        </p:nvSpPr>
        <p:spPr>
          <a:xfrm>
            <a:off x="1073150" y="730250"/>
            <a:ext cx="5340096" cy="523220"/>
          </a:xfrm>
          <a:prstGeom prst="rect">
            <a:avLst/>
          </a:prstGeom>
          <a:noFill/>
        </p:spPr>
        <p:txBody>
          <a:bodyPr wrap="square">
            <a:spAutoFit/>
          </a:bodyPr>
          <a:lstStyle/>
          <a:p>
            <a:r>
              <a:rPr kumimoji="0" lang="fr-FR" sz="2800" b="0" i="0" u="none" strike="noStrike" kern="0" cap="none" spc="0" normalizeH="0" baseline="0" noProof="0" dirty="0">
                <a:ln>
                  <a:noFill/>
                </a:ln>
                <a:solidFill>
                  <a:srgbClr val="164052"/>
                </a:solidFill>
                <a:effectLst/>
                <a:uLnTx/>
                <a:uFillTx/>
                <a:latin typeface="Calibri"/>
                <a:ea typeface="+mj-ea"/>
                <a:cs typeface="Calibri"/>
              </a:rPr>
              <a:t>Freestyle vs Pipeline</a:t>
            </a:r>
            <a:endParaRPr lang="fr-FR" dirty="0"/>
          </a:p>
        </p:txBody>
      </p:sp>
      <p:sp>
        <p:nvSpPr>
          <p:cNvPr id="13" name="TextBox 12">
            <a:extLst>
              <a:ext uri="{FF2B5EF4-FFF2-40B4-BE49-F238E27FC236}">
                <a16:creationId xmlns:a16="http://schemas.microsoft.com/office/drawing/2014/main" id="{63633482-6BFB-EB63-29D9-29479C85FEB6}"/>
              </a:ext>
            </a:extLst>
          </p:cNvPr>
          <p:cNvSpPr txBox="1"/>
          <p:nvPr/>
        </p:nvSpPr>
        <p:spPr>
          <a:xfrm>
            <a:off x="920750" y="1492250"/>
            <a:ext cx="9067800" cy="4610365"/>
          </a:xfrm>
          <a:prstGeom prst="rect">
            <a:avLst/>
          </a:prstGeom>
          <a:noFill/>
        </p:spPr>
        <p:txBody>
          <a:bodyPr wrap="square">
            <a:spAutoFit/>
          </a:bodyPr>
          <a:lstStyle/>
          <a:p>
            <a:pPr>
              <a:lnSpc>
                <a:spcPct val="150000"/>
              </a:lnSpc>
            </a:pPr>
            <a:r>
              <a:rPr lang="fr-FR" sz="2200" b="1" dirty="0">
                <a:latin typeface="+mj-lt"/>
              </a:rPr>
              <a:t>Freestyle</a:t>
            </a:r>
          </a:p>
          <a:p>
            <a:pPr marL="342900" indent="-342900">
              <a:lnSpc>
                <a:spcPct val="150000"/>
              </a:lnSpc>
              <a:buFont typeface="Arial" panose="020B0604020202020204" pitchFamily="34" charset="0"/>
              <a:buChar char="•"/>
            </a:pPr>
            <a:r>
              <a:rPr lang="fr-FR" sz="2200" dirty="0">
                <a:latin typeface="+mj-lt"/>
              </a:rPr>
              <a:t>Interface graphique pour configurer des jobs</a:t>
            </a:r>
          </a:p>
          <a:p>
            <a:pPr marL="342900" indent="-342900">
              <a:lnSpc>
                <a:spcPct val="150000"/>
              </a:lnSpc>
              <a:buFont typeface="Arial" panose="020B0604020202020204" pitchFamily="34" charset="0"/>
              <a:buChar char="•"/>
            </a:pPr>
            <a:r>
              <a:rPr lang="fr-FR" sz="2200" dirty="0">
                <a:latin typeface="+mj-lt"/>
              </a:rPr>
              <a:t>Simple à utiliser, mais limité en flexibilité</a:t>
            </a:r>
          </a:p>
          <a:p>
            <a:pPr marL="342900" indent="-342900">
              <a:lnSpc>
                <a:spcPct val="150000"/>
              </a:lnSpc>
              <a:buFont typeface="Arial" panose="020B0604020202020204" pitchFamily="34" charset="0"/>
              <a:buChar char="•"/>
            </a:pPr>
            <a:r>
              <a:rPr lang="fr-FR" sz="2200" dirty="0">
                <a:latin typeface="+mj-lt"/>
              </a:rPr>
              <a:t>Idéal pour des tâches simples (compilation, tests unitaires…)</a:t>
            </a:r>
          </a:p>
          <a:p>
            <a:pPr>
              <a:lnSpc>
                <a:spcPct val="150000"/>
              </a:lnSpc>
            </a:pPr>
            <a:r>
              <a:rPr lang="fr-FR" sz="2200" b="1" dirty="0">
                <a:latin typeface="+mj-lt"/>
              </a:rPr>
              <a:t>Pipeline</a:t>
            </a:r>
          </a:p>
          <a:p>
            <a:pPr marL="342900" indent="-342900">
              <a:lnSpc>
                <a:spcPct val="150000"/>
              </a:lnSpc>
              <a:buFont typeface="Arial" panose="020B0604020202020204" pitchFamily="34" charset="0"/>
              <a:buChar char="•"/>
            </a:pPr>
            <a:r>
              <a:rPr lang="fr-FR" sz="2200" dirty="0">
                <a:latin typeface="+mj-lt"/>
              </a:rPr>
              <a:t>Définition du workflow sous forme de code (</a:t>
            </a:r>
            <a:r>
              <a:rPr lang="fr-FR" sz="2200" dirty="0" err="1">
                <a:latin typeface="+mj-lt"/>
              </a:rPr>
              <a:t>Jenkinsfile</a:t>
            </a:r>
            <a:r>
              <a:rPr lang="fr-FR" sz="2200" dirty="0">
                <a:latin typeface="+mj-lt"/>
              </a:rPr>
              <a:t>)</a:t>
            </a:r>
          </a:p>
          <a:p>
            <a:pPr marL="342900" indent="-342900">
              <a:lnSpc>
                <a:spcPct val="150000"/>
              </a:lnSpc>
              <a:buFont typeface="Arial" panose="020B0604020202020204" pitchFamily="34" charset="0"/>
              <a:buChar char="•"/>
            </a:pPr>
            <a:r>
              <a:rPr lang="fr-FR" sz="2200" dirty="0">
                <a:latin typeface="+mj-lt"/>
              </a:rPr>
              <a:t>Plus puissant et flexible</a:t>
            </a:r>
          </a:p>
          <a:p>
            <a:pPr marL="342900" indent="-342900">
              <a:lnSpc>
                <a:spcPct val="150000"/>
              </a:lnSpc>
              <a:buFont typeface="Arial" panose="020B0604020202020204" pitchFamily="34" charset="0"/>
              <a:buChar char="•"/>
            </a:pPr>
            <a:r>
              <a:rPr lang="fr-FR" sz="2200" dirty="0">
                <a:latin typeface="+mj-lt"/>
              </a:rPr>
              <a:t>Supporte l'intégration avec Git et le contrôle de version</a:t>
            </a:r>
          </a:p>
          <a:p>
            <a:pPr marL="342900" indent="-342900">
              <a:lnSpc>
                <a:spcPct val="150000"/>
              </a:lnSpc>
              <a:buFont typeface="Arial" panose="020B0604020202020204" pitchFamily="34" charset="0"/>
              <a:buChar char="•"/>
            </a:pPr>
            <a:r>
              <a:rPr lang="fr-FR" sz="2200" dirty="0">
                <a:latin typeface="+mj-lt"/>
              </a:rPr>
              <a:t>Permet la parallélisation et la gestion avancée des erreurs</a:t>
            </a:r>
          </a:p>
        </p:txBody>
      </p:sp>
    </p:spTree>
    <p:extLst>
      <p:ext uri="{BB962C8B-B14F-4D97-AF65-F5344CB8AC3E}">
        <p14:creationId xmlns:p14="http://schemas.microsoft.com/office/powerpoint/2010/main" val="4499773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956A9-9A9D-7927-1854-FCF6A31B52A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A38F560-0996-4EF9-AD24-7108B696A9F1}"/>
              </a:ext>
            </a:extLst>
          </p:cNvPr>
          <p:cNvSpPr>
            <a:spLocks noGrp="1"/>
          </p:cNvSpPr>
          <p:nvPr>
            <p:ph type="title"/>
          </p:nvPr>
        </p:nvSpPr>
        <p:spPr>
          <a:xfrm>
            <a:off x="1054048" y="98310"/>
            <a:ext cx="8572603" cy="553998"/>
          </a:xfrm>
        </p:spPr>
        <p:txBody>
          <a:bodyPr/>
          <a:lstStyle/>
          <a:p>
            <a:r>
              <a:rPr lang="fr-FR" b="1" spc="125" dirty="0"/>
              <a:t>Les différents types de Job</a:t>
            </a:r>
            <a:endParaRPr lang="fr-FR" sz="2800" dirty="0"/>
          </a:p>
        </p:txBody>
      </p:sp>
      <p:sp>
        <p:nvSpPr>
          <p:cNvPr id="5" name="object 2">
            <a:extLst>
              <a:ext uri="{FF2B5EF4-FFF2-40B4-BE49-F238E27FC236}">
                <a16:creationId xmlns:a16="http://schemas.microsoft.com/office/drawing/2014/main" id="{8D68F0F8-F6B4-6B1E-28DA-5B1C4F8D2280}"/>
              </a:ext>
            </a:extLst>
          </p:cNvPr>
          <p:cNvSpPr txBox="1"/>
          <p:nvPr/>
        </p:nvSpPr>
        <p:spPr>
          <a:xfrm>
            <a:off x="466373"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1</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pic>
        <p:nvPicPr>
          <p:cNvPr id="8" name="Picture 2">
            <a:extLst>
              <a:ext uri="{FF2B5EF4-FFF2-40B4-BE49-F238E27FC236}">
                <a16:creationId xmlns:a16="http://schemas.microsoft.com/office/drawing/2014/main" id="{2B11814D-7D8F-6868-D3DC-BB14C3FF434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3818"/>
          <a:stretch/>
        </p:blipFill>
        <p:spPr bwMode="auto">
          <a:xfrm>
            <a:off x="563845" y="1644650"/>
            <a:ext cx="9649239" cy="44546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Rectangle 8">
            <a:extLst>
              <a:ext uri="{FF2B5EF4-FFF2-40B4-BE49-F238E27FC236}">
                <a16:creationId xmlns:a16="http://schemas.microsoft.com/office/drawing/2014/main" id="{E5473F2E-345A-4F90-9088-285D20D8720A}"/>
              </a:ext>
            </a:extLst>
          </p:cNvPr>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kumimoji="0" lang="fr-FR" sz="1200" b="0" i="0" u="none" strike="noStrike" kern="0" cap="none" spc="-25" normalizeH="0" baseline="0" noProof="0" dirty="0">
                <a:ln>
                  <a:noFill/>
                </a:ln>
                <a:solidFill>
                  <a:prstClr val="white"/>
                </a:solidFill>
                <a:effectLst/>
                <a:uLnTx/>
                <a:uFillTx/>
                <a:latin typeface="Calibri"/>
                <a:cs typeface="Calibri"/>
              </a:rPr>
              <a:t>49</a:t>
            </a:r>
          </a:p>
        </p:txBody>
      </p:sp>
      <p:sp>
        <p:nvSpPr>
          <p:cNvPr id="7" name="TextBox 6">
            <a:extLst>
              <a:ext uri="{FF2B5EF4-FFF2-40B4-BE49-F238E27FC236}">
                <a16:creationId xmlns:a16="http://schemas.microsoft.com/office/drawing/2014/main" id="{90D5F1C8-AB4B-E852-8ED6-D8FBFD770440}"/>
              </a:ext>
            </a:extLst>
          </p:cNvPr>
          <p:cNvSpPr txBox="1"/>
          <p:nvPr/>
        </p:nvSpPr>
        <p:spPr>
          <a:xfrm>
            <a:off x="1073150" y="730250"/>
            <a:ext cx="5340096" cy="523220"/>
          </a:xfrm>
          <a:prstGeom prst="rect">
            <a:avLst/>
          </a:prstGeom>
          <a:noFill/>
        </p:spPr>
        <p:txBody>
          <a:bodyPr wrap="square">
            <a:spAutoFit/>
          </a:bodyPr>
          <a:lstStyle/>
          <a:p>
            <a:r>
              <a:rPr kumimoji="0" lang="fr-FR" sz="2800" b="0" i="0" u="none" strike="noStrike" kern="0" cap="none" spc="0" normalizeH="0" baseline="0" noProof="0" dirty="0">
                <a:ln>
                  <a:noFill/>
                </a:ln>
                <a:solidFill>
                  <a:srgbClr val="164052"/>
                </a:solidFill>
                <a:effectLst/>
                <a:uLnTx/>
                <a:uFillTx/>
                <a:latin typeface="Calibri"/>
                <a:ea typeface="+mj-ea"/>
                <a:cs typeface="Calibri"/>
              </a:rPr>
              <a:t>Création d’un job free-style</a:t>
            </a:r>
            <a:endParaRPr lang="fr-FR" dirty="0"/>
          </a:p>
        </p:txBody>
      </p:sp>
    </p:spTree>
    <p:extLst>
      <p:ext uri="{BB962C8B-B14F-4D97-AF65-F5344CB8AC3E}">
        <p14:creationId xmlns:p14="http://schemas.microsoft.com/office/powerpoint/2010/main" val="12707304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54048" y="98310"/>
            <a:ext cx="8572603" cy="984885"/>
          </a:xfrm>
        </p:spPr>
        <p:txBody>
          <a:bodyPr/>
          <a:lstStyle/>
          <a:p>
            <a:r>
              <a:rPr lang="fr-FR" b="1" spc="125" dirty="0"/>
              <a:t>Les différents types de Job</a:t>
            </a:r>
            <a:br>
              <a:rPr lang="fr-FR" b="1" spc="125" dirty="0"/>
            </a:br>
            <a:r>
              <a:rPr lang="fr-FR" sz="2800" dirty="0"/>
              <a:t>Création d’un job free-style</a:t>
            </a:r>
          </a:p>
        </p:txBody>
      </p:sp>
      <p:sp>
        <p:nvSpPr>
          <p:cNvPr id="5" name="object 2"/>
          <p:cNvSpPr txBox="1"/>
          <p:nvPr/>
        </p:nvSpPr>
        <p:spPr>
          <a:xfrm>
            <a:off x="466373"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1</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3" name="Rectangle 2"/>
          <p:cNvSpPr/>
          <p:nvPr/>
        </p:nvSpPr>
        <p:spPr>
          <a:xfrm>
            <a:off x="844550" y="1885424"/>
            <a:ext cx="8991600" cy="4431983"/>
          </a:xfrm>
          <a:prstGeom prst="rect">
            <a:avLst/>
          </a:prstGeom>
        </p:spPr>
        <p:txBody>
          <a:bodyPr wrap="square">
            <a:spAutoFit/>
          </a:bodyPr>
          <a:lstStyle/>
          <a:p>
            <a:pPr marL="457200" marR="0" lvl="0" indent="-457200" defTabSz="91440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sysClr val="windowText" lastClr="000000"/>
                </a:solidFill>
                <a:effectLst/>
                <a:uLnTx/>
                <a:uFillTx/>
                <a:latin typeface="Calibri"/>
              </a:rPr>
              <a:t>SECTION : Informations générales</a:t>
            </a:r>
          </a:p>
          <a:p>
            <a:pPr marL="858838" marR="0" lvl="1" indent="-457200" defTabSz="914400" eaLnBrk="1" fontAlgn="auto" latinLnBrk="0" hangingPunct="1">
              <a:lnSpc>
                <a:spcPct val="100000"/>
              </a:lnSpc>
              <a:spcBef>
                <a:spcPts val="0"/>
              </a:spcBef>
              <a:spcAft>
                <a:spcPts val="0"/>
              </a:spcAft>
              <a:buClrTx/>
              <a:buSzTx/>
              <a:buFontTx/>
              <a:buNone/>
              <a:tabLst/>
              <a:defRPr/>
            </a:pPr>
            <a:r>
              <a:rPr kumimoji="0" lang="fr-FR" sz="2400" b="0" i="0" u="none" strike="noStrike" kern="0" cap="none" spc="0" normalizeH="0" baseline="0" noProof="0" dirty="0">
                <a:ln>
                  <a:noFill/>
                </a:ln>
                <a:solidFill>
                  <a:sysClr val="windowText" lastClr="000000"/>
                </a:solidFill>
                <a:effectLst/>
                <a:uLnTx/>
                <a:uFillTx/>
                <a:latin typeface="Calibri"/>
              </a:rPr>
              <a:t>Nom</a:t>
            </a:r>
          </a:p>
          <a:p>
            <a:pPr marL="858838" marR="0" lvl="1" indent="-457200" defTabSz="914400" eaLnBrk="1" fontAlgn="auto" latinLnBrk="0" hangingPunct="1">
              <a:lnSpc>
                <a:spcPct val="100000"/>
              </a:lnSpc>
              <a:spcBef>
                <a:spcPts val="0"/>
              </a:spcBef>
              <a:spcAft>
                <a:spcPts val="0"/>
              </a:spcAft>
              <a:buClrTx/>
              <a:buSzTx/>
              <a:buFontTx/>
              <a:buNone/>
              <a:tabLst/>
              <a:defRPr/>
            </a:pPr>
            <a:r>
              <a:rPr kumimoji="0" lang="fr-FR" sz="2400" b="0" i="0" u="none" strike="noStrike" kern="0" cap="none" spc="0" normalizeH="0" baseline="0" noProof="0" dirty="0">
                <a:ln>
                  <a:noFill/>
                </a:ln>
                <a:solidFill>
                  <a:sysClr val="windowText" lastClr="000000"/>
                </a:solidFill>
                <a:effectLst/>
                <a:uLnTx/>
                <a:uFillTx/>
                <a:latin typeface="Calibri"/>
              </a:rPr>
              <a:t>Description du job</a:t>
            </a:r>
          </a:p>
          <a:p>
            <a:pPr marL="858838" marR="0" lvl="1" indent="-457200" defTabSz="914400" eaLnBrk="1" fontAlgn="auto" latinLnBrk="0" hangingPunct="1">
              <a:lnSpc>
                <a:spcPct val="100000"/>
              </a:lnSpc>
              <a:spcBef>
                <a:spcPts val="0"/>
              </a:spcBef>
              <a:spcAft>
                <a:spcPts val="0"/>
              </a:spcAft>
              <a:buClrTx/>
              <a:buSzTx/>
              <a:buFontTx/>
              <a:buNone/>
              <a:tabLst/>
              <a:defRPr/>
            </a:pPr>
            <a:r>
              <a:rPr kumimoji="0" lang="fr-FR" sz="2400" b="0" i="0" u="none" strike="noStrike" kern="0" cap="none" spc="0" normalizeH="0" baseline="0" noProof="0" dirty="0">
                <a:ln>
                  <a:noFill/>
                </a:ln>
                <a:solidFill>
                  <a:sysClr val="windowText" lastClr="000000"/>
                </a:solidFill>
                <a:effectLst/>
                <a:uLnTx/>
                <a:uFillTx/>
                <a:latin typeface="Calibri"/>
              </a:rPr>
              <a:t>Déclaration des paramètres en entrée du job</a:t>
            </a:r>
          </a:p>
          <a:p>
            <a:pPr marL="858838" marR="0" lvl="1" indent="-457200" defTabSz="914400" eaLnBrk="1" fontAlgn="auto" latinLnBrk="0" hangingPunct="1">
              <a:lnSpc>
                <a:spcPct val="100000"/>
              </a:lnSpc>
              <a:spcBef>
                <a:spcPts val="0"/>
              </a:spcBef>
              <a:spcAft>
                <a:spcPts val="0"/>
              </a:spcAft>
              <a:buClrTx/>
              <a:buSzTx/>
              <a:buFontTx/>
              <a:buNone/>
              <a:tabLst/>
              <a:defRPr/>
            </a:pPr>
            <a:r>
              <a:rPr kumimoji="0" lang="fr-FR" sz="2400" b="0" i="0" u="none" strike="noStrike" kern="0" cap="none" spc="0" normalizeH="0" baseline="0" noProof="0" dirty="0">
                <a:ln>
                  <a:noFill/>
                </a:ln>
                <a:solidFill>
                  <a:sysClr val="windowText" lastClr="000000"/>
                </a:solidFill>
                <a:effectLst/>
                <a:uLnTx/>
                <a:uFillTx/>
                <a:latin typeface="Calibri"/>
              </a:rPr>
              <a:t>…</a:t>
            </a:r>
          </a:p>
          <a:p>
            <a:pPr marL="457200" marR="0" lvl="0" indent="-457200" defTabSz="914400" eaLnBrk="1" fontAlgn="auto" latinLnBrk="0" hangingPunct="1">
              <a:lnSpc>
                <a:spcPct val="100000"/>
              </a:lnSpc>
              <a:spcBef>
                <a:spcPts val="0"/>
              </a:spcBef>
              <a:spcAft>
                <a:spcPts val="0"/>
              </a:spcAft>
              <a:buClrTx/>
              <a:buSzTx/>
              <a:buFontTx/>
              <a:buNone/>
              <a:tabLst/>
              <a:defRPr/>
            </a:pPr>
            <a:endParaRPr kumimoji="0" lang="fr-FR" sz="3200" b="0" i="0" u="none" strike="noStrike" kern="0" cap="none" spc="0" normalizeH="0" baseline="0" noProof="0" dirty="0">
              <a:ln>
                <a:noFill/>
              </a:ln>
              <a:solidFill>
                <a:sysClr val="windowText" lastClr="000000"/>
              </a:solidFill>
              <a:effectLst/>
              <a:uLnTx/>
              <a:uFillTx/>
              <a:latin typeface="Calibri"/>
            </a:endParaRPr>
          </a:p>
          <a:p>
            <a:pPr marL="457200" marR="0" lvl="0" indent="-457200" defTabSz="914400" eaLnBrk="1" fontAlgn="auto" latinLnBrk="0" hangingPunct="1">
              <a:lnSpc>
                <a:spcPct val="100000"/>
              </a:lnSpc>
              <a:spcBef>
                <a:spcPts val="0"/>
              </a:spcBef>
              <a:spcAft>
                <a:spcPts val="0"/>
              </a:spcAft>
              <a:buClrTx/>
              <a:buSzTx/>
              <a:buFontTx/>
              <a:buNone/>
              <a:tabLst/>
              <a:defRPr/>
            </a:pPr>
            <a:r>
              <a:rPr kumimoji="0" lang="fr-FR" sz="3200" b="1" i="0" u="none" strike="noStrike" kern="0" cap="none" spc="0" normalizeH="0" baseline="0" noProof="0" dirty="0">
                <a:ln>
                  <a:noFill/>
                </a:ln>
                <a:solidFill>
                  <a:sysClr val="windowText" lastClr="000000"/>
                </a:solidFill>
                <a:effectLst/>
                <a:uLnTx/>
                <a:uFillTx/>
                <a:latin typeface="Calibri"/>
              </a:rPr>
              <a:t>SECTION : options avancées du projet</a:t>
            </a:r>
          </a:p>
          <a:p>
            <a:pPr marL="858838" marR="0" lvl="1" indent="-457200" defTabSz="914400" eaLnBrk="1" fontAlgn="auto" latinLnBrk="0" hangingPunct="1">
              <a:lnSpc>
                <a:spcPct val="100000"/>
              </a:lnSpc>
              <a:spcBef>
                <a:spcPts val="0"/>
              </a:spcBef>
              <a:spcAft>
                <a:spcPts val="0"/>
              </a:spcAft>
              <a:buClrTx/>
              <a:buSzTx/>
              <a:buFontTx/>
              <a:buNone/>
              <a:tabLst/>
              <a:defRPr/>
            </a:pPr>
            <a:r>
              <a:rPr kumimoji="0" lang="fr-FR" sz="2400" b="0" i="0" u="none" strike="noStrike" kern="0" cap="none" spc="0" normalizeH="0" baseline="0" noProof="0" dirty="0">
                <a:ln>
                  <a:noFill/>
                </a:ln>
                <a:solidFill>
                  <a:sysClr val="windowText" lastClr="000000"/>
                </a:solidFill>
                <a:effectLst/>
                <a:uLnTx/>
                <a:uFillTx/>
                <a:latin typeface="Calibri"/>
              </a:rPr>
              <a:t>Période d’attente</a:t>
            </a:r>
          </a:p>
          <a:p>
            <a:pPr marL="858838" marR="0" lvl="1" indent="-457200" defTabSz="914400" eaLnBrk="1" fontAlgn="auto" latinLnBrk="0" hangingPunct="1">
              <a:lnSpc>
                <a:spcPct val="100000"/>
              </a:lnSpc>
              <a:spcBef>
                <a:spcPts val="0"/>
              </a:spcBef>
              <a:spcAft>
                <a:spcPts val="0"/>
              </a:spcAft>
              <a:buClrTx/>
              <a:buSzTx/>
              <a:buFontTx/>
              <a:buNone/>
              <a:tabLst/>
              <a:defRPr/>
            </a:pPr>
            <a:r>
              <a:rPr kumimoji="0" lang="fr-FR" sz="2400" b="0" i="0" u="none" strike="noStrike" kern="0" cap="none" spc="0" normalizeH="0" baseline="0" noProof="0" dirty="0">
                <a:ln>
                  <a:noFill/>
                </a:ln>
                <a:solidFill>
                  <a:sysClr val="windowText" lastClr="000000"/>
                </a:solidFill>
                <a:effectLst/>
                <a:uLnTx/>
                <a:uFillTx/>
                <a:latin typeface="Calibri"/>
              </a:rPr>
              <a:t>Blocage de job</a:t>
            </a:r>
          </a:p>
          <a:p>
            <a:pPr marL="858838" marR="0" lvl="1" indent="-457200" defTabSz="914400" eaLnBrk="1" fontAlgn="auto" latinLnBrk="0" hangingPunct="1">
              <a:lnSpc>
                <a:spcPct val="100000"/>
              </a:lnSpc>
              <a:spcBef>
                <a:spcPts val="0"/>
              </a:spcBef>
              <a:spcAft>
                <a:spcPts val="0"/>
              </a:spcAft>
              <a:buClrTx/>
              <a:buSzTx/>
              <a:buFontTx/>
              <a:buNone/>
              <a:tabLst/>
              <a:defRPr/>
            </a:pPr>
            <a:r>
              <a:rPr kumimoji="0" lang="fr-FR" sz="2400" b="0" i="0" u="none" strike="noStrike" kern="0" cap="none" spc="0" normalizeH="0" baseline="0" noProof="0" dirty="0">
                <a:ln>
                  <a:noFill/>
                </a:ln>
                <a:solidFill>
                  <a:sysClr val="windowText" lastClr="000000"/>
                </a:solidFill>
                <a:effectLst/>
                <a:uLnTx/>
                <a:uFillTx/>
                <a:latin typeface="Calibri"/>
              </a:rPr>
              <a:t>Répertoire de travail spécifique</a:t>
            </a:r>
          </a:p>
          <a:p>
            <a:pPr marL="0" marR="0" lvl="1"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a:t>
            </a:r>
            <a:endParaRPr kumimoji="0" lang="fr-FR" sz="1800" b="0" i="0" u="none" strike="noStrike" kern="0" cap="none" spc="0" normalizeH="0" baseline="0" noProof="0" dirty="0">
              <a:ln>
                <a:noFill/>
              </a:ln>
              <a:solidFill>
                <a:sysClr val="windowText" lastClr="000000"/>
              </a:solidFill>
              <a:effectLst/>
              <a:uLnTx/>
              <a:uFillTx/>
            </a:endParaRPr>
          </a:p>
        </p:txBody>
      </p:sp>
      <p:sp>
        <p:nvSpPr>
          <p:cNvPr id="6" name="Rectangle 5"/>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lang="fr-FR" sz="1200" spc="-25" dirty="0">
                <a:solidFill>
                  <a:prstClr val="white"/>
                </a:solidFill>
                <a:latin typeface="Calibri"/>
                <a:cs typeface="Calibri"/>
              </a:rPr>
              <a:t>50</a:t>
            </a:r>
            <a:endParaRPr kumimoji="0" lang="fr-FR" sz="1200" b="0" i="0" u="none" strike="noStrike" kern="0" cap="none" spc="-25" normalizeH="0" baseline="0" noProof="0" dirty="0">
              <a:ln>
                <a:noFill/>
              </a:ln>
              <a:solidFill>
                <a:prstClr val="white"/>
              </a:solidFill>
              <a:effectLst/>
              <a:uLnTx/>
              <a:uFillTx/>
              <a:latin typeface="Calibri"/>
              <a:cs typeface="Calibri"/>
            </a:endParaRPr>
          </a:p>
        </p:txBody>
      </p:sp>
    </p:spTree>
    <p:extLst>
      <p:ext uri="{BB962C8B-B14F-4D97-AF65-F5344CB8AC3E}">
        <p14:creationId xmlns:p14="http://schemas.microsoft.com/office/powerpoint/2010/main" val="42588663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54048" y="98310"/>
            <a:ext cx="8572603" cy="984885"/>
          </a:xfrm>
        </p:spPr>
        <p:txBody>
          <a:bodyPr/>
          <a:lstStyle/>
          <a:p>
            <a:r>
              <a:rPr lang="fr-FR" b="1" spc="125" dirty="0"/>
              <a:t>Les différents types de Job</a:t>
            </a:r>
            <a:br>
              <a:rPr lang="fr-FR" b="1" spc="125" dirty="0"/>
            </a:br>
            <a:r>
              <a:rPr lang="fr-FR" sz="2800" dirty="0"/>
              <a:t>Création d’un job free-style</a:t>
            </a:r>
          </a:p>
        </p:txBody>
      </p:sp>
      <p:sp>
        <p:nvSpPr>
          <p:cNvPr id="5" name="object 2"/>
          <p:cNvSpPr txBox="1"/>
          <p:nvPr/>
        </p:nvSpPr>
        <p:spPr>
          <a:xfrm>
            <a:off x="466373"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1</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6" name="Espace réservé du contenu 2"/>
          <p:cNvSpPr txBox="1">
            <a:spLocks/>
          </p:cNvSpPr>
          <p:nvPr/>
        </p:nvSpPr>
        <p:spPr>
          <a:xfrm>
            <a:off x="563845" y="1797050"/>
            <a:ext cx="10515600" cy="2139047"/>
          </a:xfrm>
          <a:prstGeom prst="rect">
            <a:avLst/>
          </a:prstGeom>
        </p:spPr>
        <p:txBody>
          <a:bodyPr wrap="square" lIns="0" tIns="0" rIns="0" bIns="0">
            <a:spAutoFit/>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57200" marR="0" lvl="0" indent="-457200" defTabSz="914400" eaLnBrk="1" fontAlgn="auto" latinLnBrk="0" hangingPunct="1">
              <a:lnSpc>
                <a:spcPct val="100000"/>
              </a:lnSpc>
              <a:spcBef>
                <a:spcPts val="0"/>
              </a:spcBef>
              <a:spcAft>
                <a:spcPts val="0"/>
              </a:spcAft>
              <a:buClrTx/>
              <a:buSzTx/>
              <a:buFontTx/>
              <a:buNone/>
              <a:tabLst/>
              <a:defRPr/>
            </a:pPr>
            <a:r>
              <a:rPr kumimoji="0" lang="fr-FR" sz="2800" b="1" i="0" u="none" strike="noStrike" kern="0" cap="none" spc="0" normalizeH="0" baseline="0" noProof="0" dirty="0">
                <a:ln>
                  <a:noFill/>
                </a:ln>
                <a:solidFill>
                  <a:srgbClr val="262E37"/>
                </a:solidFill>
                <a:effectLst/>
                <a:uLnTx/>
                <a:uFillTx/>
                <a:latin typeface="Calibri"/>
                <a:ea typeface="+mn-ea"/>
                <a:cs typeface="Calibri"/>
              </a:rPr>
              <a:t>SECTION : gestion de code source</a:t>
            </a:r>
          </a:p>
          <a:p>
            <a:pPr marL="858838" marR="0" lvl="1" indent="-457200" defTabSz="914400" eaLnBrk="1" fontAlgn="auto" latinLnBrk="0" hangingPunct="1">
              <a:lnSpc>
                <a:spcPct val="100000"/>
              </a:lnSpc>
              <a:spcBef>
                <a:spcPts val="0"/>
              </a:spcBef>
              <a:spcAft>
                <a:spcPts val="0"/>
              </a:spcAft>
              <a:buClrTx/>
              <a:buSzTx/>
              <a:buFontTx/>
              <a:buNone/>
              <a:tabLst/>
              <a:defRPr/>
            </a:pPr>
            <a:r>
              <a:rPr kumimoji="0" lang="fr-FR" sz="2000" b="0" i="0" u="none" strike="noStrike" kern="0" cap="none" spc="0" normalizeH="0" baseline="0" noProof="0" dirty="0">
                <a:ln>
                  <a:noFill/>
                </a:ln>
                <a:solidFill>
                  <a:sysClr val="windowText" lastClr="000000"/>
                </a:solidFill>
                <a:effectLst/>
                <a:uLnTx/>
                <a:uFillTx/>
                <a:latin typeface="Calibri"/>
                <a:ea typeface="+mn-ea"/>
                <a:cs typeface="+mn-cs"/>
              </a:rPr>
              <a:t>Choix du système de gestion de configuration</a:t>
            </a:r>
          </a:p>
          <a:p>
            <a:pPr marL="1255713" marR="0" lvl="2" indent="-360363" defTabSz="914400" eaLnBrk="1" fontAlgn="auto" latinLnBrk="0" hangingPunct="1">
              <a:lnSpc>
                <a:spcPct val="100000"/>
              </a:lnSpc>
              <a:spcBef>
                <a:spcPts val="0"/>
              </a:spcBef>
              <a:spcAft>
                <a:spcPts val="0"/>
              </a:spcAft>
              <a:buClrTx/>
              <a:buSzTx/>
              <a:buFontTx/>
              <a:buNone/>
              <a:tabLst/>
              <a:defRPr/>
            </a:pPr>
            <a:r>
              <a:rPr kumimoji="0" lang="fr-FR" sz="2800" b="0" i="0" u="none" strike="noStrike" kern="0" cap="none" spc="0" normalizeH="0" baseline="0" noProof="0" dirty="0">
                <a:ln>
                  <a:noFill/>
                </a:ln>
                <a:solidFill>
                  <a:sysClr val="windowText" lastClr="000000"/>
                </a:solidFill>
                <a:effectLst/>
                <a:uLnTx/>
                <a:uFillTx/>
                <a:latin typeface="Calibri"/>
                <a:ea typeface="+mn-ea"/>
                <a:cs typeface="+mn-cs"/>
              </a:rPr>
              <a:t>SVN, Git, etc. </a:t>
            </a:r>
            <a:r>
              <a:rPr kumimoji="0" lang="fr-FR" sz="2800" b="0" i="0" u="none" strike="noStrike" kern="0" cap="none" spc="0" normalizeH="0" baseline="0" noProof="0" dirty="0">
                <a:ln>
                  <a:noFill/>
                </a:ln>
                <a:solidFill>
                  <a:sysClr val="windowText" lastClr="000000"/>
                </a:solidFill>
                <a:effectLst/>
                <a:uLnTx/>
                <a:uFillTx/>
                <a:latin typeface="Calibri"/>
                <a:ea typeface="+mn-ea"/>
                <a:cs typeface="+mn-cs"/>
                <a:sym typeface="Wingdings" panose="05000000000000000000" pitchFamily="2" charset="2"/>
              </a:rPr>
              <a:t> plugins à installer selon les besoins</a:t>
            </a:r>
            <a:endParaRPr kumimoji="0" lang="fr-FR" sz="2800" b="0" i="0" u="none" strike="noStrike" kern="0" cap="none" spc="0" normalizeH="0" baseline="0" noProof="0" dirty="0">
              <a:ln>
                <a:noFill/>
              </a:ln>
              <a:solidFill>
                <a:sysClr val="windowText" lastClr="000000"/>
              </a:solidFill>
              <a:effectLst/>
              <a:uLnTx/>
              <a:uFillTx/>
              <a:latin typeface="Calibri"/>
              <a:ea typeface="+mn-ea"/>
              <a:cs typeface="+mn-cs"/>
            </a:endParaRPr>
          </a:p>
          <a:p>
            <a:pPr marL="858838" marR="0" lvl="1" indent="-457200" defTabSz="914400" eaLnBrk="1" fontAlgn="auto" latinLnBrk="0" hangingPunct="1">
              <a:lnSpc>
                <a:spcPct val="100000"/>
              </a:lnSpc>
              <a:spcBef>
                <a:spcPts val="0"/>
              </a:spcBef>
              <a:spcAft>
                <a:spcPts val="0"/>
              </a:spcAft>
              <a:buClrTx/>
              <a:buSzTx/>
              <a:buFontTx/>
              <a:buNone/>
              <a:tabLst/>
              <a:defRPr/>
            </a:pPr>
            <a:r>
              <a:rPr kumimoji="0" lang="fr-FR" sz="2000" b="0" i="0" u="none" strike="noStrike" kern="0" cap="none" spc="0" normalizeH="0" baseline="0" noProof="0" dirty="0">
                <a:ln>
                  <a:noFill/>
                </a:ln>
                <a:solidFill>
                  <a:sysClr val="windowText" lastClr="000000"/>
                </a:solidFill>
                <a:effectLst/>
                <a:uLnTx/>
                <a:uFillTx/>
                <a:latin typeface="Calibri"/>
                <a:ea typeface="+mn-ea"/>
                <a:cs typeface="+mn-cs"/>
              </a:rPr>
              <a:t>Définir les informations sur le </a:t>
            </a:r>
            <a:r>
              <a:rPr kumimoji="0" lang="fr-FR" sz="2000" b="0" i="0" u="none" strike="noStrike" kern="0" cap="none" spc="0" normalizeH="0" baseline="0" noProof="0" dirty="0" err="1">
                <a:ln>
                  <a:noFill/>
                </a:ln>
                <a:solidFill>
                  <a:sysClr val="windowText" lastClr="000000"/>
                </a:solidFill>
                <a:effectLst/>
                <a:uLnTx/>
                <a:uFillTx/>
                <a:latin typeface="Calibri"/>
                <a:ea typeface="+mn-ea"/>
                <a:cs typeface="+mn-cs"/>
              </a:rPr>
              <a:t>repository</a:t>
            </a:r>
            <a:r>
              <a:rPr kumimoji="0" lang="fr-FR" sz="2000" b="0" i="0" u="none" strike="noStrike" kern="0" cap="none" spc="0" normalizeH="0" baseline="0" noProof="0" dirty="0">
                <a:ln>
                  <a:noFill/>
                </a:ln>
                <a:solidFill>
                  <a:sysClr val="windowText" lastClr="000000"/>
                </a:solidFill>
                <a:effectLst/>
                <a:uLnTx/>
                <a:uFillTx/>
                <a:latin typeface="Calibri"/>
                <a:ea typeface="+mn-ea"/>
                <a:cs typeface="+mn-cs"/>
              </a:rPr>
              <a:t> cible</a:t>
            </a:r>
          </a:p>
          <a:p>
            <a:pPr marL="1255713" marR="0" lvl="1" indent="-360363" defTabSz="914400" eaLnBrk="1" fontAlgn="auto" latinLnBrk="0" hangingPunct="1">
              <a:lnSpc>
                <a:spcPct val="100000"/>
              </a:lnSpc>
              <a:spcBef>
                <a:spcPts val="0"/>
              </a:spcBef>
              <a:spcAft>
                <a:spcPts val="0"/>
              </a:spcAft>
              <a:buClrTx/>
              <a:buSzTx/>
              <a:buFontTx/>
              <a:buNone/>
              <a:tabLst/>
              <a:defRPr/>
            </a:pPr>
            <a:r>
              <a:rPr kumimoji="0" lang="fr-FR" sz="2000" b="0" i="0" u="none" strike="noStrike" kern="0" cap="none" spc="0" normalizeH="0" baseline="0" noProof="0" dirty="0">
                <a:ln>
                  <a:noFill/>
                </a:ln>
                <a:solidFill>
                  <a:sysClr val="windowText" lastClr="000000"/>
                </a:solidFill>
                <a:effectLst/>
                <a:uLnTx/>
                <a:uFillTx/>
                <a:latin typeface="Calibri"/>
                <a:ea typeface="+mn-ea"/>
                <a:cs typeface="+mn-cs"/>
              </a:rPr>
              <a:t>Déclaration préalable de </a:t>
            </a:r>
            <a:r>
              <a:rPr kumimoji="0" lang="fr-FR" sz="2000" b="0" i="0" u="none" strike="noStrike" kern="0" cap="none" spc="0" normalizeH="0" baseline="0" noProof="0" dirty="0" err="1">
                <a:ln>
                  <a:noFill/>
                </a:ln>
                <a:solidFill>
                  <a:sysClr val="windowText" lastClr="000000"/>
                </a:solidFill>
                <a:effectLst/>
                <a:uLnTx/>
                <a:uFillTx/>
                <a:latin typeface="Calibri"/>
                <a:ea typeface="+mn-ea"/>
                <a:cs typeface="+mn-cs"/>
              </a:rPr>
              <a:t>credentials</a:t>
            </a:r>
            <a:endParaRPr kumimoji="0" lang="fr-FR" sz="2000" b="0" i="0" u="none" strike="noStrike" kern="0" cap="none" spc="0" normalizeH="0" baseline="0" noProof="0" dirty="0">
              <a:ln>
                <a:noFill/>
              </a:ln>
              <a:solidFill>
                <a:sysClr val="windowText" lastClr="000000"/>
              </a:solidFill>
              <a:effectLst/>
              <a:uLnTx/>
              <a:uFillTx/>
              <a:latin typeface="Calibri"/>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fr-FR" sz="2300" b="0" i="0" u="none" strike="noStrike" kern="0" cap="none" spc="0" normalizeH="0" baseline="0" noProof="0" dirty="0">
              <a:ln>
                <a:noFill/>
              </a:ln>
              <a:solidFill>
                <a:srgbClr val="262E37"/>
              </a:solidFill>
              <a:effectLst/>
              <a:uLnTx/>
              <a:uFillTx/>
              <a:latin typeface="Calibri"/>
              <a:ea typeface="+mn-ea"/>
              <a:cs typeface="Calibri"/>
            </a:endParaRPr>
          </a:p>
        </p:txBody>
      </p:sp>
      <p:pic>
        <p:nvPicPr>
          <p:cNvPr id="7" name="Image 6"/>
          <p:cNvPicPr>
            <a:picLocks noChangeAspect="1"/>
          </p:cNvPicPr>
          <p:nvPr/>
        </p:nvPicPr>
        <p:blipFill>
          <a:blip r:embed="rId2"/>
          <a:stretch>
            <a:fillRect/>
          </a:stretch>
        </p:blipFill>
        <p:spPr>
          <a:xfrm>
            <a:off x="843331" y="4179566"/>
            <a:ext cx="8782050" cy="2058880"/>
          </a:xfrm>
          <a:prstGeom prst="rect">
            <a:avLst/>
          </a:prstGeom>
        </p:spPr>
      </p:pic>
      <p:sp>
        <p:nvSpPr>
          <p:cNvPr id="8" name="Rectangle 7"/>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kumimoji="0" lang="fr-FR" sz="1200" b="0" i="0" u="none" strike="noStrike" kern="0" cap="none" spc="-25" normalizeH="0" baseline="0" noProof="0" dirty="0">
                <a:ln>
                  <a:noFill/>
                </a:ln>
                <a:solidFill>
                  <a:prstClr val="white"/>
                </a:solidFill>
                <a:effectLst/>
                <a:uLnTx/>
                <a:uFillTx/>
                <a:latin typeface="Calibri"/>
                <a:cs typeface="Calibri"/>
              </a:rPr>
              <a:t>51</a:t>
            </a:r>
          </a:p>
        </p:txBody>
      </p:sp>
    </p:spTree>
    <p:extLst>
      <p:ext uri="{BB962C8B-B14F-4D97-AF65-F5344CB8AC3E}">
        <p14:creationId xmlns:p14="http://schemas.microsoft.com/office/powerpoint/2010/main" val="11910496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54048" y="98310"/>
            <a:ext cx="8572603" cy="984885"/>
          </a:xfrm>
        </p:spPr>
        <p:txBody>
          <a:bodyPr/>
          <a:lstStyle/>
          <a:p>
            <a:r>
              <a:rPr lang="fr-FR" b="1" spc="125" dirty="0"/>
              <a:t>Les différents types de Job</a:t>
            </a:r>
            <a:br>
              <a:rPr lang="fr-FR" b="1" spc="125" dirty="0"/>
            </a:br>
            <a:r>
              <a:rPr lang="fr-FR" sz="2800" dirty="0"/>
              <a:t>Création d’un job free-style</a:t>
            </a:r>
          </a:p>
        </p:txBody>
      </p:sp>
      <p:sp>
        <p:nvSpPr>
          <p:cNvPr id="5" name="object 2"/>
          <p:cNvSpPr txBox="1"/>
          <p:nvPr/>
        </p:nvSpPr>
        <p:spPr>
          <a:xfrm>
            <a:off x="466373"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1</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10" name="Espace réservé du contenu 2"/>
          <p:cNvSpPr txBox="1">
            <a:spLocks/>
          </p:cNvSpPr>
          <p:nvPr/>
        </p:nvSpPr>
        <p:spPr>
          <a:xfrm>
            <a:off x="704999" y="1873250"/>
            <a:ext cx="10515600" cy="1908215"/>
          </a:xfrm>
          <a:prstGeom prst="rect">
            <a:avLst/>
          </a:prstGeom>
        </p:spPr>
        <p:txBody>
          <a:bodyPr wrap="square" lIns="0" tIns="0" rIns="0" bIns="0">
            <a:spAutoFit/>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57200" marR="0" lvl="0" indent="-457200" defTabSz="914400" eaLnBrk="1" fontAlgn="auto" latinLnBrk="0" hangingPunct="1">
              <a:lnSpc>
                <a:spcPct val="100000"/>
              </a:lnSpc>
              <a:spcBef>
                <a:spcPts val="0"/>
              </a:spcBef>
              <a:spcAft>
                <a:spcPts val="0"/>
              </a:spcAft>
              <a:buClrTx/>
              <a:buSzTx/>
              <a:buFontTx/>
              <a:buNone/>
              <a:tabLst/>
              <a:defRPr/>
            </a:pPr>
            <a:r>
              <a:rPr kumimoji="0" lang="fr-FR" sz="2800" b="1" i="0" u="none" strike="noStrike" kern="0" cap="none" spc="0" normalizeH="0" baseline="0" noProof="0" dirty="0">
                <a:ln>
                  <a:noFill/>
                </a:ln>
                <a:solidFill>
                  <a:srgbClr val="262E37"/>
                </a:solidFill>
                <a:effectLst/>
                <a:uLnTx/>
                <a:uFillTx/>
                <a:latin typeface="Calibri"/>
                <a:ea typeface="+mn-ea"/>
                <a:cs typeface="Calibri"/>
              </a:rPr>
              <a:t>SECTION : ce qui déclenche le </a:t>
            </a:r>
            <a:r>
              <a:rPr kumimoji="0" lang="fr-FR" sz="2800" b="1" i="0" u="none" strike="noStrike" kern="0" cap="none" spc="0" normalizeH="0" baseline="0" noProof="0" dirty="0" err="1">
                <a:ln>
                  <a:noFill/>
                </a:ln>
                <a:solidFill>
                  <a:srgbClr val="262E37"/>
                </a:solidFill>
                <a:effectLst/>
                <a:uLnTx/>
                <a:uFillTx/>
                <a:latin typeface="Calibri"/>
                <a:ea typeface="+mn-ea"/>
                <a:cs typeface="Calibri"/>
              </a:rPr>
              <a:t>build</a:t>
            </a:r>
            <a:endParaRPr kumimoji="0" lang="fr-FR" sz="2800" b="1" i="0" u="none" strike="noStrike" kern="0" cap="none" spc="0" normalizeH="0" baseline="0" noProof="0" dirty="0">
              <a:ln>
                <a:noFill/>
              </a:ln>
              <a:solidFill>
                <a:srgbClr val="262E37"/>
              </a:solidFill>
              <a:effectLst/>
              <a:uLnTx/>
              <a:uFillTx/>
              <a:latin typeface="Calibri"/>
              <a:ea typeface="+mn-ea"/>
              <a:cs typeface="Calibri"/>
            </a:endParaRPr>
          </a:p>
          <a:p>
            <a:pPr marL="858838" marR="0" lvl="1" indent="-457200" defTabSz="914400" eaLnBrk="1" fontAlgn="auto" latinLnBrk="0" hangingPunct="1">
              <a:lnSpc>
                <a:spcPct val="100000"/>
              </a:lnSpc>
              <a:spcBef>
                <a:spcPts val="0"/>
              </a:spcBef>
              <a:spcAft>
                <a:spcPts val="0"/>
              </a:spcAft>
              <a:buClrTx/>
              <a:buSzTx/>
              <a:buFontTx/>
              <a:buNone/>
              <a:tabLst/>
              <a:defRPr/>
            </a:pPr>
            <a:r>
              <a:rPr kumimoji="0" lang="fr-FR" sz="2400" b="0" i="0" u="none" strike="noStrike" kern="0" cap="none" spc="0" normalizeH="0" baseline="0" noProof="0" dirty="0">
                <a:ln>
                  <a:noFill/>
                </a:ln>
                <a:solidFill>
                  <a:sysClr val="windowText" lastClr="000000"/>
                </a:solidFill>
                <a:effectLst/>
                <a:uLnTx/>
                <a:uFillTx/>
                <a:latin typeface="Calibri"/>
                <a:ea typeface="+mn-ea"/>
                <a:cs typeface="+mn-cs"/>
              </a:rPr>
              <a:t>Manuellement</a:t>
            </a:r>
          </a:p>
          <a:p>
            <a:pPr marL="858838" marR="0" lvl="1" indent="-457200" defTabSz="914400" eaLnBrk="1" fontAlgn="auto" latinLnBrk="0" hangingPunct="1">
              <a:lnSpc>
                <a:spcPct val="100000"/>
              </a:lnSpc>
              <a:spcBef>
                <a:spcPts val="0"/>
              </a:spcBef>
              <a:spcAft>
                <a:spcPts val="0"/>
              </a:spcAft>
              <a:buClrTx/>
              <a:buSzTx/>
              <a:buFontTx/>
              <a:buNone/>
              <a:tabLst/>
              <a:defRPr/>
            </a:pPr>
            <a:r>
              <a:rPr kumimoji="0" lang="fr-FR" sz="2400" b="0" i="0" u="none" strike="noStrike" kern="0" cap="none" spc="0" normalizeH="0" baseline="0" noProof="0" dirty="0">
                <a:ln>
                  <a:noFill/>
                </a:ln>
                <a:solidFill>
                  <a:sysClr val="windowText" lastClr="000000"/>
                </a:solidFill>
                <a:effectLst/>
                <a:uLnTx/>
                <a:uFillTx/>
                <a:latin typeface="Calibri"/>
                <a:ea typeface="+mn-ea"/>
                <a:cs typeface="+mn-cs"/>
              </a:rPr>
              <a:t>Périodiquement</a:t>
            </a:r>
          </a:p>
          <a:p>
            <a:pPr marL="858838" marR="0" lvl="1" indent="-457200" defTabSz="914400" eaLnBrk="1" fontAlgn="auto" latinLnBrk="0" hangingPunct="1">
              <a:lnSpc>
                <a:spcPct val="100000"/>
              </a:lnSpc>
              <a:spcBef>
                <a:spcPts val="0"/>
              </a:spcBef>
              <a:spcAft>
                <a:spcPts val="0"/>
              </a:spcAft>
              <a:buClrTx/>
              <a:buSzTx/>
              <a:buFontTx/>
              <a:buNone/>
              <a:tabLst/>
              <a:defRPr/>
            </a:pPr>
            <a:r>
              <a:rPr kumimoji="0" lang="fr-FR" sz="2400" b="0" i="0" u="none" strike="noStrike" kern="0" cap="none" spc="0" normalizeH="0" baseline="0" noProof="0" dirty="0">
                <a:ln>
                  <a:noFill/>
                </a:ln>
                <a:solidFill>
                  <a:sysClr val="windowText" lastClr="000000"/>
                </a:solidFill>
                <a:effectLst/>
                <a:uLnTx/>
                <a:uFillTx/>
                <a:latin typeface="Calibri"/>
                <a:ea typeface="+mn-ea"/>
                <a:cs typeface="+mn-cs"/>
              </a:rPr>
              <a:t>Scrutation de l’outil de gestion de configuration</a:t>
            </a:r>
          </a:p>
          <a:p>
            <a:pPr marL="858838" marR="0" lvl="1" indent="-457200" defTabSz="914400" eaLnBrk="1" fontAlgn="auto" latinLnBrk="0" hangingPunct="1">
              <a:lnSpc>
                <a:spcPct val="100000"/>
              </a:lnSpc>
              <a:spcBef>
                <a:spcPts val="0"/>
              </a:spcBef>
              <a:spcAft>
                <a:spcPts val="0"/>
              </a:spcAft>
              <a:buClrTx/>
              <a:buSzTx/>
              <a:buFontTx/>
              <a:buNone/>
              <a:tabLst/>
              <a:defRPr/>
            </a:pPr>
            <a:r>
              <a:rPr kumimoji="0" lang="fr-FR" sz="2400" b="0" i="0" u="none" strike="noStrike" kern="0" cap="none" spc="0" normalizeH="0" baseline="0" noProof="0" dirty="0">
                <a:ln>
                  <a:noFill/>
                </a:ln>
                <a:solidFill>
                  <a:sysClr val="windowText" lastClr="000000"/>
                </a:solidFill>
                <a:effectLst/>
                <a:uLnTx/>
                <a:uFillTx/>
                <a:latin typeface="Calibri"/>
                <a:ea typeface="+mn-ea"/>
                <a:cs typeface="+mn-cs"/>
              </a:rPr>
              <a:t>Après un autre job (cascade d’exécution de Jobs)</a:t>
            </a:r>
          </a:p>
        </p:txBody>
      </p:sp>
      <p:pic>
        <p:nvPicPr>
          <p:cNvPr id="1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6252" y="4540250"/>
            <a:ext cx="4388194" cy="14299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Rectangle 11"/>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kumimoji="0" lang="fr-FR" sz="1200" b="0" i="0" u="none" strike="noStrike" kern="0" cap="none" spc="-25" normalizeH="0" baseline="0" noProof="0" dirty="0">
                <a:ln>
                  <a:noFill/>
                </a:ln>
                <a:solidFill>
                  <a:prstClr val="white"/>
                </a:solidFill>
                <a:effectLst/>
                <a:uLnTx/>
                <a:uFillTx/>
                <a:latin typeface="Calibri"/>
                <a:cs typeface="Calibri"/>
              </a:rPr>
              <a:t>52</a:t>
            </a:r>
          </a:p>
        </p:txBody>
      </p:sp>
    </p:spTree>
    <p:extLst>
      <p:ext uri="{BB962C8B-B14F-4D97-AF65-F5344CB8AC3E}">
        <p14:creationId xmlns:p14="http://schemas.microsoft.com/office/powerpoint/2010/main" val="26729481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54048" y="98310"/>
            <a:ext cx="8572603" cy="984885"/>
          </a:xfrm>
        </p:spPr>
        <p:txBody>
          <a:bodyPr/>
          <a:lstStyle/>
          <a:p>
            <a:r>
              <a:rPr lang="fr-FR" b="1" spc="125" dirty="0"/>
              <a:t>Les différents types de Job</a:t>
            </a:r>
            <a:br>
              <a:rPr lang="fr-FR" b="1" spc="125" dirty="0"/>
            </a:br>
            <a:r>
              <a:rPr lang="fr-FR" sz="2800" dirty="0"/>
              <a:t>Création d’un job free-style</a:t>
            </a:r>
          </a:p>
        </p:txBody>
      </p:sp>
      <p:sp>
        <p:nvSpPr>
          <p:cNvPr id="5" name="object 2"/>
          <p:cNvSpPr txBox="1"/>
          <p:nvPr/>
        </p:nvSpPr>
        <p:spPr>
          <a:xfrm>
            <a:off x="466373"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1</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6" name="Espace réservé du contenu 2"/>
          <p:cNvSpPr txBox="1">
            <a:spLocks/>
          </p:cNvSpPr>
          <p:nvPr/>
        </p:nvSpPr>
        <p:spPr>
          <a:xfrm>
            <a:off x="234950" y="1720850"/>
            <a:ext cx="10515600" cy="4447371"/>
          </a:xfrm>
          <a:prstGeom prst="rect">
            <a:avLst/>
          </a:prstGeom>
        </p:spPr>
        <p:txBody>
          <a:bodyPr wrap="square" lIns="0" tIns="0" rIns="0" bIns="0">
            <a:spAutoFit/>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57200" marR="0" lvl="0" indent="-457200" defTabSz="914400" eaLnBrk="1" fontAlgn="auto" latinLnBrk="0" hangingPunct="1">
              <a:lnSpc>
                <a:spcPct val="100000"/>
              </a:lnSpc>
              <a:spcBef>
                <a:spcPts val="0"/>
              </a:spcBef>
              <a:spcAft>
                <a:spcPts val="0"/>
              </a:spcAft>
              <a:buClrTx/>
              <a:buSzTx/>
              <a:buFontTx/>
              <a:buNone/>
              <a:tabLst/>
              <a:defRPr/>
            </a:pPr>
            <a:r>
              <a:rPr kumimoji="0" lang="fr-FR" sz="2800" b="1" i="0" u="none" strike="noStrike" kern="0" cap="none" spc="0" normalizeH="0" baseline="0" noProof="0" dirty="0">
                <a:ln>
                  <a:noFill/>
                </a:ln>
                <a:solidFill>
                  <a:srgbClr val="262E37"/>
                </a:solidFill>
                <a:effectLst/>
                <a:uLnTx/>
                <a:uFillTx/>
                <a:latin typeface="Calibri"/>
                <a:ea typeface="+mn-ea"/>
                <a:cs typeface="Calibri"/>
              </a:rPr>
              <a:t>SECTION : étapes de </a:t>
            </a:r>
            <a:r>
              <a:rPr kumimoji="0" lang="fr-FR" sz="2800" b="1" i="0" u="none" strike="noStrike" kern="0" cap="none" spc="0" normalizeH="0" baseline="0" noProof="0" dirty="0" err="1">
                <a:ln>
                  <a:noFill/>
                </a:ln>
                <a:solidFill>
                  <a:srgbClr val="262E37"/>
                </a:solidFill>
                <a:effectLst/>
                <a:uLnTx/>
                <a:uFillTx/>
                <a:latin typeface="Calibri"/>
                <a:ea typeface="+mn-ea"/>
                <a:cs typeface="Calibri"/>
              </a:rPr>
              <a:t>build</a:t>
            </a:r>
            <a:endParaRPr kumimoji="0" lang="fr-FR" sz="2800" b="1" i="0" u="none" strike="noStrike" kern="0" cap="none" spc="0" normalizeH="0" baseline="0" noProof="0" dirty="0">
              <a:ln>
                <a:noFill/>
              </a:ln>
              <a:solidFill>
                <a:srgbClr val="262E37"/>
              </a:solidFill>
              <a:effectLst/>
              <a:uLnTx/>
              <a:uFillTx/>
              <a:latin typeface="Calibri"/>
              <a:ea typeface="+mn-ea"/>
              <a:cs typeface="Calibri"/>
            </a:endParaRPr>
          </a:p>
          <a:p>
            <a:pPr marL="858838" marR="0" lvl="1" indent="-457200" defTabSz="914400" eaLnBrk="1" fontAlgn="auto" latinLnBrk="0" hangingPunct="1">
              <a:lnSpc>
                <a:spcPct val="100000"/>
              </a:lnSpc>
              <a:spcBef>
                <a:spcPts val="0"/>
              </a:spcBef>
              <a:spcAft>
                <a:spcPts val="0"/>
              </a:spcAft>
              <a:buClrTx/>
              <a:buSzTx/>
              <a:buFontTx/>
              <a:buNone/>
              <a:tabLst/>
              <a:defRPr/>
            </a:pPr>
            <a:r>
              <a:rPr kumimoji="0" lang="fr-FR" sz="2000" b="0" i="0" u="none" strike="noStrike" kern="0" cap="none" spc="0" normalizeH="0" baseline="0" noProof="0" dirty="0">
                <a:ln>
                  <a:noFill/>
                </a:ln>
                <a:solidFill>
                  <a:sysClr val="windowText" lastClr="000000"/>
                </a:solidFill>
                <a:effectLst/>
                <a:uLnTx/>
                <a:uFillTx/>
                <a:latin typeface="Calibri"/>
                <a:ea typeface="+mn-ea"/>
                <a:cs typeface="+mn-cs"/>
              </a:rPr>
              <a:t>Déclaration et paramétrage des instructions qui constituent le cœur du processus</a:t>
            </a:r>
          </a:p>
          <a:p>
            <a:pPr marL="457200" marR="0" lvl="1"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Calibri"/>
              <a:ea typeface="+mn-ea"/>
              <a:cs typeface="+mn-cs"/>
            </a:endParaRPr>
          </a:p>
          <a:p>
            <a:pPr marL="457200" marR="0" lvl="1"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Calibri"/>
              <a:ea typeface="+mn-ea"/>
              <a:cs typeface="+mn-cs"/>
            </a:endParaRPr>
          </a:p>
          <a:p>
            <a:pPr marL="457200" marR="0" lvl="1"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Calibri"/>
              <a:ea typeface="+mn-ea"/>
              <a:cs typeface="+mn-cs"/>
            </a:endParaRPr>
          </a:p>
          <a:p>
            <a:pPr marL="457200" marR="0" lvl="1"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Calibri"/>
              <a:ea typeface="+mn-ea"/>
              <a:cs typeface="+mn-cs"/>
            </a:endParaRPr>
          </a:p>
          <a:p>
            <a:pPr marL="457200" marR="0" lvl="1"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Calibri"/>
              <a:ea typeface="+mn-ea"/>
              <a:cs typeface="+mn-cs"/>
            </a:endParaRPr>
          </a:p>
          <a:p>
            <a:pPr marL="457200" marR="0" lvl="1"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Calibri"/>
              <a:ea typeface="+mn-ea"/>
              <a:cs typeface="+mn-cs"/>
            </a:endParaRPr>
          </a:p>
          <a:p>
            <a:pPr marL="457200" marR="0" lvl="1"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Calibri"/>
              <a:ea typeface="+mn-ea"/>
              <a:cs typeface="+mn-cs"/>
            </a:endParaRPr>
          </a:p>
          <a:p>
            <a:pPr marL="457200" marR="0" lvl="1"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Calibri"/>
              <a:ea typeface="+mn-ea"/>
              <a:cs typeface="+mn-cs"/>
            </a:endParaRPr>
          </a:p>
          <a:p>
            <a:pPr marL="858838" marR="0" lvl="1" indent="-45720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a:p>
            <a:pPr marL="858838" marR="0" lvl="1" indent="-45720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a:p>
            <a:pPr marL="858838" marR="0" lvl="1" indent="-45720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a:p>
            <a:pPr marL="858838" marR="0" lvl="1" indent="-457200" defTabSz="914400" eaLnBrk="1" fontAlgn="auto" latinLnBrk="0" hangingPunct="1">
              <a:lnSpc>
                <a:spcPct val="100000"/>
              </a:lnSpc>
              <a:spcBef>
                <a:spcPts val="0"/>
              </a:spcBef>
              <a:spcAft>
                <a:spcPts val="0"/>
              </a:spcAft>
              <a:buClrTx/>
              <a:buSzTx/>
              <a:buFontTx/>
              <a:buNone/>
              <a:tabLst/>
              <a:defRPr/>
            </a:pPr>
            <a:r>
              <a:rPr kumimoji="0" lang="fr-FR" sz="2000" b="0" i="0" u="none" strike="noStrike" kern="0" cap="none" spc="0" normalizeH="0" baseline="0" noProof="0" dirty="0">
                <a:ln>
                  <a:noFill/>
                </a:ln>
                <a:solidFill>
                  <a:sysClr val="windowText" lastClr="000000"/>
                </a:solidFill>
                <a:effectLst/>
                <a:uLnTx/>
                <a:uFillTx/>
                <a:latin typeface="Calibri"/>
                <a:ea typeface="+mn-ea"/>
                <a:cs typeface="+mn-cs"/>
              </a:rPr>
              <a:t>Liste des « étapes au </a:t>
            </a:r>
            <a:r>
              <a:rPr kumimoji="0" lang="fr-FR" sz="2000" b="0" i="0" u="none" strike="noStrike" kern="0" cap="none" spc="0" normalizeH="0" baseline="0" noProof="0" dirty="0" err="1">
                <a:ln>
                  <a:noFill/>
                </a:ln>
                <a:solidFill>
                  <a:sysClr val="windowText" lastClr="000000"/>
                </a:solidFill>
                <a:effectLst/>
                <a:uLnTx/>
                <a:uFillTx/>
                <a:latin typeface="Calibri"/>
                <a:ea typeface="+mn-ea"/>
                <a:cs typeface="+mn-cs"/>
              </a:rPr>
              <a:t>build</a:t>
            </a:r>
            <a:r>
              <a:rPr kumimoji="0" lang="fr-FR" sz="2000" b="0" i="0" u="none" strike="noStrike" kern="0" cap="none" spc="0" normalizeH="0" baseline="0" noProof="0" dirty="0">
                <a:ln>
                  <a:noFill/>
                </a:ln>
                <a:solidFill>
                  <a:sysClr val="windowText" lastClr="000000"/>
                </a:solidFill>
                <a:effectLst/>
                <a:uLnTx/>
                <a:uFillTx/>
                <a:latin typeface="Calibri"/>
                <a:ea typeface="+mn-ea"/>
                <a:cs typeface="+mn-cs"/>
              </a:rPr>
              <a:t> » non exhaustive, définie en fonction des plugins installés</a:t>
            </a:r>
          </a:p>
          <a:p>
            <a:pPr marL="0" marR="0" lvl="0" indent="0" defTabSz="914400" eaLnBrk="1" fontAlgn="auto" latinLnBrk="0" hangingPunct="1">
              <a:lnSpc>
                <a:spcPct val="100000"/>
              </a:lnSpc>
              <a:spcBef>
                <a:spcPts val="0"/>
              </a:spcBef>
              <a:spcAft>
                <a:spcPts val="0"/>
              </a:spcAft>
              <a:buClrTx/>
              <a:buSzTx/>
              <a:buFontTx/>
              <a:buNone/>
              <a:tabLst/>
              <a:defRPr/>
            </a:pPr>
            <a:endParaRPr kumimoji="0" lang="fr-FR" sz="2300" b="0" i="0" u="none" strike="noStrike" kern="0" cap="none" spc="0" normalizeH="0" baseline="0" noProof="0" dirty="0">
              <a:ln>
                <a:noFill/>
              </a:ln>
              <a:solidFill>
                <a:srgbClr val="262E37"/>
              </a:solidFill>
              <a:effectLst/>
              <a:uLnTx/>
              <a:uFillTx/>
              <a:latin typeface="Calibri"/>
              <a:ea typeface="+mn-ea"/>
              <a:cs typeface="Calibri"/>
            </a:endParaRP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6399" y="2783080"/>
            <a:ext cx="3409950" cy="2076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Flèche gauche 7"/>
          <p:cNvSpPr/>
          <p:nvPr/>
        </p:nvSpPr>
        <p:spPr>
          <a:xfrm>
            <a:off x="5903830" y="3567217"/>
            <a:ext cx="936104" cy="14401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Calibri"/>
              <a:ea typeface="+mn-ea"/>
              <a:cs typeface="+mn-cs"/>
            </a:endParaRPr>
          </a:p>
        </p:txBody>
      </p:sp>
      <p:sp>
        <p:nvSpPr>
          <p:cNvPr id="9" name="Flèche gauche 8"/>
          <p:cNvSpPr/>
          <p:nvPr/>
        </p:nvSpPr>
        <p:spPr>
          <a:xfrm>
            <a:off x="5903830" y="4590152"/>
            <a:ext cx="936104" cy="14401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Calibri"/>
              <a:ea typeface="+mn-ea"/>
              <a:cs typeface="+mn-cs"/>
            </a:endParaRPr>
          </a:p>
        </p:txBody>
      </p:sp>
      <p:sp>
        <p:nvSpPr>
          <p:cNvPr id="12" name="ZoneTexte 11"/>
          <p:cNvSpPr txBox="1"/>
          <p:nvPr/>
        </p:nvSpPr>
        <p:spPr>
          <a:xfrm>
            <a:off x="6957993" y="3449694"/>
            <a:ext cx="1184940"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dirty="0">
                <a:ln>
                  <a:noFill/>
                </a:ln>
                <a:solidFill>
                  <a:sysClr val="windowText" lastClr="000000"/>
                </a:solidFill>
                <a:effectLst/>
                <a:uLnTx/>
                <a:uFillTx/>
              </a:rPr>
              <a:t>SSH Plugin </a:t>
            </a:r>
          </a:p>
        </p:txBody>
      </p:sp>
      <p:sp>
        <p:nvSpPr>
          <p:cNvPr id="13" name="ZoneTexte 12"/>
          <p:cNvSpPr txBox="1"/>
          <p:nvPr/>
        </p:nvSpPr>
        <p:spPr>
          <a:xfrm>
            <a:off x="6957993" y="4483972"/>
            <a:ext cx="1212191"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dirty="0" err="1">
                <a:ln>
                  <a:noFill/>
                </a:ln>
                <a:solidFill>
                  <a:sysClr val="windowText" lastClr="000000"/>
                </a:solidFill>
                <a:effectLst/>
                <a:uLnTx/>
                <a:uFillTx/>
              </a:rPr>
              <a:t>xUnit</a:t>
            </a:r>
            <a:r>
              <a:rPr kumimoji="0" lang="fr-FR" sz="1800" b="0" i="0" u="none" strike="noStrike" kern="0" cap="none" spc="0" normalizeH="0" baseline="0" noProof="0" dirty="0">
                <a:ln>
                  <a:noFill/>
                </a:ln>
                <a:solidFill>
                  <a:sysClr val="windowText" lastClr="000000"/>
                </a:solidFill>
                <a:effectLst/>
                <a:uLnTx/>
                <a:uFillTx/>
              </a:rPr>
              <a:t> Plugin</a:t>
            </a:r>
          </a:p>
        </p:txBody>
      </p:sp>
      <p:sp>
        <p:nvSpPr>
          <p:cNvPr id="14" name="Rectangle 13"/>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kumimoji="0" lang="fr-FR" sz="1200" b="0" i="0" u="none" strike="noStrike" kern="0" cap="none" spc="-25" normalizeH="0" baseline="0" noProof="0" dirty="0">
                <a:ln>
                  <a:noFill/>
                </a:ln>
                <a:solidFill>
                  <a:prstClr val="white"/>
                </a:solidFill>
                <a:effectLst/>
                <a:uLnTx/>
                <a:uFillTx/>
                <a:latin typeface="Calibri"/>
                <a:cs typeface="Calibri"/>
              </a:rPr>
              <a:t>53</a:t>
            </a:r>
          </a:p>
        </p:txBody>
      </p:sp>
    </p:spTree>
    <p:extLst>
      <p:ext uri="{BB962C8B-B14F-4D97-AF65-F5344CB8AC3E}">
        <p14:creationId xmlns:p14="http://schemas.microsoft.com/office/powerpoint/2010/main" val="25005830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54048" y="98310"/>
            <a:ext cx="8572603" cy="984885"/>
          </a:xfrm>
        </p:spPr>
        <p:txBody>
          <a:bodyPr/>
          <a:lstStyle/>
          <a:p>
            <a:r>
              <a:rPr lang="fr-FR" b="1" spc="125" dirty="0"/>
              <a:t>Les différents types de Job</a:t>
            </a:r>
            <a:br>
              <a:rPr lang="fr-FR" b="1" spc="125" dirty="0"/>
            </a:br>
            <a:r>
              <a:rPr lang="fr-FR" sz="2800" dirty="0"/>
              <a:t>Création d’un job free-style</a:t>
            </a:r>
          </a:p>
        </p:txBody>
      </p:sp>
      <p:sp>
        <p:nvSpPr>
          <p:cNvPr id="5" name="object 2"/>
          <p:cNvSpPr txBox="1"/>
          <p:nvPr/>
        </p:nvSpPr>
        <p:spPr>
          <a:xfrm>
            <a:off x="466373"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1</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10" name="Espace réservé du contenu 2"/>
          <p:cNvSpPr txBox="1">
            <a:spLocks/>
          </p:cNvSpPr>
          <p:nvPr/>
        </p:nvSpPr>
        <p:spPr>
          <a:xfrm>
            <a:off x="768350" y="1797050"/>
            <a:ext cx="10515600" cy="3816429"/>
          </a:xfrm>
          <a:prstGeom prst="rect">
            <a:avLst/>
          </a:prstGeom>
        </p:spPr>
        <p:txBody>
          <a:bodyPr wrap="square" lIns="0" tIns="0" rIns="0" bIns="0">
            <a:spAutoFit/>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57200" marR="0" lvl="0" indent="-457200" defTabSz="914400" eaLnBrk="1" fontAlgn="auto" latinLnBrk="0" hangingPunct="1">
              <a:lnSpc>
                <a:spcPct val="100000"/>
              </a:lnSpc>
              <a:spcBef>
                <a:spcPts val="0"/>
              </a:spcBef>
              <a:spcAft>
                <a:spcPts val="0"/>
              </a:spcAft>
              <a:buClrTx/>
              <a:buSzTx/>
              <a:buFontTx/>
              <a:buNone/>
              <a:tabLst/>
              <a:defRPr/>
            </a:pPr>
            <a:r>
              <a:rPr kumimoji="0" lang="fr-FR" sz="2800" b="1" i="0" u="none" strike="noStrike" kern="0" cap="none" spc="0" normalizeH="0" baseline="0" noProof="0" dirty="0">
                <a:ln>
                  <a:noFill/>
                </a:ln>
                <a:solidFill>
                  <a:srgbClr val="262E37"/>
                </a:solidFill>
                <a:effectLst/>
                <a:uLnTx/>
                <a:uFillTx/>
                <a:latin typeface="Calibri"/>
                <a:ea typeface="+mn-ea"/>
                <a:cs typeface="Calibri"/>
              </a:rPr>
              <a:t>SECTION : étapes de </a:t>
            </a:r>
            <a:r>
              <a:rPr kumimoji="0" lang="fr-FR" sz="2800" b="1" i="0" u="none" strike="noStrike" kern="0" cap="none" spc="0" normalizeH="0" baseline="0" noProof="0" dirty="0" err="1">
                <a:ln>
                  <a:noFill/>
                </a:ln>
                <a:solidFill>
                  <a:srgbClr val="262E37"/>
                </a:solidFill>
                <a:effectLst/>
                <a:uLnTx/>
                <a:uFillTx/>
                <a:latin typeface="Calibri"/>
                <a:ea typeface="+mn-ea"/>
                <a:cs typeface="Calibri"/>
              </a:rPr>
              <a:t>build</a:t>
            </a:r>
            <a:endParaRPr kumimoji="0" lang="fr-FR" sz="2800" b="1" i="0" u="none" strike="noStrike" kern="0" cap="none" spc="0" normalizeH="0" baseline="0" noProof="0" dirty="0">
              <a:ln>
                <a:noFill/>
              </a:ln>
              <a:solidFill>
                <a:srgbClr val="262E37"/>
              </a:solidFill>
              <a:effectLst/>
              <a:uLnTx/>
              <a:uFillTx/>
              <a:latin typeface="Calibri"/>
              <a:ea typeface="+mn-ea"/>
              <a:cs typeface="Calibri"/>
            </a:endParaRPr>
          </a:p>
          <a:p>
            <a:pPr marL="858838" marR="0" lvl="1" indent="-457200" defTabSz="914400" eaLnBrk="1" fontAlgn="auto" latinLnBrk="0" hangingPunct="1">
              <a:lnSpc>
                <a:spcPct val="100000"/>
              </a:lnSpc>
              <a:spcBef>
                <a:spcPts val="0"/>
              </a:spcBef>
              <a:spcAft>
                <a:spcPts val="0"/>
              </a:spcAft>
              <a:buClrTx/>
              <a:buSzTx/>
              <a:buFontTx/>
              <a:buNone/>
              <a:tabLst/>
              <a:defRPr/>
            </a:pPr>
            <a:r>
              <a:rPr kumimoji="0" lang="fr-FR" sz="2000" b="0" i="0" u="none" strike="noStrike" kern="0" cap="none" spc="0" normalizeH="0" baseline="0" noProof="0" dirty="0">
                <a:ln>
                  <a:noFill/>
                </a:ln>
                <a:solidFill>
                  <a:sysClr val="windowText" lastClr="000000"/>
                </a:solidFill>
                <a:effectLst/>
                <a:uLnTx/>
                <a:uFillTx/>
                <a:latin typeface="Calibri"/>
                <a:ea typeface="+mn-ea"/>
                <a:cs typeface="+mn-cs"/>
              </a:rPr>
              <a:t>Exemple 1 : exécuter un script </a:t>
            </a:r>
            <a:r>
              <a:rPr kumimoji="0" lang="fr-FR" sz="2000" b="0" i="0" u="none" strike="noStrike" kern="0" cap="none" spc="0" normalizeH="0" baseline="0" noProof="0" dirty="0" err="1">
                <a:ln>
                  <a:noFill/>
                </a:ln>
                <a:solidFill>
                  <a:sysClr val="windowText" lastClr="000000"/>
                </a:solidFill>
                <a:effectLst/>
                <a:uLnTx/>
                <a:uFillTx/>
                <a:latin typeface="Calibri"/>
                <a:ea typeface="+mn-ea"/>
                <a:cs typeface="+mn-cs"/>
              </a:rPr>
              <a:t>shell</a:t>
            </a:r>
            <a:endParaRPr kumimoji="0" lang="fr-FR" sz="2000" b="0" i="0" u="none" strike="noStrike" kern="0" cap="none" spc="0" normalizeH="0" baseline="0" noProof="0" dirty="0">
              <a:ln>
                <a:noFill/>
              </a:ln>
              <a:solidFill>
                <a:sysClr val="windowText" lastClr="000000"/>
              </a:solidFill>
              <a:effectLst/>
              <a:uLnTx/>
              <a:uFillTx/>
              <a:latin typeface="Calibri"/>
              <a:ea typeface="+mn-ea"/>
              <a:cs typeface="+mn-cs"/>
            </a:endParaRPr>
          </a:p>
          <a:p>
            <a:pPr marL="858838" marR="0" lvl="1" indent="-45720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a:p>
            <a:pPr marL="858838" marR="0" lvl="1" indent="-45720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a:p>
            <a:pPr marL="858838" marR="0" lvl="1" indent="-45720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a:p>
            <a:pPr marL="858838" marR="0" lvl="1" indent="-45720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a:p>
            <a:pPr marL="858838" marR="0" lvl="1" indent="-45720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a:p>
            <a:pPr marL="858838" marR="0" lvl="1" indent="-45720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a:p>
            <a:pPr marL="858838" marR="0" lvl="1" indent="-45720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a:p>
            <a:pPr marL="858838" marR="0" lvl="1" indent="-45720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a:p>
            <a:pPr marL="858838" marR="0" lvl="1" indent="-45720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a:p>
            <a:pPr marL="858838" marR="0" lvl="1" indent="-45720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a:p>
            <a:pPr marL="858838" marR="0" lvl="1" indent="-457200" defTabSz="914400" eaLnBrk="1" fontAlgn="auto" latinLnBrk="0" hangingPunct="1">
              <a:lnSpc>
                <a:spcPct val="100000"/>
              </a:lnSpc>
              <a:spcBef>
                <a:spcPts val="0"/>
              </a:spcBef>
              <a:spcAft>
                <a:spcPts val="0"/>
              </a:spcAft>
              <a:buClrTx/>
              <a:buSzTx/>
              <a:buFontTx/>
              <a:buNone/>
              <a:tabLst/>
              <a:defRPr/>
            </a:pPr>
            <a:r>
              <a:rPr kumimoji="0" lang="fr-FR" sz="2000" b="0" i="0" u="none" strike="noStrike" kern="0" cap="none" spc="0" normalizeH="0" baseline="0" noProof="0" dirty="0">
                <a:ln>
                  <a:noFill/>
                </a:ln>
                <a:solidFill>
                  <a:sysClr val="windowText" lastClr="000000"/>
                </a:solidFill>
                <a:effectLst/>
                <a:uLnTx/>
                <a:uFillTx/>
                <a:latin typeface="Calibri"/>
                <a:ea typeface="+mn-ea"/>
                <a:cs typeface="+mn-cs"/>
              </a:rPr>
              <a:t>Variables d’environnement disponibles.</a:t>
            </a:r>
          </a:p>
        </p:txBody>
      </p:sp>
      <p:pic>
        <p:nvPicPr>
          <p:cNvPr id="1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8109" y="2771871"/>
            <a:ext cx="4086225" cy="213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Rectangle 13"/>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kumimoji="0" lang="fr-FR" sz="1200" b="0" i="0" u="none" strike="noStrike" kern="0" cap="none" spc="-25" normalizeH="0" baseline="0" noProof="0" dirty="0">
                <a:ln>
                  <a:noFill/>
                </a:ln>
                <a:solidFill>
                  <a:prstClr val="white"/>
                </a:solidFill>
                <a:effectLst/>
                <a:uLnTx/>
                <a:uFillTx/>
                <a:latin typeface="Calibri"/>
                <a:cs typeface="Calibri"/>
              </a:rPr>
              <a:t>54</a:t>
            </a:r>
          </a:p>
        </p:txBody>
      </p:sp>
    </p:spTree>
    <p:extLst>
      <p:ext uri="{BB962C8B-B14F-4D97-AF65-F5344CB8AC3E}">
        <p14:creationId xmlns:p14="http://schemas.microsoft.com/office/powerpoint/2010/main" val="3401231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54048" y="98310"/>
            <a:ext cx="8572603" cy="984885"/>
          </a:xfrm>
        </p:spPr>
        <p:txBody>
          <a:bodyPr/>
          <a:lstStyle/>
          <a:p>
            <a:r>
              <a:rPr lang="fr-FR" b="1" spc="125" dirty="0"/>
              <a:t>Les différents types de Job</a:t>
            </a:r>
            <a:br>
              <a:rPr lang="fr-FR" b="1" spc="125" dirty="0"/>
            </a:br>
            <a:r>
              <a:rPr lang="fr-FR" sz="2800" dirty="0"/>
              <a:t>Création d’un job free-style</a:t>
            </a:r>
          </a:p>
        </p:txBody>
      </p:sp>
      <p:sp>
        <p:nvSpPr>
          <p:cNvPr id="5" name="object 2"/>
          <p:cNvSpPr txBox="1"/>
          <p:nvPr/>
        </p:nvSpPr>
        <p:spPr>
          <a:xfrm>
            <a:off x="466373"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1</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6" name="Espace réservé du contenu 2"/>
          <p:cNvSpPr txBox="1">
            <a:spLocks/>
          </p:cNvSpPr>
          <p:nvPr/>
        </p:nvSpPr>
        <p:spPr>
          <a:xfrm>
            <a:off x="539750" y="1825625"/>
            <a:ext cx="10515600" cy="4351338"/>
          </a:xfrm>
          <a:prstGeom prst="rect">
            <a:avLst/>
          </a:prstGeom>
        </p:spPr>
        <p:txBody>
          <a:bodyPr wrap="square" lIns="0" tIns="0" rIns="0" bIns="0">
            <a:spAutoFit/>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57200" marR="0" lvl="0" indent="-457200" defTabSz="914400" eaLnBrk="1" fontAlgn="auto" latinLnBrk="0" hangingPunct="1">
              <a:lnSpc>
                <a:spcPct val="100000"/>
              </a:lnSpc>
              <a:spcBef>
                <a:spcPts val="0"/>
              </a:spcBef>
              <a:spcAft>
                <a:spcPts val="0"/>
              </a:spcAft>
              <a:buClrTx/>
              <a:buSzTx/>
              <a:buFontTx/>
              <a:buNone/>
              <a:tabLst/>
              <a:defRPr/>
            </a:pPr>
            <a:r>
              <a:rPr kumimoji="0" lang="fr-FR" sz="2400" b="1" i="0" u="none" strike="noStrike" kern="0" cap="none" spc="0" normalizeH="0" baseline="0" noProof="0">
                <a:ln>
                  <a:noFill/>
                </a:ln>
                <a:solidFill>
                  <a:srgbClr val="262E37"/>
                </a:solidFill>
                <a:effectLst/>
                <a:uLnTx/>
                <a:uFillTx/>
                <a:latin typeface="Calibri"/>
                <a:ea typeface="+mn-ea"/>
                <a:cs typeface="Calibri"/>
              </a:rPr>
              <a:t>SECTION : étapes de build</a:t>
            </a:r>
          </a:p>
          <a:p>
            <a:pPr marL="858838" marR="0" lvl="1" indent="-457200" defTabSz="914400"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a:ln>
                  <a:noFill/>
                </a:ln>
                <a:solidFill>
                  <a:sysClr val="windowText" lastClr="000000"/>
                </a:solidFill>
                <a:effectLst/>
                <a:uLnTx/>
                <a:uFillTx/>
                <a:latin typeface="Calibri"/>
                <a:ea typeface="+mn-ea"/>
                <a:cs typeface="+mn-cs"/>
              </a:rPr>
              <a:t>Exemple 2 : exécuter une commande ssh sur un serveur distant  (plugin SSH Plugin)</a:t>
            </a: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9" name="Rectangle 8"/>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kumimoji="0" lang="fr-FR" sz="1200" b="0" i="0" u="none" strike="noStrike" kern="0" cap="none" spc="-25" normalizeH="0" baseline="0" noProof="0" dirty="0">
                <a:ln>
                  <a:noFill/>
                </a:ln>
                <a:solidFill>
                  <a:prstClr val="white"/>
                </a:solidFill>
                <a:effectLst/>
                <a:uLnTx/>
                <a:uFillTx/>
                <a:latin typeface="Calibri"/>
                <a:cs typeface="Calibri"/>
              </a:rPr>
              <a:t>55</a:t>
            </a:r>
          </a:p>
        </p:txBody>
      </p:sp>
      <p:pic>
        <p:nvPicPr>
          <p:cNvPr id="4" name="Picture 3">
            <a:extLst>
              <a:ext uri="{FF2B5EF4-FFF2-40B4-BE49-F238E27FC236}">
                <a16:creationId xmlns:a16="http://schemas.microsoft.com/office/drawing/2014/main" id="{1115BE58-7499-9CCE-FC28-11A6EA1379AC}"/>
              </a:ext>
            </a:extLst>
          </p:cNvPr>
          <p:cNvPicPr>
            <a:picLocks noChangeAspect="1"/>
          </p:cNvPicPr>
          <p:nvPr/>
        </p:nvPicPr>
        <p:blipFill>
          <a:blip r:embed="rId2"/>
          <a:stretch>
            <a:fillRect/>
          </a:stretch>
        </p:blipFill>
        <p:spPr>
          <a:xfrm>
            <a:off x="234950" y="2775239"/>
            <a:ext cx="5181600" cy="2908011"/>
          </a:xfrm>
          <a:prstGeom prst="rect">
            <a:avLst/>
          </a:prstGeom>
        </p:spPr>
      </p:pic>
      <p:pic>
        <p:nvPicPr>
          <p:cNvPr id="11" name="Picture 10">
            <a:extLst>
              <a:ext uri="{FF2B5EF4-FFF2-40B4-BE49-F238E27FC236}">
                <a16:creationId xmlns:a16="http://schemas.microsoft.com/office/drawing/2014/main" id="{608169E8-C574-1429-1A3A-94A23482A3C4}"/>
              </a:ext>
            </a:extLst>
          </p:cNvPr>
          <p:cNvPicPr>
            <a:picLocks noChangeAspect="1"/>
          </p:cNvPicPr>
          <p:nvPr/>
        </p:nvPicPr>
        <p:blipFill>
          <a:blip r:embed="rId3"/>
          <a:stretch>
            <a:fillRect/>
          </a:stretch>
        </p:blipFill>
        <p:spPr>
          <a:xfrm>
            <a:off x="5568950" y="2984656"/>
            <a:ext cx="4721462" cy="2546194"/>
          </a:xfrm>
          <a:prstGeom prst="rect">
            <a:avLst/>
          </a:prstGeom>
        </p:spPr>
      </p:pic>
    </p:spTree>
    <p:extLst>
      <p:ext uri="{BB962C8B-B14F-4D97-AF65-F5344CB8AC3E}">
        <p14:creationId xmlns:p14="http://schemas.microsoft.com/office/powerpoint/2010/main" val="32221799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54048" y="98310"/>
            <a:ext cx="8572603" cy="984885"/>
          </a:xfrm>
        </p:spPr>
        <p:txBody>
          <a:bodyPr/>
          <a:lstStyle/>
          <a:p>
            <a:r>
              <a:rPr lang="fr-FR" b="1" spc="125" dirty="0"/>
              <a:t>Les différents types de Job</a:t>
            </a:r>
            <a:br>
              <a:rPr lang="fr-FR" b="1" spc="125" dirty="0"/>
            </a:br>
            <a:r>
              <a:rPr lang="fr-FR" sz="2800" dirty="0"/>
              <a:t>Création d’un job free-style</a:t>
            </a:r>
          </a:p>
        </p:txBody>
      </p:sp>
      <p:sp>
        <p:nvSpPr>
          <p:cNvPr id="5" name="object 2"/>
          <p:cNvSpPr txBox="1"/>
          <p:nvPr/>
        </p:nvSpPr>
        <p:spPr>
          <a:xfrm>
            <a:off x="463550"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1</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9" name="Espace réservé du contenu 2"/>
          <p:cNvSpPr txBox="1">
            <a:spLocks/>
          </p:cNvSpPr>
          <p:nvPr/>
        </p:nvSpPr>
        <p:spPr>
          <a:xfrm>
            <a:off x="692150" y="1825625"/>
            <a:ext cx="10515600" cy="4351338"/>
          </a:xfrm>
          <a:prstGeom prst="rect">
            <a:avLst/>
          </a:prstGeom>
        </p:spPr>
        <p:txBody>
          <a:bodyPr wrap="square" lIns="0" tIns="0" rIns="0" bIns="0">
            <a:normAutofit/>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57200" marR="0" lvl="0" indent="-457200" defTabSz="914400" eaLnBrk="1" fontAlgn="auto" latinLnBrk="0" hangingPunct="1">
              <a:lnSpc>
                <a:spcPct val="100000"/>
              </a:lnSpc>
              <a:spcBef>
                <a:spcPts val="0"/>
              </a:spcBef>
              <a:spcAft>
                <a:spcPts val="0"/>
              </a:spcAft>
              <a:buClrTx/>
              <a:buSzTx/>
              <a:buFontTx/>
              <a:buNone/>
              <a:tabLst/>
              <a:defRPr/>
            </a:pPr>
            <a:r>
              <a:rPr kumimoji="0" lang="fr-FR" sz="2400" b="1" i="0" u="none" strike="noStrike" kern="0" cap="none" spc="0" normalizeH="0" baseline="0" noProof="0" dirty="0">
                <a:ln>
                  <a:noFill/>
                </a:ln>
                <a:solidFill>
                  <a:srgbClr val="262E37"/>
                </a:solidFill>
                <a:effectLst/>
                <a:uLnTx/>
                <a:uFillTx/>
                <a:latin typeface="Calibri"/>
                <a:ea typeface="+mn-ea"/>
                <a:cs typeface="Calibri"/>
              </a:rPr>
              <a:t>SECTION : étapes de </a:t>
            </a:r>
            <a:r>
              <a:rPr kumimoji="0" lang="fr-FR" sz="2400" b="1" i="0" u="none" strike="noStrike" kern="0" cap="none" spc="0" normalizeH="0" baseline="0" noProof="0" dirty="0" err="1">
                <a:ln>
                  <a:noFill/>
                </a:ln>
                <a:solidFill>
                  <a:srgbClr val="262E37"/>
                </a:solidFill>
                <a:effectLst/>
                <a:uLnTx/>
                <a:uFillTx/>
                <a:latin typeface="Calibri"/>
                <a:ea typeface="+mn-ea"/>
                <a:cs typeface="Calibri"/>
              </a:rPr>
              <a:t>build</a:t>
            </a:r>
            <a:endParaRPr kumimoji="0" lang="fr-FR" sz="2400" b="1" i="0" u="none" strike="noStrike" kern="0" cap="none" spc="0" normalizeH="0" baseline="0" noProof="0" dirty="0">
              <a:ln>
                <a:noFill/>
              </a:ln>
              <a:solidFill>
                <a:srgbClr val="262E37"/>
              </a:solidFill>
              <a:effectLst/>
              <a:uLnTx/>
              <a:uFillTx/>
              <a:latin typeface="Calibri"/>
              <a:ea typeface="+mn-ea"/>
              <a:cs typeface="Calibri"/>
            </a:endParaRPr>
          </a:p>
          <a:p>
            <a:pPr marL="858838" marR="0" lvl="1" indent="-457200" defTabSz="914400"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dirty="0">
                <a:ln>
                  <a:noFill/>
                </a:ln>
                <a:solidFill>
                  <a:sysClr val="windowText" lastClr="000000"/>
                </a:solidFill>
                <a:effectLst/>
                <a:uLnTx/>
                <a:uFillTx/>
                <a:latin typeface="Calibri"/>
                <a:ea typeface="+mn-ea"/>
                <a:cs typeface="+mn-cs"/>
              </a:rPr>
              <a:t>Exemple 3 : exécuter un goal </a:t>
            </a:r>
            <a:r>
              <a:rPr kumimoji="0" lang="fr-FR" sz="1800" b="0" i="0" u="none" strike="noStrike" kern="0" cap="none" spc="0" normalizeH="0" baseline="0" noProof="0" dirty="0" err="1">
                <a:ln>
                  <a:noFill/>
                </a:ln>
                <a:solidFill>
                  <a:sysClr val="windowText" lastClr="000000"/>
                </a:solidFill>
                <a:effectLst/>
                <a:uLnTx/>
                <a:uFillTx/>
                <a:latin typeface="Calibri"/>
                <a:ea typeface="+mn-ea"/>
                <a:cs typeface="+mn-cs"/>
              </a:rPr>
              <a:t>Maven</a:t>
            </a: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a:p>
            <a:pPr marL="171450" marR="0" lvl="0" indent="-171450" defTabSz="91440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dirty="0">
              <a:ln>
                <a:noFill/>
              </a:ln>
              <a:solidFill>
                <a:srgbClr val="262E37"/>
              </a:solidFill>
              <a:effectLst/>
              <a:uLnTx/>
              <a:uFillTx/>
              <a:latin typeface="Calibri"/>
              <a:ea typeface="+mn-ea"/>
              <a:cs typeface="Calibri"/>
            </a:endParaRPr>
          </a:p>
          <a:p>
            <a:pPr marL="171450" marR="0" lvl="0" indent="-171450" defTabSz="91440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dirty="0">
              <a:ln>
                <a:noFill/>
              </a:ln>
              <a:solidFill>
                <a:srgbClr val="262E37"/>
              </a:solidFill>
              <a:effectLst/>
              <a:uLnTx/>
              <a:uFillTx/>
              <a:latin typeface="Calibri"/>
              <a:ea typeface="+mn-ea"/>
              <a:cs typeface="Calibri"/>
            </a:endParaRPr>
          </a:p>
          <a:p>
            <a:pPr marL="171450" marR="0" lvl="0" indent="-171450" defTabSz="91440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dirty="0">
              <a:ln>
                <a:noFill/>
              </a:ln>
              <a:solidFill>
                <a:srgbClr val="262E37"/>
              </a:solidFill>
              <a:effectLst/>
              <a:uLnTx/>
              <a:uFillTx/>
              <a:latin typeface="Calibri"/>
              <a:ea typeface="+mn-ea"/>
              <a:cs typeface="Calibri"/>
            </a:endParaRPr>
          </a:p>
          <a:p>
            <a:pPr marL="171450" marR="0" lvl="0" indent="-171450" defTabSz="91440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dirty="0">
              <a:ln>
                <a:noFill/>
              </a:ln>
              <a:solidFill>
                <a:srgbClr val="262E37"/>
              </a:solidFill>
              <a:effectLst/>
              <a:uLnTx/>
              <a:uFillTx/>
              <a:latin typeface="Calibri"/>
              <a:ea typeface="+mn-ea"/>
              <a:cs typeface="Calibri"/>
            </a:endParaRPr>
          </a:p>
          <a:p>
            <a:pPr marL="171450" marR="0" lvl="0" indent="-171450" defTabSz="91440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dirty="0">
              <a:ln>
                <a:noFill/>
              </a:ln>
              <a:solidFill>
                <a:srgbClr val="262E37"/>
              </a:solidFill>
              <a:effectLst/>
              <a:uLnTx/>
              <a:uFillTx/>
              <a:latin typeface="Calibri"/>
              <a:ea typeface="+mn-ea"/>
              <a:cs typeface="Calibri"/>
            </a:endParaRPr>
          </a:p>
          <a:p>
            <a:pPr marL="171450" marR="0" lvl="0" indent="-171450" defTabSz="91440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dirty="0">
              <a:ln>
                <a:noFill/>
              </a:ln>
              <a:solidFill>
                <a:srgbClr val="262E37"/>
              </a:solidFill>
              <a:effectLst/>
              <a:uLnTx/>
              <a:uFillTx/>
              <a:latin typeface="Calibri"/>
              <a:ea typeface="+mn-ea"/>
              <a:cs typeface="Calibri"/>
            </a:endParaRPr>
          </a:p>
          <a:p>
            <a:pPr marL="171450" marR="0" lvl="0" indent="-171450" defTabSz="91440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dirty="0">
              <a:ln>
                <a:noFill/>
              </a:ln>
              <a:solidFill>
                <a:srgbClr val="262E37"/>
              </a:solidFill>
              <a:effectLst/>
              <a:uLnTx/>
              <a:uFillTx/>
              <a:latin typeface="Calibri"/>
              <a:ea typeface="+mn-ea"/>
              <a:cs typeface="Calibri"/>
            </a:endParaRPr>
          </a:p>
          <a:p>
            <a:pPr marL="171450" marR="0" lvl="0" indent="-45720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262E37"/>
              </a:solidFill>
              <a:effectLst/>
              <a:uLnTx/>
              <a:uFillTx/>
              <a:latin typeface="Calibri"/>
              <a:ea typeface="+mn-ea"/>
              <a:cs typeface="Calibri"/>
            </a:endParaRPr>
          </a:p>
          <a:p>
            <a:pPr marL="457200" marR="0" lvl="0" indent="-45720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262E37"/>
              </a:solidFill>
              <a:effectLst/>
              <a:uLnTx/>
              <a:uFillTx/>
              <a:latin typeface="Calibri"/>
              <a:ea typeface="+mn-ea"/>
              <a:cs typeface="Calibri"/>
            </a:endParaRPr>
          </a:p>
          <a:p>
            <a:pPr marL="457200" marR="0" lvl="0" indent="-457200" defTabSz="914400"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dirty="0">
                <a:ln>
                  <a:noFill/>
                </a:ln>
                <a:solidFill>
                  <a:srgbClr val="262E37"/>
                </a:solidFill>
                <a:effectLst/>
                <a:uLnTx/>
                <a:uFillTx/>
                <a:latin typeface="Calibri"/>
                <a:ea typeface="+mn-ea"/>
                <a:cs typeface="Calibri"/>
              </a:rPr>
              <a:t>Avancé…</a:t>
            </a:r>
          </a:p>
          <a:p>
            <a:pPr marL="858838" marR="0" lvl="1" indent="-457200" defTabSz="914400"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dirty="0">
                <a:ln>
                  <a:noFill/>
                </a:ln>
                <a:solidFill>
                  <a:sysClr val="windowText" lastClr="000000"/>
                </a:solidFill>
                <a:effectLst/>
                <a:uLnTx/>
                <a:uFillTx/>
                <a:latin typeface="Calibri"/>
                <a:ea typeface="+mn-ea"/>
                <a:cs typeface="+mn-cs"/>
              </a:rPr>
              <a:t>Déclarer un </a:t>
            </a:r>
            <a:r>
              <a:rPr kumimoji="0" lang="fr-FR" sz="1800" b="0" i="0" u="none" strike="noStrike" kern="0" cap="none" spc="0" normalizeH="0" baseline="0" noProof="0" dirty="0" err="1">
                <a:ln>
                  <a:noFill/>
                </a:ln>
                <a:solidFill>
                  <a:sysClr val="windowText" lastClr="000000"/>
                </a:solidFill>
                <a:effectLst/>
                <a:uLnTx/>
                <a:uFillTx/>
                <a:latin typeface="Calibri"/>
                <a:ea typeface="+mn-ea"/>
                <a:cs typeface="+mn-cs"/>
              </a:rPr>
              <a:t>repository</a:t>
            </a:r>
            <a:r>
              <a:rPr kumimoji="0" lang="fr-FR" sz="1800" b="0" i="0" u="none" strike="noStrike" kern="0" cap="none" spc="0" normalizeH="0" baseline="0" noProof="0" dirty="0">
                <a:ln>
                  <a:noFill/>
                </a:ln>
                <a:solidFill>
                  <a:sysClr val="windowText" lastClr="000000"/>
                </a:solidFill>
                <a:effectLst/>
                <a:uLnTx/>
                <a:uFillTx/>
                <a:latin typeface="Calibri"/>
                <a:ea typeface="+mn-ea"/>
                <a:cs typeface="+mn-cs"/>
              </a:rPr>
              <a:t> </a:t>
            </a:r>
            <a:r>
              <a:rPr kumimoji="0" lang="fr-FR" sz="1800" b="0" i="0" u="none" strike="noStrike" kern="0" cap="none" spc="0" normalizeH="0" baseline="0" noProof="0" dirty="0" err="1">
                <a:ln>
                  <a:noFill/>
                </a:ln>
                <a:solidFill>
                  <a:sysClr val="windowText" lastClr="000000"/>
                </a:solidFill>
                <a:effectLst/>
                <a:uLnTx/>
                <a:uFillTx/>
                <a:latin typeface="Calibri"/>
                <a:ea typeface="+mn-ea"/>
                <a:cs typeface="+mn-cs"/>
              </a:rPr>
              <a:t>Maven</a:t>
            </a:r>
            <a:r>
              <a:rPr kumimoji="0" lang="fr-FR" sz="1800" b="0" i="0" u="none" strike="noStrike" kern="0" cap="none" spc="0" normalizeH="0" baseline="0" noProof="0" dirty="0">
                <a:ln>
                  <a:noFill/>
                </a:ln>
                <a:solidFill>
                  <a:sysClr val="windowText" lastClr="000000"/>
                </a:solidFill>
                <a:effectLst/>
                <a:uLnTx/>
                <a:uFillTx/>
                <a:latin typeface="Calibri"/>
                <a:ea typeface="+mn-ea"/>
                <a:cs typeface="+mn-cs"/>
              </a:rPr>
              <a:t> privé</a:t>
            </a:r>
          </a:p>
          <a:p>
            <a:pPr marL="858838" marR="0" lvl="1" indent="-457200" defTabSz="914400"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dirty="0">
                <a:ln>
                  <a:noFill/>
                </a:ln>
                <a:solidFill>
                  <a:sysClr val="windowText" lastClr="000000"/>
                </a:solidFill>
                <a:effectLst/>
                <a:uLnTx/>
                <a:uFillTx/>
                <a:latin typeface="Calibri"/>
                <a:ea typeface="+mn-ea"/>
                <a:cs typeface="+mn-cs"/>
              </a:rPr>
              <a:t>Définir un répertoire de travail spécifique</a:t>
            </a:r>
          </a:p>
          <a:p>
            <a:pPr marL="858838" marR="0" lvl="1" indent="-457200" defTabSz="914400"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dirty="0">
                <a:ln>
                  <a:noFill/>
                </a:ln>
                <a:solidFill>
                  <a:sysClr val="windowText" lastClr="000000"/>
                </a:solidFill>
                <a:effectLst/>
                <a:uLnTx/>
                <a:uFillTx/>
                <a:latin typeface="Calibri"/>
                <a:ea typeface="+mn-ea"/>
                <a:cs typeface="+mn-cs"/>
              </a:rPr>
              <a:t>Pointer un Settings file (</a:t>
            </a:r>
            <a:r>
              <a:rPr kumimoji="0" lang="fr-FR" sz="1800" b="0" i="0" u="none" strike="noStrike" kern="0" cap="none" spc="0" normalizeH="0" baseline="0" noProof="0" dirty="0" err="1">
                <a:ln>
                  <a:noFill/>
                </a:ln>
                <a:solidFill>
                  <a:sysClr val="windowText" lastClr="000000"/>
                </a:solidFill>
                <a:effectLst/>
                <a:uLnTx/>
                <a:uFillTx/>
                <a:latin typeface="Calibri"/>
                <a:ea typeface="+mn-ea"/>
                <a:cs typeface="+mn-cs"/>
              </a:rPr>
              <a:t>Maven</a:t>
            </a:r>
            <a:r>
              <a:rPr kumimoji="0" lang="fr-FR" sz="1800" b="0" i="0" u="none" strike="noStrike" kern="0" cap="none" spc="0" normalizeH="0" baseline="0" noProof="0" dirty="0">
                <a:ln>
                  <a:noFill/>
                </a:ln>
                <a:solidFill>
                  <a:sysClr val="windowText" lastClr="000000"/>
                </a:solidFill>
                <a:effectLst/>
                <a:uLnTx/>
                <a:uFillTx/>
                <a:latin typeface="Calibri"/>
                <a:ea typeface="+mn-ea"/>
                <a:cs typeface="+mn-cs"/>
              </a:rPr>
              <a:t>) spécifique</a:t>
            </a:r>
          </a:p>
          <a:p>
            <a:pPr marL="858838" marR="0" lvl="1" indent="-457200" defTabSz="914400"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dirty="0">
                <a:ln>
                  <a:noFill/>
                </a:ln>
                <a:solidFill>
                  <a:sysClr val="windowText" lastClr="000000"/>
                </a:solidFill>
                <a:effectLst/>
                <a:uLnTx/>
                <a:uFillTx/>
                <a:latin typeface="Calibri"/>
                <a:ea typeface="+mn-ea"/>
                <a:cs typeface="+mn-cs"/>
              </a:rPr>
              <a:t>…</a:t>
            </a:r>
          </a:p>
        </p:txBody>
      </p:sp>
      <p:pic>
        <p:nvPicPr>
          <p:cNvPr id="1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 b="5444"/>
          <a:stretch/>
        </p:blipFill>
        <p:spPr bwMode="auto">
          <a:xfrm>
            <a:off x="1106994" y="2828719"/>
            <a:ext cx="8925756" cy="1509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Rectangle 10"/>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kumimoji="0" lang="fr-FR" sz="1200" b="0" i="0" u="none" strike="noStrike" kern="0" cap="none" spc="-25" normalizeH="0" baseline="0" noProof="0" dirty="0">
                <a:ln>
                  <a:noFill/>
                </a:ln>
                <a:solidFill>
                  <a:prstClr val="white"/>
                </a:solidFill>
                <a:effectLst/>
                <a:uLnTx/>
                <a:uFillTx/>
                <a:latin typeface="Calibri"/>
                <a:cs typeface="Calibri"/>
              </a:rPr>
              <a:t>56</a:t>
            </a:r>
          </a:p>
        </p:txBody>
      </p:sp>
    </p:spTree>
    <p:extLst>
      <p:ext uri="{BB962C8B-B14F-4D97-AF65-F5344CB8AC3E}">
        <p14:creationId xmlns:p14="http://schemas.microsoft.com/office/powerpoint/2010/main" val="6214054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54048" y="98310"/>
            <a:ext cx="8572603" cy="984885"/>
          </a:xfrm>
        </p:spPr>
        <p:txBody>
          <a:bodyPr/>
          <a:lstStyle/>
          <a:p>
            <a:r>
              <a:rPr lang="fr-FR" b="1" spc="125" dirty="0"/>
              <a:t>Les différents types de Job</a:t>
            </a:r>
            <a:br>
              <a:rPr lang="fr-FR" b="1" spc="125" dirty="0"/>
            </a:br>
            <a:r>
              <a:rPr lang="fr-FR" sz="2800" dirty="0"/>
              <a:t>Création d’un job free-style</a:t>
            </a:r>
          </a:p>
        </p:txBody>
      </p:sp>
      <p:sp>
        <p:nvSpPr>
          <p:cNvPr id="5" name="object 2"/>
          <p:cNvSpPr txBox="1"/>
          <p:nvPr/>
        </p:nvSpPr>
        <p:spPr>
          <a:xfrm>
            <a:off x="466373"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1</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6" name="Espace réservé du contenu 2"/>
          <p:cNvSpPr txBox="1">
            <a:spLocks/>
          </p:cNvSpPr>
          <p:nvPr/>
        </p:nvSpPr>
        <p:spPr>
          <a:xfrm>
            <a:off x="234950" y="1825625"/>
            <a:ext cx="10515600" cy="4351338"/>
          </a:xfrm>
          <a:prstGeom prst="rect">
            <a:avLst/>
          </a:prstGeom>
        </p:spPr>
        <p:txBody>
          <a:bodyPr wrap="square" lIns="0" tIns="0" rIns="0" bIns="0">
            <a:spAutoFit/>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57200" marR="0" lvl="0" indent="-457200" defTabSz="914400" eaLnBrk="1" fontAlgn="auto" latinLnBrk="0" hangingPunct="1">
              <a:lnSpc>
                <a:spcPct val="100000"/>
              </a:lnSpc>
              <a:spcBef>
                <a:spcPts val="0"/>
              </a:spcBef>
              <a:spcAft>
                <a:spcPts val="0"/>
              </a:spcAft>
              <a:buClrTx/>
              <a:buSzTx/>
              <a:buFontTx/>
              <a:buNone/>
              <a:tabLst/>
              <a:defRPr/>
            </a:pPr>
            <a:r>
              <a:rPr kumimoji="0" lang="fr-FR" sz="2200" b="1" i="0" u="none" strike="noStrike" kern="0" cap="none" spc="0" normalizeH="0" baseline="0" noProof="0">
                <a:ln>
                  <a:noFill/>
                </a:ln>
                <a:solidFill>
                  <a:srgbClr val="262E37"/>
                </a:solidFill>
                <a:effectLst/>
                <a:uLnTx/>
                <a:uFillTx/>
                <a:latin typeface="Calibri"/>
                <a:ea typeface="+mn-ea"/>
                <a:cs typeface="Calibri"/>
              </a:rPr>
              <a:t>SECTION : étapes à la suite du build</a:t>
            </a:r>
          </a:p>
          <a:p>
            <a:pPr marL="171450" marR="0" lvl="0" indent="-171450" defTabSz="91440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a:ln>
                <a:noFill/>
              </a:ln>
              <a:solidFill>
                <a:srgbClr val="262E37"/>
              </a:solidFill>
              <a:effectLst/>
              <a:uLnTx/>
              <a:uFillTx/>
              <a:latin typeface="Calibri"/>
              <a:ea typeface="+mn-ea"/>
              <a:cs typeface="Calibri"/>
            </a:endParaRPr>
          </a:p>
          <a:p>
            <a:pPr marL="573088" marR="0" lvl="1" indent="-171450" defTabSz="914400"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a:ln>
                  <a:noFill/>
                </a:ln>
                <a:solidFill>
                  <a:sysClr val="windowText" lastClr="000000"/>
                </a:solidFill>
                <a:effectLst/>
                <a:uLnTx/>
                <a:uFillTx/>
                <a:latin typeface="Calibri"/>
                <a:ea typeface="+mn-ea"/>
                <a:cs typeface="+mn-cs"/>
              </a:rPr>
              <a:t>Déclaration et paramétrage d’instructions conditionnables par le statut d’exécution des étapes de build.</a:t>
            </a:r>
          </a:p>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latin typeface="Calibri"/>
              <a:ea typeface="+mn-ea"/>
              <a:cs typeface="+mn-cs"/>
            </a:endParaRPr>
          </a:p>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latin typeface="Calibri"/>
              <a:ea typeface="+mn-ea"/>
              <a:cs typeface="+mn-cs"/>
            </a:endParaRPr>
          </a:p>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latin typeface="Calibri"/>
              <a:ea typeface="+mn-ea"/>
              <a:cs typeface="+mn-cs"/>
            </a:endParaRPr>
          </a:p>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latin typeface="Calibri"/>
              <a:ea typeface="+mn-ea"/>
              <a:cs typeface="+mn-cs"/>
            </a:endParaRPr>
          </a:p>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latin typeface="Calibri"/>
              <a:ea typeface="+mn-ea"/>
              <a:cs typeface="+mn-cs"/>
            </a:endParaRPr>
          </a:p>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latin typeface="Calibri"/>
              <a:ea typeface="+mn-ea"/>
              <a:cs typeface="+mn-cs"/>
            </a:endParaRPr>
          </a:p>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latin typeface="Calibri"/>
              <a:ea typeface="+mn-ea"/>
              <a:cs typeface="+mn-cs"/>
            </a:endParaRPr>
          </a:p>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latin typeface="Calibri"/>
              <a:ea typeface="+mn-ea"/>
              <a:cs typeface="+mn-cs"/>
            </a:endParaRPr>
          </a:p>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latin typeface="Calibri"/>
              <a:ea typeface="+mn-ea"/>
              <a:cs typeface="+mn-cs"/>
            </a:endParaRPr>
          </a:p>
          <a:p>
            <a:pPr marL="573088" marR="0" lvl="1" indent="-171450" defTabSz="914400"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a:ln>
                  <a:noFill/>
                </a:ln>
                <a:solidFill>
                  <a:sysClr val="windowText" lastClr="000000"/>
                </a:solidFill>
                <a:effectLst/>
                <a:uLnTx/>
                <a:uFillTx/>
                <a:latin typeface="Calibri"/>
                <a:ea typeface="+mn-ea"/>
                <a:cs typeface="+mn-cs"/>
              </a:rPr>
              <a:t>Liste des « étapes à la suite du build » non exhaustive, définie en fonction des plugins installés.</a:t>
            </a: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8521" y="2771856"/>
            <a:ext cx="3389857" cy="19857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7"/>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kumimoji="0" lang="fr-FR" sz="1200" b="0" i="0" u="none" strike="noStrike" kern="0" cap="none" spc="-25" normalizeH="0" baseline="0" noProof="0" dirty="0">
                <a:ln>
                  <a:noFill/>
                </a:ln>
                <a:solidFill>
                  <a:prstClr val="white"/>
                </a:solidFill>
                <a:effectLst/>
                <a:uLnTx/>
                <a:uFillTx/>
                <a:latin typeface="Calibri"/>
                <a:cs typeface="Calibri"/>
              </a:rPr>
              <a:t>57</a:t>
            </a:r>
          </a:p>
        </p:txBody>
      </p:sp>
    </p:spTree>
    <p:extLst>
      <p:ext uri="{BB962C8B-B14F-4D97-AF65-F5344CB8AC3E}">
        <p14:creationId xmlns:p14="http://schemas.microsoft.com/office/powerpoint/2010/main" val="8403017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54048" y="98310"/>
            <a:ext cx="8572603" cy="984885"/>
          </a:xfrm>
        </p:spPr>
        <p:txBody>
          <a:bodyPr/>
          <a:lstStyle/>
          <a:p>
            <a:r>
              <a:rPr lang="fr-FR" b="1" spc="125" dirty="0"/>
              <a:t>Les différents types de Job</a:t>
            </a:r>
            <a:br>
              <a:rPr lang="fr-FR" b="1" spc="125" dirty="0"/>
            </a:br>
            <a:r>
              <a:rPr lang="fr-FR" sz="2800" dirty="0"/>
              <a:t>Création d’un job free-style</a:t>
            </a:r>
          </a:p>
        </p:txBody>
      </p:sp>
      <p:sp>
        <p:nvSpPr>
          <p:cNvPr id="5" name="object 2"/>
          <p:cNvSpPr txBox="1"/>
          <p:nvPr/>
        </p:nvSpPr>
        <p:spPr>
          <a:xfrm>
            <a:off x="466373"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1</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8" name="Espace réservé du contenu 2"/>
          <p:cNvSpPr txBox="1">
            <a:spLocks/>
          </p:cNvSpPr>
          <p:nvPr/>
        </p:nvSpPr>
        <p:spPr>
          <a:xfrm>
            <a:off x="463550" y="1263650"/>
            <a:ext cx="10515600" cy="5715000"/>
          </a:xfrm>
          <a:prstGeom prst="rect">
            <a:avLst/>
          </a:prstGeom>
        </p:spPr>
        <p:txBody>
          <a:bodyPr wrap="square" lIns="0" tIns="0" rIns="0" bIns="0">
            <a:normAutofit fontScale="92500" lnSpcReduction="10000"/>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57200" marR="0" lvl="0" indent="-457200" defTabSz="914400" eaLnBrk="1" fontAlgn="auto" latinLnBrk="0" hangingPunct="1">
              <a:lnSpc>
                <a:spcPct val="100000"/>
              </a:lnSpc>
              <a:spcBef>
                <a:spcPts val="0"/>
              </a:spcBef>
              <a:spcAft>
                <a:spcPts val="0"/>
              </a:spcAft>
              <a:buClrTx/>
              <a:buSzTx/>
              <a:buFontTx/>
              <a:buNone/>
              <a:tabLst/>
              <a:defRPr/>
            </a:pPr>
            <a:r>
              <a:rPr kumimoji="0" lang="fr-FR" sz="2400" b="1" i="0" u="none" strike="noStrike" kern="0" cap="none" spc="0" normalizeH="0" baseline="0" noProof="0" dirty="0">
                <a:ln>
                  <a:noFill/>
                </a:ln>
                <a:solidFill>
                  <a:srgbClr val="262E37"/>
                </a:solidFill>
                <a:effectLst/>
                <a:uLnTx/>
                <a:uFillTx/>
                <a:latin typeface="Calibri"/>
                <a:ea typeface="+mn-ea"/>
                <a:cs typeface="Calibri"/>
              </a:rPr>
              <a:t>SECTION : étapes à la suite du </a:t>
            </a:r>
            <a:r>
              <a:rPr kumimoji="0" lang="fr-FR" sz="2400" b="1" i="0" u="none" strike="noStrike" kern="0" cap="none" spc="0" normalizeH="0" baseline="0" noProof="0" dirty="0" err="1">
                <a:ln>
                  <a:noFill/>
                </a:ln>
                <a:solidFill>
                  <a:srgbClr val="262E37"/>
                </a:solidFill>
                <a:effectLst/>
                <a:uLnTx/>
                <a:uFillTx/>
                <a:latin typeface="Calibri"/>
                <a:ea typeface="+mn-ea"/>
                <a:cs typeface="Calibri"/>
              </a:rPr>
              <a:t>build</a:t>
            </a:r>
            <a:endParaRPr kumimoji="0" lang="fr-FR" sz="2400" b="1" i="0" u="none" strike="noStrike" kern="0" cap="none" spc="0" normalizeH="0" baseline="0" noProof="0" dirty="0">
              <a:ln>
                <a:noFill/>
              </a:ln>
              <a:solidFill>
                <a:srgbClr val="262E37"/>
              </a:solidFill>
              <a:effectLst/>
              <a:uLnTx/>
              <a:uFillTx/>
              <a:latin typeface="Calibri"/>
              <a:ea typeface="+mn-ea"/>
              <a:cs typeface="Calibri"/>
            </a:endParaRPr>
          </a:p>
          <a:p>
            <a:pPr marL="171450" marR="0" lvl="0" indent="-171450" defTabSz="914400" eaLnBrk="1" fontAlgn="auto" latinLnBrk="0" hangingPunct="1">
              <a:lnSpc>
                <a:spcPct val="100000"/>
              </a:lnSpc>
              <a:spcBef>
                <a:spcPts val="0"/>
              </a:spcBef>
              <a:spcAft>
                <a:spcPts val="0"/>
              </a:spcAft>
              <a:buClrTx/>
              <a:buSzTx/>
              <a:buFontTx/>
              <a:buNone/>
              <a:tabLst/>
              <a:defRPr/>
            </a:pPr>
            <a:endParaRPr kumimoji="0" lang="fr-FR" sz="2400" b="0" i="0" u="none" strike="noStrike" kern="0" cap="none" spc="0" normalizeH="0" baseline="0" noProof="0" dirty="0">
              <a:ln>
                <a:noFill/>
              </a:ln>
              <a:solidFill>
                <a:srgbClr val="262E37"/>
              </a:solidFill>
              <a:effectLst/>
              <a:uLnTx/>
              <a:uFillTx/>
              <a:latin typeface="Calibri"/>
              <a:ea typeface="+mn-ea"/>
              <a:cs typeface="Calibri"/>
            </a:endParaRPr>
          </a:p>
          <a:p>
            <a:pPr marL="573088" marR="0" lvl="1" indent="-171450" defTabSz="914400" eaLnBrk="1" fontAlgn="auto" latinLnBrk="0" hangingPunct="1">
              <a:lnSpc>
                <a:spcPct val="100000"/>
              </a:lnSpc>
              <a:spcBef>
                <a:spcPts val="0"/>
              </a:spcBef>
              <a:spcAft>
                <a:spcPts val="0"/>
              </a:spcAft>
              <a:buClrTx/>
              <a:buSzTx/>
              <a:buFontTx/>
              <a:buNone/>
              <a:tabLst/>
              <a:defRPr/>
            </a:pPr>
            <a:r>
              <a:rPr kumimoji="0" lang="fr-FR" sz="2400" b="0" i="0" u="none" strike="noStrike" kern="0" cap="none" spc="0" normalizeH="0" baseline="0" noProof="0" dirty="0">
                <a:ln>
                  <a:noFill/>
                </a:ln>
                <a:solidFill>
                  <a:sysClr val="windowText" lastClr="000000"/>
                </a:solidFill>
                <a:effectLst/>
                <a:uLnTx/>
                <a:uFillTx/>
                <a:latin typeface="Calibri"/>
                <a:ea typeface="+mn-ea"/>
                <a:cs typeface="+mn-cs"/>
              </a:rPr>
              <a:t>ex1 : Notification par mail </a:t>
            </a:r>
          </a:p>
          <a:p>
            <a:pPr marL="1255713" marR="0" lvl="2" indent="-360363" defTabSz="914400" eaLnBrk="1" fontAlgn="auto" latinLnBrk="0" hangingPunct="1">
              <a:lnSpc>
                <a:spcPct val="100000"/>
              </a:lnSpc>
              <a:spcBef>
                <a:spcPts val="0"/>
              </a:spcBef>
              <a:spcAft>
                <a:spcPts val="0"/>
              </a:spcAft>
              <a:buClrTx/>
              <a:buSzTx/>
              <a:buFontTx/>
              <a:buNone/>
              <a:tabLst/>
              <a:defRPr/>
            </a:pPr>
            <a:r>
              <a:rPr kumimoji="0" lang="fr-FR" sz="2400" b="0" i="0" u="none" strike="noStrike" kern="0" cap="none" spc="0" normalizeH="0" baseline="0" noProof="0" dirty="0">
                <a:ln>
                  <a:noFill/>
                </a:ln>
                <a:solidFill>
                  <a:sysClr val="windowText" lastClr="000000"/>
                </a:solidFill>
                <a:effectLst/>
                <a:uLnTx/>
                <a:uFillTx/>
                <a:latin typeface="Calibri"/>
                <a:ea typeface="+mn-ea"/>
                <a:cs typeface="+mn-cs"/>
              </a:rPr>
              <a:t>Déclaration au niveau Jenkins du serveur SMTP</a:t>
            </a:r>
          </a:p>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a:p>
            <a:pPr marL="573088" marR="0" lvl="1" indent="-171450" defTabSz="914400" eaLnBrk="1" fontAlgn="auto" latinLnBrk="0" hangingPunct="1">
              <a:lnSpc>
                <a:spcPct val="100000"/>
              </a:lnSpc>
              <a:spcBef>
                <a:spcPts val="0"/>
              </a:spcBef>
              <a:spcAft>
                <a:spcPts val="0"/>
              </a:spcAft>
              <a:buClrTx/>
              <a:buSzTx/>
              <a:buFontTx/>
              <a:buNone/>
              <a:tabLst/>
              <a:defRPr/>
            </a:pPr>
            <a:endParaRPr lang="fr-FR" dirty="0">
              <a:latin typeface="Calibri"/>
            </a:endParaRPr>
          </a:p>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a:p>
            <a:pPr marL="573088" marR="0" lvl="1" indent="-171450" defTabSz="914400" eaLnBrk="1" fontAlgn="auto" latinLnBrk="0" hangingPunct="1">
              <a:lnSpc>
                <a:spcPct val="100000"/>
              </a:lnSpc>
              <a:spcBef>
                <a:spcPts val="0"/>
              </a:spcBef>
              <a:spcAft>
                <a:spcPts val="0"/>
              </a:spcAft>
              <a:buClrTx/>
              <a:buSzTx/>
              <a:buFontTx/>
              <a:buNone/>
              <a:tabLst/>
              <a:defRPr/>
            </a:pPr>
            <a:r>
              <a:rPr kumimoji="0" lang="fr-FR" sz="2400" b="0" i="0" u="none" strike="noStrike" kern="0" cap="none" spc="0" normalizeH="0" baseline="0" noProof="0" dirty="0">
                <a:ln>
                  <a:noFill/>
                </a:ln>
                <a:solidFill>
                  <a:sysClr val="windowText" lastClr="000000"/>
                </a:solidFill>
                <a:effectLst/>
                <a:uLnTx/>
                <a:uFillTx/>
                <a:latin typeface="Calibri"/>
                <a:ea typeface="+mn-ea"/>
                <a:cs typeface="+mn-cs"/>
              </a:rPr>
              <a:t>ex2 : Suppression du </a:t>
            </a:r>
            <a:r>
              <a:rPr kumimoji="0" lang="fr-FR" sz="2400" b="0" i="0" u="none" strike="noStrike" kern="0" cap="none" spc="0" normalizeH="0" baseline="0" noProof="0" dirty="0" err="1">
                <a:ln>
                  <a:noFill/>
                </a:ln>
                <a:solidFill>
                  <a:sysClr val="windowText" lastClr="000000"/>
                </a:solidFill>
                <a:effectLst/>
                <a:uLnTx/>
                <a:uFillTx/>
                <a:latin typeface="Calibri"/>
                <a:ea typeface="+mn-ea"/>
                <a:cs typeface="+mn-cs"/>
              </a:rPr>
              <a:t>workspace</a:t>
            </a:r>
            <a:r>
              <a:rPr kumimoji="0" lang="fr-FR" sz="2400" b="0" i="0" u="none" strike="noStrike" kern="0" cap="none" spc="0" normalizeH="0" baseline="0" noProof="0" dirty="0">
                <a:ln>
                  <a:noFill/>
                </a:ln>
                <a:solidFill>
                  <a:sysClr val="windowText" lastClr="000000"/>
                </a:solidFill>
                <a:effectLst/>
                <a:uLnTx/>
                <a:uFillTx/>
                <a:latin typeface="Calibri"/>
                <a:ea typeface="+mn-ea"/>
                <a:cs typeface="+mn-cs"/>
              </a:rPr>
              <a:t> Jenkins (plugin </a:t>
            </a:r>
            <a:r>
              <a:rPr kumimoji="0" lang="fr-FR" sz="2400" b="0" i="0" u="none" strike="noStrike" kern="0" cap="none" spc="0" normalizeH="0" baseline="0" noProof="0" dirty="0" err="1">
                <a:ln>
                  <a:noFill/>
                </a:ln>
                <a:solidFill>
                  <a:sysClr val="windowText" lastClr="000000"/>
                </a:solidFill>
                <a:effectLst/>
                <a:uLnTx/>
                <a:uFillTx/>
                <a:latin typeface="Calibri"/>
                <a:ea typeface="+mn-ea"/>
                <a:cs typeface="+mn-cs"/>
              </a:rPr>
              <a:t>ws-cleanup</a:t>
            </a:r>
            <a:r>
              <a:rPr kumimoji="0" lang="fr-FR" sz="2400" b="0" i="0" u="none" strike="noStrike" kern="0" cap="none" spc="0" normalizeH="0" baseline="0" noProof="0" dirty="0">
                <a:ln>
                  <a:noFill/>
                </a:ln>
                <a:solidFill>
                  <a:sysClr val="windowText" lastClr="000000"/>
                </a:solidFill>
                <a:effectLst/>
                <a:uLnTx/>
                <a:uFillTx/>
                <a:latin typeface="Calibri"/>
                <a:ea typeface="+mn-ea"/>
                <a:cs typeface="+mn-cs"/>
              </a:rPr>
              <a:t>)</a:t>
            </a:r>
          </a:p>
          <a:p>
            <a:pPr marL="573088" marR="0" lvl="1" indent="-171450" defTabSz="914400" eaLnBrk="1" fontAlgn="auto" latinLnBrk="0" hangingPunct="1">
              <a:lnSpc>
                <a:spcPct val="100000"/>
              </a:lnSpc>
              <a:spcBef>
                <a:spcPts val="0"/>
              </a:spcBef>
              <a:spcAft>
                <a:spcPts val="0"/>
              </a:spcAft>
              <a:buClrTx/>
              <a:buSzTx/>
              <a:buFontTx/>
              <a:buNone/>
              <a:tabLst/>
              <a:defRPr/>
            </a:pPr>
            <a:r>
              <a:rPr kumimoji="0" lang="fr-FR" sz="2400" b="0" i="0" u="none" strike="noStrike" kern="0" cap="none" spc="0" normalizeH="0" baseline="0" noProof="0" dirty="0">
                <a:ln>
                  <a:noFill/>
                </a:ln>
                <a:solidFill>
                  <a:sysClr val="windowText" lastClr="000000"/>
                </a:solidFill>
                <a:effectLst/>
                <a:uLnTx/>
                <a:uFillTx/>
                <a:latin typeface="Calibri"/>
                <a:ea typeface="+mn-ea"/>
                <a:cs typeface="+mn-cs"/>
              </a:rPr>
              <a:t>ex3 : Déploiement des artefacts </a:t>
            </a:r>
            <a:r>
              <a:rPr kumimoji="0" lang="fr-FR" sz="2400" b="0" i="0" u="none" strike="noStrike" kern="0" cap="none" spc="0" normalizeH="0" baseline="0" noProof="0" dirty="0" err="1">
                <a:ln>
                  <a:noFill/>
                </a:ln>
                <a:solidFill>
                  <a:sysClr val="windowText" lastClr="000000"/>
                </a:solidFill>
                <a:effectLst/>
                <a:uLnTx/>
                <a:uFillTx/>
                <a:latin typeface="Calibri"/>
                <a:ea typeface="+mn-ea"/>
                <a:cs typeface="+mn-cs"/>
              </a:rPr>
              <a:t>Maven</a:t>
            </a:r>
            <a:r>
              <a:rPr kumimoji="0" lang="fr-FR" sz="2400" b="0" i="0" u="none" strike="noStrike" kern="0" cap="none" spc="0" normalizeH="0" baseline="0" noProof="0" dirty="0">
                <a:ln>
                  <a:noFill/>
                </a:ln>
                <a:solidFill>
                  <a:sysClr val="windowText" lastClr="000000"/>
                </a:solidFill>
                <a:effectLst/>
                <a:uLnTx/>
                <a:uFillTx/>
                <a:latin typeface="Calibri"/>
                <a:ea typeface="+mn-ea"/>
                <a:cs typeface="+mn-cs"/>
              </a:rPr>
              <a:t> (plugin </a:t>
            </a:r>
            <a:r>
              <a:rPr kumimoji="0" lang="fr-FR" sz="2400" b="0" i="0" u="none" strike="noStrike" kern="0" cap="none" spc="0" normalizeH="0" baseline="0" noProof="0" dirty="0" err="1">
                <a:ln>
                  <a:noFill/>
                </a:ln>
                <a:solidFill>
                  <a:sysClr val="windowText" lastClr="000000"/>
                </a:solidFill>
                <a:effectLst/>
                <a:uLnTx/>
                <a:uFillTx/>
                <a:latin typeface="Calibri"/>
                <a:ea typeface="+mn-ea"/>
                <a:cs typeface="+mn-cs"/>
              </a:rPr>
              <a:t>artifactdeployer</a:t>
            </a:r>
            <a:r>
              <a:rPr kumimoji="0" lang="fr-FR" sz="2400" b="0" i="0" u="none" strike="noStrike" kern="0" cap="none" spc="0" normalizeH="0" baseline="0" noProof="0" dirty="0">
                <a:ln>
                  <a:noFill/>
                </a:ln>
                <a:solidFill>
                  <a:sysClr val="windowText" lastClr="000000"/>
                </a:solidFill>
                <a:effectLst/>
                <a:uLnTx/>
                <a:uFillTx/>
                <a:latin typeface="Calibri"/>
                <a:ea typeface="+mn-ea"/>
                <a:cs typeface="+mn-cs"/>
              </a:rPr>
              <a:t>)</a:t>
            </a:r>
          </a:p>
          <a:p>
            <a:pPr marL="573088" marR="0" lvl="1" indent="-171450" defTabSz="914400" eaLnBrk="1" fontAlgn="auto" latinLnBrk="0" hangingPunct="1">
              <a:lnSpc>
                <a:spcPct val="100000"/>
              </a:lnSpc>
              <a:spcBef>
                <a:spcPts val="0"/>
              </a:spcBef>
              <a:spcAft>
                <a:spcPts val="0"/>
              </a:spcAft>
              <a:buClrTx/>
              <a:buSzTx/>
              <a:buFontTx/>
              <a:buNone/>
              <a:tabLst/>
              <a:defRPr/>
            </a:pPr>
            <a:r>
              <a:rPr kumimoji="0" lang="fr-FR" sz="2400" b="0" i="0" u="none" strike="noStrike" kern="0" cap="none" spc="0" normalizeH="0" baseline="0" noProof="0" dirty="0">
                <a:ln>
                  <a:noFill/>
                </a:ln>
                <a:solidFill>
                  <a:sysClr val="windowText" lastClr="000000"/>
                </a:solidFill>
                <a:effectLst/>
                <a:uLnTx/>
                <a:uFillTx/>
                <a:latin typeface="Calibri"/>
                <a:ea typeface="+mn-ea"/>
                <a:cs typeface="+mn-cs"/>
              </a:rPr>
              <a:t>ex4 : Analyse </a:t>
            </a:r>
            <a:r>
              <a:rPr kumimoji="0" lang="fr-FR" sz="2400" b="0" i="0" u="none" strike="noStrike" kern="0" cap="none" spc="0" normalizeH="0" baseline="0" noProof="0" dirty="0" err="1">
                <a:ln>
                  <a:noFill/>
                </a:ln>
                <a:solidFill>
                  <a:sysClr val="windowText" lastClr="000000"/>
                </a:solidFill>
                <a:effectLst/>
                <a:uLnTx/>
                <a:uFillTx/>
                <a:latin typeface="Calibri"/>
                <a:ea typeface="+mn-ea"/>
                <a:cs typeface="+mn-cs"/>
              </a:rPr>
              <a:t>SonarQube</a:t>
            </a:r>
            <a:r>
              <a:rPr kumimoji="0" lang="fr-FR" sz="2400" b="0" i="0" u="none" strike="noStrike" kern="0" cap="none" spc="0" normalizeH="0" baseline="0" noProof="0" dirty="0">
                <a:ln>
                  <a:noFill/>
                </a:ln>
                <a:solidFill>
                  <a:sysClr val="windowText" lastClr="000000"/>
                </a:solidFill>
                <a:effectLst/>
                <a:uLnTx/>
                <a:uFillTx/>
                <a:latin typeface="Calibri"/>
                <a:ea typeface="+mn-ea"/>
                <a:cs typeface="+mn-cs"/>
              </a:rPr>
              <a:t> (plugin </a:t>
            </a:r>
            <a:r>
              <a:rPr kumimoji="0" lang="fr-FR" sz="2400" b="0" i="0" u="none" strike="noStrike" kern="0" cap="none" spc="0" normalizeH="0" baseline="0" noProof="0" dirty="0" err="1">
                <a:ln>
                  <a:noFill/>
                </a:ln>
                <a:solidFill>
                  <a:sysClr val="windowText" lastClr="000000"/>
                </a:solidFill>
                <a:effectLst/>
                <a:uLnTx/>
                <a:uFillTx/>
                <a:latin typeface="Calibri"/>
                <a:ea typeface="+mn-ea"/>
                <a:cs typeface="+mn-cs"/>
              </a:rPr>
              <a:t>SonarQube</a:t>
            </a:r>
            <a:r>
              <a:rPr kumimoji="0" lang="fr-FR" sz="2400" b="0" i="0" u="none" strike="noStrike" kern="0" cap="none" spc="0" normalizeH="0" baseline="0" noProof="0" dirty="0">
                <a:ln>
                  <a:noFill/>
                </a:ln>
                <a:solidFill>
                  <a:sysClr val="windowText" lastClr="000000"/>
                </a:solidFill>
                <a:effectLst/>
                <a:uLnTx/>
                <a:uFillTx/>
                <a:latin typeface="Calibri"/>
                <a:ea typeface="+mn-ea"/>
                <a:cs typeface="+mn-cs"/>
              </a:rPr>
              <a:t>)</a:t>
            </a:r>
          </a:p>
          <a:p>
            <a:pPr marL="573088" marR="0" lvl="1" indent="-171450" defTabSz="914400" eaLnBrk="1" fontAlgn="auto" latinLnBrk="0" hangingPunct="1">
              <a:lnSpc>
                <a:spcPct val="100000"/>
              </a:lnSpc>
              <a:spcBef>
                <a:spcPts val="0"/>
              </a:spcBef>
              <a:spcAft>
                <a:spcPts val="0"/>
              </a:spcAft>
              <a:buClrTx/>
              <a:buSzTx/>
              <a:buFontTx/>
              <a:buNone/>
              <a:tabLst/>
              <a:defRPr/>
            </a:pPr>
            <a:r>
              <a:rPr kumimoji="0" lang="fr-FR" sz="2400" b="0" i="0" u="none" strike="noStrike" kern="0" cap="none" spc="0" normalizeH="0" baseline="0" noProof="0" dirty="0">
                <a:ln>
                  <a:noFill/>
                </a:ln>
                <a:solidFill>
                  <a:sysClr val="windowText" lastClr="000000"/>
                </a:solidFill>
                <a:effectLst/>
                <a:uLnTx/>
                <a:uFillTx/>
                <a:latin typeface="Calibri"/>
                <a:ea typeface="+mn-ea"/>
                <a:cs typeface="+mn-cs"/>
              </a:rPr>
              <a:t>…</a:t>
            </a:r>
          </a:p>
        </p:txBody>
      </p:sp>
      <p:sp>
        <p:nvSpPr>
          <p:cNvPr id="10" name="Rectangle 9"/>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kumimoji="0" lang="fr-FR" sz="1200" b="0" i="0" u="none" strike="noStrike" kern="0" cap="none" spc="-25" normalizeH="0" baseline="0" noProof="0" dirty="0">
                <a:ln>
                  <a:noFill/>
                </a:ln>
                <a:solidFill>
                  <a:prstClr val="white"/>
                </a:solidFill>
                <a:effectLst/>
                <a:uLnTx/>
                <a:uFillTx/>
                <a:latin typeface="Calibri"/>
                <a:cs typeface="Calibri"/>
              </a:rPr>
              <a:t>58</a:t>
            </a:r>
          </a:p>
        </p:txBody>
      </p:sp>
      <p:pic>
        <p:nvPicPr>
          <p:cNvPr id="4" name="Picture 3">
            <a:extLst>
              <a:ext uri="{FF2B5EF4-FFF2-40B4-BE49-F238E27FC236}">
                <a16:creationId xmlns:a16="http://schemas.microsoft.com/office/drawing/2014/main" id="{7593F97B-AE54-C257-9E7A-C0D3425F8E0D}"/>
              </a:ext>
            </a:extLst>
          </p:cNvPr>
          <p:cNvPicPr>
            <a:picLocks noChangeAspect="1"/>
          </p:cNvPicPr>
          <p:nvPr/>
        </p:nvPicPr>
        <p:blipFill>
          <a:blip r:embed="rId2"/>
          <a:stretch>
            <a:fillRect/>
          </a:stretch>
        </p:blipFill>
        <p:spPr>
          <a:xfrm>
            <a:off x="960633" y="2787650"/>
            <a:ext cx="7961117" cy="2362200"/>
          </a:xfrm>
          <a:prstGeom prst="rect">
            <a:avLst/>
          </a:prstGeom>
        </p:spPr>
      </p:pic>
    </p:spTree>
    <p:extLst>
      <p:ext uri="{BB962C8B-B14F-4D97-AF65-F5344CB8AC3E}">
        <p14:creationId xmlns:p14="http://schemas.microsoft.com/office/powerpoint/2010/main" val="34814559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54048" y="98310"/>
            <a:ext cx="8572603" cy="553998"/>
          </a:xfrm>
        </p:spPr>
        <p:txBody>
          <a:bodyPr/>
          <a:lstStyle/>
          <a:p>
            <a:r>
              <a:rPr lang="fr-FR" b="1" spc="125" dirty="0"/>
              <a:t>Avantages des Pipelines</a:t>
            </a:r>
          </a:p>
        </p:txBody>
      </p:sp>
      <p:sp>
        <p:nvSpPr>
          <p:cNvPr id="5" name="object 2"/>
          <p:cNvSpPr txBox="1"/>
          <p:nvPr/>
        </p:nvSpPr>
        <p:spPr>
          <a:xfrm>
            <a:off x="463550"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2</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8" name="Espace réservé du contenu 2"/>
          <p:cNvSpPr txBox="1">
            <a:spLocks/>
          </p:cNvSpPr>
          <p:nvPr/>
        </p:nvSpPr>
        <p:spPr>
          <a:xfrm>
            <a:off x="463550" y="1216025"/>
            <a:ext cx="10515600" cy="4848225"/>
          </a:xfrm>
          <a:prstGeom prst="rect">
            <a:avLst/>
          </a:prstGeom>
        </p:spPr>
        <p:txBody>
          <a:bodyPr wrap="square" lIns="0" tIns="0" rIns="0" bIns="0">
            <a:normAutofit fontScale="25000" lnSpcReduction="20000"/>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fr-FR" sz="8800" b="0" i="0" u="none" strike="noStrike" kern="1200" cap="none" spc="0" normalizeH="0" baseline="0" noProof="0" dirty="0">
                <a:ln>
                  <a:noFill/>
                </a:ln>
                <a:solidFill>
                  <a:prstClr val="black"/>
                </a:solidFill>
                <a:effectLst/>
                <a:uLnTx/>
                <a:uFillTx/>
                <a:latin typeface="Calibri"/>
                <a:ea typeface="+mn-ea"/>
                <a:cs typeface="Calibri"/>
              </a:rPr>
              <a:t>Pipeline-as-Code : versionné dans le repository</a:t>
            </a:r>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fr-FR" sz="8800" b="0" i="0" u="none" strike="noStrike" kern="1200" cap="none" spc="0" normalizeH="0" baseline="0" noProof="0" dirty="0">
                <a:ln>
                  <a:noFill/>
                </a:ln>
                <a:solidFill>
                  <a:prstClr val="black"/>
                </a:solidFill>
                <a:effectLst/>
                <a:uLnTx/>
                <a:uFillTx/>
                <a:latin typeface="Calibri"/>
                <a:ea typeface="+mn-ea"/>
                <a:cs typeface="Calibri"/>
              </a:rPr>
              <a:t>Réutilisabilité : facile à partager et maintenir</a:t>
            </a:r>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fr-FR" sz="8800" b="0" i="0" u="none" strike="noStrike" kern="1200" cap="none" spc="0" normalizeH="0" baseline="0" noProof="0" dirty="0">
                <a:ln>
                  <a:noFill/>
                </a:ln>
                <a:solidFill>
                  <a:prstClr val="black"/>
                </a:solidFill>
                <a:effectLst/>
                <a:uLnTx/>
                <a:uFillTx/>
                <a:latin typeface="Calibri"/>
                <a:ea typeface="+mn-ea"/>
                <a:cs typeface="Calibri"/>
              </a:rPr>
              <a:t>Automatisation avancée : supporte les étapes conditionnelles et parallélisation</a:t>
            </a:r>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fr-FR" sz="8800" b="0" i="0" u="none" strike="noStrike" kern="1200" cap="none" spc="0" normalizeH="0" baseline="0" noProof="0" dirty="0">
                <a:ln>
                  <a:noFill/>
                </a:ln>
                <a:solidFill>
                  <a:prstClr val="black"/>
                </a:solidFill>
                <a:effectLst/>
                <a:uLnTx/>
                <a:uFillTx/>
                <a:latin typeface="Calibri"/>
                <a:ea typeface="+mn-ea"/>
                <a:cs typeface="Calibri"/>
              </a:rPr>
              <a:t>Visibilité améliorée : logs et historique détaillés dans l’interface Jenkins</a:t>
            </a:r>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fr-FR" sz="8800" b="0" i="0" u="none" strike="noStrike" kern="1200" cap="none" spc="0" normalizeH="0" baseline="0" noProof="0" dirty="0">
                <a:ln>
                  <a:noFill/>
                </a:ln>
                <a:solidFill>
                  <a:prstClr val="black"/>
                </a:solidFill>
                <a:effectLst/>
                <a:uLnTx/>
                <a:uFillTx/>
                <a:latin typeface="Calibri"/>
                <a:ea typeface="+mn-ea"/>
                <a:cs typeface="Calibri"/>
              </a:rPr>
              <a:t>Facilité d'intégration avec des outils tiers (Docker, </a:t>
            </a:r>
            <a:r>
              <a:rPr kumimoji="0" lang="fr-FR" sz="8800" b="0" i="0" u="none" strike="noStrike" kern="1200" cap="none" spc="0" normalizeH="0" baseline="0" noProof="0" dirty="0" err="1">
                <a:ln>
                  <a:noFill/>
                </a:ln>
                <a:solidFill>
                  <a:prstClr val="black"/>
                </a:solidFill>
                <a:effectLst/>
                <a:uLnTx/>
                <a:uFillTx/>
                <a:latin typeface="Calibri"/>
                <a:ea typeface="+mn-ea"/>
                <a:cs typeface="Calibri"/>
              </a:rPr>
              <a:t>Kubernetes</a:t>
            </a:r>
            <a:r>
              <a:rPr kumimoji="0" lang="fr-FR" sz="8800" b="0" i="0" u="none" strike="noStrike" kern="1200" cap="none" spc="0" normalizeH="0" baseline="0" noProof="0" dirty="0">
                <a:ln>
                  <a:noFill/>
                </a:ln>
                <a:solidFill>
                  <a:prstClr val="black"/>
                </a:solidFill>
                <a:effectLst/>
                <a:uLnTx/>
                <a:uFillTx/>
                <a:latin typeface="Calibri"/>
                <a:ea typeface="+mn-ea"/>
                <a:cs typeface="Calibri"/>
              </a:rPr>
              <a:t>, Slack…)</a:t>
            </a:r>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fr-FR" sz="8800" b="0" i="0" u="none" strike="noStrike" kern="1200" cap="none" spc="0" normalizeH="0" baseline="0" noProof="0" dirty="0">
                <a:ln>
                  <a:noFill/>
                </a:ln>
                <a:solidFill>
                  <a:prstClr val="black"/>
                </a:solidFill>
                <a:effectLst/>
                <a:uLnTx/>
                <a:uFillTx/>
                <a:latin typeface="Calibri"/>
                <a:ea typeface="+mn-ea"/>
                <a:cs typeface="Calibri"/>
              </a:rPr>
              <a:t>Unification </a:t>
            </a:r>
            <a:r>
              <a:rPr lang="fr-FR" sz="8800" kern="1200" dirty="0">
                <a:solidFill>
                  <a:prstClr val="black"/>
                </a:solidFill>
              </a:rPr>
              <a:t>d</a:t>
            </a:r>
            <a:r>
              <a:rPr kumimoji="0" lang="fr-FR" sz="8800" b="0" i="0" u="none" strike="noStrike" kern="1200" cap="none" spc="0" normalizeH="0" baseline="0" noProof="0" dirty="0">
                <a:ln>
                  <a:noFill/>
                </a:ln>
                <a:solidFill>
                  <a:prstClr val="black"/>
                </a:solidFill>
                <a:effectLst/>
                <a:uLnTx/>
                <a:uFillTx/>
                <a:latin typeface="Calibri"/>
                <a:ea typeface="+mn-ea"/>
                <a:cs typeface="Calibri"/>
              </a:rPr>
              <a:t>es développeurs et des opérations autour de celui-ci</a:t>
            </a:r>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fr-FR" sz="8800" b="0" i="0" u="none" strike="noStrike" kern="1200" cap="none" spc="0" normalizeH="0" baseline="0" noProof="0" dirty="0">
                <a:ln>
                  <a:noFill/>
                </a:ln>
                <a:solidFill>
                  <a:prstClr val="black"/>
                </a:solidFill>
                <a:effectLst/>
                <a:uLnTx/>
                <a:uFillTx/>
                <a:latin typeface="Calibri"/>
                <a:ea typeface="+mn-ea"/>
                <a:cs typeface="Calibri"/>
              </a:rPr>
              <a:t>Aide à adopter la philosophie DEVOPS</a:t>
            </a:r>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fr-FR" sz="8800" b="0" i="0" u="none" strike="noStrike" kern="1200" cap="none" spc="0" normalizeH="0" baseline="0" noProof="0" dirty="0">
                <a:ln>
                  <a:noFill/>
                </a:ln>
                <a:solidFill>
                  <a:prstClr val="black"/>
                </a:solidFill>
                <a:effectLst/>
                <a:uLnTx/>
                <a:uFillTx/>
                <a:latin typeface="Calibri"/>
                <a:ea typeface="+mn-ea"/>
                <a:cs typeface="Calibri"/>
              </a:rPr>
              <a:t>Définir comment tester/construire/déployer en parallèle de votre code</a:t>
            </a:r>
          </a:p>
          <a:p>
            <a:pPr marL="0" marR="0" lvl="0" indent="0" algn="l" defTabSz="914400" rtl="0" eaLnBrk="1" fontAlgn="auto" latinLnBrk="0" hangingPunct="1">
              <a:lnSpc>
                <a:spcPct val="150000"/>
              </a:lnSpc>
              <a:spcBef>
                <a:spcPts val="1000"/>
              </a:spcBef>
              <a:spcAft>
                <a:spcPts val="0"/>
              </a:spcAft>
              <a:buClrTx/>
              <a:buSzTx/>
              <a:buFontTx/>
              <a:buNone/>
              <a:tabLst/>
              <a:defRPr/>
            </a:pPr>
            <a:r>
              <a:rPr kumimoji="0" lang="fr-FR" sz="8800" b="0" i="0" u="none" strike="noStrike" kern="1200" cap="none" spc="0" normalizeH="0" baseline="0" noProof="0" dirty="0">
                <a:ln>
                  <a:noFill/>
                </a:ln>
                <a:solidFill>
                  <a:prstClr val="black"/>
                </a:solidFill>
                <a:effectLst/>
                <a:uLnTx/>
                <a:uFillTx/>
                <a:latin typeface="Calibri"/>
                <a:ea typeface="+mn-ea"/>
                <a:cs typeface="Calibri"/>
              </a:rPr>
              <a:t>→ </a:t>
            </a:r>
            <a:r>
              <a:rPr kumimoji="0" lang="fr-FR" sz="8800" b="1" i="0" u="none" strike="noStrike" kern="1200" cap="none" spc="0" normalizeH="0" baseline="0" noProof="0" dirty="0" err="1">
                <a:ln>
                  <a:noFill/>
                </a:ln>
                <a:solidFill>
                  <a:prstClr val="black"/>
                </a:solidFill>
                <a:effectLst/>
                <a:uLnTx/>
                <a:uFillTx/>
                <a:latin typeface="Calibri"/>
                <a:ea typeface="+mn-ea"/>
                <a:cs typeface="Calibri"/>
              </a:rPr>
              <a:t>Jenkinsfile</a:t>
            </a:r>
            <a:endParaRPr kumimoji="0" lang="fr-FR" sz="8800" b="1" i="0" u="none" strike="noStrike" kern="1200" cap="none" spc="0" normalizeH="0" baseline="0" noProof="0" dirty="0">
              <a:ln>
                <a:noFill/>
              </a:ln>
              <a:solidFill>
                <a:prstClr val="black"/>
              </a:solidFill>
              <a:effectLst/>
              <a:uLnTx/>
              <a:uFillTx/>
              <a:latin typeface="Calibri"/>
              <a:ea typeface="+mn-ea"/>
              <a:cs typeface="Calibri"/>
            </a:endParaRPr>
          </a:p>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6" name="Rectangle 5"/>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kumimoji="0" lang="fr-FR" sz="1200" b="0" i="0" u="none" strike="noStrike" kern="0" cap="none" spc="-25" normalizeH="0" baseline="0" noProof="0" dirty="0">
                <a:ln>
                  <a:noFill/>
                </a:ln>
                <a:solidFill>
                  <a:prstClr val="white"/>
                </a:solidFill>
                <a:effectLst/>
                <a:uLnTx/>
                <a:uFillTx/>
                <a:latin typeface="Calibri"/>
                <a:cs typeface="Calibri"/>
              </a:rPr>
              <a:t>59</a:t>
            </a:r>
          </a:p>
        </p:txBody>
      </p:sp>
    </p:spTree>
    <p:extLst>
      <p:ext uri="{BB962C8B-B14F-4D97-AF65-F5344CB8AC3E}">
        <p14:creationId xmlns:p14="http://schemas.microsoft.com/office/powerpoint/2010/main" val="30374845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BD608-D4C4-D879-8167-441C4808EA5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F5A064A-6323-AD55-65A5-D530CB8454E9}"/>
              </a:ext>
            </a:extLst>
          </p:cNvPr>
          <p:cNvSpPr>
            <a:spLocks noGrp="1"/>
          </p:cNvSpPr>
          <p:nvPr>
            <p:ph type="title"/>
          </p:nvPr>
        </p:nvSpPr>
        <p:spPr>
          <a:xfrm>
            <a:off x="1054048" y="98310"/>
            <a:ext cx="8572603" cy="553998"/>
          </a:xfrm>
        </p:spPr>
        <p:txBody>
          <a:bodyPr/>
          <a:lstStyle/>
          <a:p>
            <a:r>
              <a:rPr lang="fr-FR" b="1" spc="125" dirty="0"/>
              <a:t>Présentation des Pipelines</a:t>
            </a:r>
          </a:p>
        </p:txBody>
      </p:sp>
      <p:sp>
        <p:nvSpPr>
          <p:cNvPr id="5" name="object 2">
            <a:extLst>
              <a:ext uri="{FF2B5EF4-FFF2-40B4-BE49-F238E27FC236}">
                <a16:creationId xmlns:a16="http://schemas.microsoft.com/office/drawing/2014/main" id="{E9FF93EE-5EBC-3895-1FC8-BED44E7A7BDB}"/>
              </a:ext>
            </a:extLst>
          </p:cNvPr>
          <p:cNvSpPr txBox="1"/>
          <p:nvPr/>
        </p:nvSpPr>
        <p:spPr>
          <a:xfrm>
            <a:off x="463550"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fr-FR" sz="2400" b="0" i="0" u="none" strike="noStrike" kern="0" cap="none" spc="0" normalizeH="0" baseline="0" noProof="0" dirty="0">
                <a:ln>
                  <a:noFill/>
                </a:ln>
                <a:solidFill>
                  <a:sysClr val="windowText" lastClr="000000"/>
                </a:solidFill>
                <a:effectLst/>
                <a:uLnTx/>
                <a:uFillTx/>
                <a:latin typeface="Calibri"/>
                <a:cs typeface="Calibri"/>
              </a:rPr>
              <a:t>3</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8" name="Espace réservé du contenu 2">
            <a:extLst>
              <a:ext uri="{FF2B5EF4-FFF2-40B4-BE49-F238E27FC236}">
                <a16:creationId xmlns:a16="http://schemas.microsoft.com/office/drawing/2014/main" id="{794FD7B4-8C13-8B2C-BC2A-0C6476214863}"/>
              </a:ext>
            </a:extLst>
          </p:cNvPr>
          <p:cNvSpPr txBox="1">
            <a:spLocks/>
          </p:cNvSpPr>
          <p:nvPr/>
        </p:nvSpPr>
        <p:spPr>
          <a:xfrm>
            <a:off x="463550" y="1568450"/>
            <a:ext cx="10515600" cy="4848225"/>
          </a:xfrm>
          <a:prstGeom prst="rect">
            <a:avLst/>
          </a:prstGeom>
        </p:spPr>
        <p:txBody>
          <a:bodyPr wrap="square" lIns="0" tIns="0" rIns="0" bIns="0">
            <a:normAutofit/>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4D9C6E0B-9766-8449-32F9-56F632BD5F09}"/>
              </a:ext>
            </a:extLst>
          </p:cNvPr>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lang="fr-FR" sz="1200" spc="-25" dirty="0">
                <a:solidFill>
                  <a:prstClr val="white"/>
                </a:solidFill>
                <a:latin typeface="Calibri"/>
                <a:cs typeface="Calibri"/>
              </a:rPr>
              <a:t>60</a:t>
            </a:r>
            <a:endParaRPr kumimoji="0" lang="fr-FR" sz="1200" b="0" i="0" u="none" strike="noStrike" kern="0" cap="none" spc="-25" normalizeH="0" baseline="0" noProof="0" dirty="0">
              <a:ln>
                <a:noFill/>
              </a:ln>
              <a:solidFill>
                <a:prstClr val="white"/>
              </a:solidFill>
              <a:effectLst/>
              <a:uLnTx/>
              <a:uFillTx/>
              <a:latin typeface="Calibri"/>
              <a:cs typeface="Calibri"/>
            </a:endParaRPr>
          </a:p>
        </p:txBody>
      </p:sp>
      <p:sp>
        <p:nvSpPr>
          <p:cNvPr id="4" name="TextBox 3">
            <a:extLst>
              <a:ext uri="{FF2B5EF4-FFF2-40B4-BE49-F238E27FC236}">
                <a16:creationId xmlns:a16="http://schemas.microsoft.com/office/drawing/2014/main" id="{57865EC4-049F-F5C1-EB90-5E5C0322C4B3}"/>
              </a:ext>
            </a:extLst>
          </p:cNvPr>
          <p:cNvSpPr txBox="1"/>
          <p:nvPr/>
        </p:nvSpPr>
        <p:spPr>
          <a:xfrm>
            <a:off x="768350" y="1154202"/>
            <a:ext cx="9636340" cy="2970044"/>
          </a:xfrm>
          <a:prstGeom prst="rect">
            <a:avLst/>
          </a:prstGeom>
          <a:noFill/>
        </p:spPr>
        <p:txBody>
          <a:bodyPr wrap="square">
            <a:spAutoFit/>
          </a:bodyPr>
          <a:lstStyle/>
          <a:p>
            <a:pPr>
              <a:lnSpc>
                <a:spcPct val="150000"/>
              </a:lnSpc>
            </a:pPr>
            <a:r>
              <a:rPr lang="fr-FR" sz="2200" b="1" dirty="0">
                <a:latin typeface="+mj-lt"/>
              </a:rPr>
              <a:t>Définition</a:t>
            </a:r>
          </a:p>
          <a:p>
            <a:pPr marL="342900" indent="-342900">
              <a:lnSpc>
                <a:spcPct val="150000"/>
              </a:lnSpc>
              <a:buFont typeface="Arial" panose="020B0604020202020204" pitchFamily="34" charset="0"/>
              <a:buChar char="•"/>
            </a:pPr>
            <a:r>
              <a:rPr lang="fr-FR" sz="2200" dirty="0">
                <a:latin typeface="+mj-lt"/>
              </a:rPr>
              <a:t>Un pipeline Jenkins est une suite d’étapes définies pour exécuter un workflow CI/CD.</a:t>
            </a:r>
          </a:p>
          <a:p>
            <a:pPr marL="342900" indent="-342900">
              <a:lnSpc>
                <a:spcPct val="150000"/>
              </a:lnSpc>
              <a:buFont typeface="Arial" panose="020B0604020202020204" pitchFamily="34" charset="0"/>
              <a:buChar char="•"/>
            </a:pPr>
            <a:r>
              <a:rPr lang="fr-FR" sz="2200" dirty="0">
                <a:latin typeface="+mj-lt"/>
              </a:rPr>
              <a:t>Il est écrit en Groovy et contenu dans un fichier </a:t>
            </a:r>
            <a:r>
              <a:rPr lang="fr-FR" sz="2200" dirty="0" err="1">
                <a:highlight>
                  <a:srgbClr val="C0C0C0"/>
                </a:highlight>
                <a:latin typeface="+mj-lt"/>
              </a:rPr>
              <a:t>Jenkinsfile</a:t>
            </a:r>
            <a:r>
              <a:rPr lang="fr-FR" sz="2200" dirty="0">
                <a:latin typeface="+mj-lt"/>
              </a:rPr>
              <a:t>.</a:t>
            </a:r>
            <a:endParaRPr lang="fr-FR" sz="2200" b="1" dirty="0">
              <a:latin typeface="+mj-lt"/>
            </a:endParaRPr>
          </a:p>
          <a:p>
            <a:pPr>
              <a:lnSpc>
                <a:spcPct val="150000"/>
              </a:lnSpc>
            </a:pPr>
            <a:endParaRPr lang="fr-FR" sz="2200" b="1" dirty="0">
              <a:latin typeface="+mj-lt"/>
            </a:endParaRPr>
          </a:p>
          <a:p>
            <a:endParaRPr lang="fr-FR" sz="2200" b="1" dirty="0">
              <a:latin typeface="+mj-lt"/>
            </a:endParaRPr>
          </a:p>
        </p:txBody>
      </p:sp>
      <p:sp>
        <p:nvSpPr>
          <p:cNvPr id="11" name="TextBox 10">
            <a:extLst>
              <a:ext uri="{FF2B5EF4-FFF2-40B4-BE49-F238E27FC236}">
                <a16:creationId xmlns:a16="http://schemas.microsoft.com/office/drawing/2014/main" id="{EE0EDA4B-9F1C-C0DC-8B2B-4305AEE77347}"/>
              </a:ext>
            </a:extLst>
          </p:cNvPr>
          <p:cNvSpPr txBox="1"/>
          <p:nvPr/>
        </p:nvSpPr>
        <p:spPr>
          <a:xfrm>
            <a:off x="463550" y="3421449"/>
            <a:ext cx="4343400" cy="2399439"/>
          </a:xfrm>
          <a:prstGeom prst="rect">
            <a:avLst/>
          </a:prstGeom>
          <a:noFill/>
        </p:spPr>
        <p:txBody>
          <a:bodyPr wrap="square">
            <a:spAutoFit/>
          </a:bodyPr>
          <a:lstStyle/>
          <a:p>
            <a:r>
              <a:rPr lang="fr-FR" sz="2200" b="1" dirty="0"/>
              <a:t>Types de Pipelines</a:t>
            </a:r>
          </a:p>
          <a:p>
            <a:pPr marL="342900" indent="-342900">
              <a:lnSpc>
                <a:spcPct val="150000"/>
              </a:lnSpc>
              <a:buFont typeface="+mj-lt"/>
              <a:buAutoNum type="arabicPeriod"/>
            </a:pPr>
            <a:r>
              <a:rPr lang="fr-FR" sz="2200" dirty="0"/>
              <a:t>Pipeline déclaratif : plus simple et structuré</a:t>
            </a:r>
          </a:p>
          <a:p>
            <a:pPr marL="342900" indent="-342900">
              <a:lnSpc>
                <a:spcPct val="150000"/>
              </a:lnSpc>
              <a:buFont typeface="+mj-lt"/>
              <a:buAutoNum type="arabicPeriod"/>
            </a:pPr>
            <a:r>
              <a:rPr lang="fr-FR" sz="2200" dirty="0"/>
              <a:t>Pipeline scripté : plus flexible mais plus complexe</a:t>
            </a:r>
          </a:p>
        </p:txBody>
      </p:sp>
      <p:sp>
        <p:nvSpPr>
          <p:cNvPr id="12" name="TextBox 11">
            <a:extLst>
              <a:ext uri="{FF2B5EF4-FFF2-40B4-BE49-F238E27FC236}">
                <a16:creationId xmlns:a16="http://schemas.microsoft.com/office/drawing/2014/main" id="{F56BCA37-B91F-1E10-F6D7-C4171F4DFAA8}"/>
              </a:ext>
            </a:extLst>
          </p:cNvPr>
          <p:cNvSpPr txBox="1"/>
          <p:nvPr/>
        </p:nvSpPr>
        <p:spPr>
          <a:xfrm>
            <a:off x="5416550" y="3407698"/>
            <a:ext cx="4648200" cy="3647152"/>
          </a:xfrm>
          <a:prstGeom prst="rect">
            <a:avLst/>
          </a:prstGeom>
          <a:noFill/>
        </p:spPr>
        <p:txBody>
          <a:bodyPr wrap="square">
            <a:spAutoFit/>
          </a:bodyPr>
          <a:lstStyle/>
          <a:p>
            <a:r>
              <a:rPr lang="fr-FR" sz="2200" b="1" dirty="0"/>
              <a:t>Exemple d’un pipeline simple</a:t>
            </a:r>
          </a:p>
          <a:p>
            <a:endParaRPr lang="fr-FR" sz="1900" dirty="0"/>
          </a:p>
          <a:p>
            <a:r>
              <a:rPr lang="fr-FR" sz="1900" dirty="0">
                <a:highlight>
                  <a:srgbClr val="C0C0C0"/>
                </a:highlight>
              </a:rPr>
              <a:t>pipeline {</a:t>
            </a:r>
          </a:p>
          <a:p>
            <a:r>
              <a:rPr lang="fr-FR" sz="1900" dirty="0">
                <a:highlight>
                  <a:srgbClr val="C0C0C0"/>
                </a:highlight>
              </a:rPr>
              <a:t>    agent </a:t>
            </a:r>
            <a:r>
              <a:rPr lang="fr-FR" sz="1900" dirty="0" err="1">
                <a:highlight>
                  <a:srgbClr val="C0C0C0"/>
                </a:highlight>
              </a:rPr>
              <a:t>any</a:t>
            </a:r>
            <a:endParaRPr lang="fr-FR" sz="1900" dirty="0">
              <a:highlight>
                <a:srgbClr val="C0C0C0"/>
              </a:highlight>
            </a:endParaRPr>
          </a:p>
          <a:p>
            <a:r>
              <a:rPr lang="fr-FR" sz="1900" dirty="0">
                <a:highlight>
                  <a:srgbClr val="C0C0C0"/>
                </a:highlight>
              </a:rPr>
              <a:t>    stages {</a:t>
            </a:r>
          </a:p>
          <a:p>
            <a:r>
              <a:rPr lang="fr-FR" sz="1900" dirty="0">
                <a:highlight>
                  <a:srgbClr val="C0C0C0"/>
                </a:highlight>
              </a:rPr>
              <a:t>        stage('</a:t>
            </a:r>
            <a:r>
              <a:rPr lang="fr-FR" sz="1900" dirty="0" err="1">
                <a:highlight>
                  <a:srgbClr val="C0C0C0"/>
                </a:highlight>
              </a:rPr>
              <a:t>Build</a:t>
            </a:r>
            <a:r>
              <a:rPr lang="fr-FR" sz="1900" dirty="0">
                <a:highlight>
                  <a:srgbClr val="C0C0C0"/>
                </a:highlight>
              </a:rPr>
              <a:t>’) {</a:t>
            </a:r>
          </a:p>
          <a:p>
            <a:r>
              <a:rPr lang="fr-FR" sz="1900" dirty="0">
                <a:highlight>
                  <a:srgbClr val="C0C0C0"/>
                </a:highlight>
              </a:rPr>
              <a:t>            </a:t>
            </a:r>
            <a:r>
              <a:rPr lang="fr-FR" sz="1900" dirty="0" err="1">
                <a:highlight>
                  <a:srgbClr val="C0C0C0"/>
                </a:highlight>
              </a:rPr>
              <a:t>steps</a:t>
            </a:r>
            <a:r>
              <a:rPr lang="fr-FR" sz="1900" dirty="0">
                <a:highlight>
                  <a:srgbClr val="C0C0C0"/>
                </a:highlight>
              </a:rPr>
              <a:t> {</a:t>
            </a:r>
          </a:p>
          <a:p>
            <a:r>
              <a:rPr lang="fr-FR" sz="1900" dirty="0">
                <a:highlight>
                  <a:srgbClr val="C0C0C0"/>
                </a:highlight>
              </a:rPr>
              <a:t>                </a:t>
            </a:r>
            <a:r>
              <a:rPr lang="fr-FR" sz="1900" dirty="0" err="1">
                <a:highlight>
                  <a:srgbClr val="C0C0C0"/>
                </a:highlight>
              </a:rPr>
              <a:t>echo</a:t>
            </a:r>
            <a:r>
              <a:rPr lang="fr-FR" sz="1900" dirty="0">
                <a:highlight>
                  <a:srgbClr val="C0C0C0"/>
                </a:highlight>
              </a:rPr>
              <a:t> 'Compilation du projet...’</a:t>
            </a:r>
          </a:p>
          <a:p>
            <a:r>
              <a:rPr lang="fr-FR" sz="1900" dirty="0">
                <a:highlight>
                  <a:srgbClr val="C0C0C0"/>
                </a:highlight>
              </a:rPr>
              <a:t>            }</a:t>
            </a:r>
          </a:p>
          <a:p>
            <a:r>
              <a:rPr lang="fr-FR" sz="1900" dirty="0">
                <a:highlight>
                  <a:srgbClr val="C0C0C0"/>
                </a:highlight>
              </a:rPr>
              <a:t>        }</a:t>
            </a:r>
          </a:p>
          <a:p>
            <a:r>
              <a:rPr lang="fr-FR" sz="1900" dirty="0">
                <a:highlight>
                  <a:srgbClr val="C0C0C0"/>
                </a:highlight>
              </a:rPr>
              <a:t>    }</a:t>
            </a:r>
          </a:p>
          <a:p>
            <a:r>
              <a:rPr lang="fr-FR" sz="1900" dirty="0">
                <a:highlight>
                  <a:srgbClr val="C0C0C0"/>
                </a:highlight>
              </a:rPr>
              <a:t>}</a:t>
            </a:r>
          </a:p>
        </p:txBody>
      </p:sp>
    </p:spTree>
    <p:extLst>
      <p:ext uri="{BB962C8B-B14F-4D97-AF65-F5344CB8AC3E}">
        <p14:creationId xmlns:p14="http://schemas.microsoft.com/office/powerpoint/2010/main" val="37871011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7DC66-59D8-BAF7-FFB1-FA0AB137DDA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3AA2E63-DB7F-329D-E189-6A674269BE36}"/>
              </a:ext>
            </a:extLst>
          </p:cNvPr>
          <p:cNvSpPr>
            <a:spLocks noGrp="1"/>
          </p:cNvSpPr>
          <p:nvPr>
            <p:ph type="title"/>
          </p:nvPr>
        </p:nvSpPr>
        <p:spPr>
          <a:xfrm>
            <a:off x="1054048" y="98310"/>
            <a:ext cx="8572603" cy="553998"/>
          </a:xfrm>
        </p:spPr>
        <p:txBody>
          <a:bodyPr/>
          <a:lstStyle/>
          <a:p>
            <a:r>
              <a:rPr lang="fr-FR" b="1" spc="125" dirty="0"/>
              <a:t>Syntaxe Groovy et DSL</a:t>
            </a:r>
          </a:p>
        </p:txBody>
      </p:sp>
      <p:sp>
        <p:nvSpPr>
          <p:cNvPr id="5" name="object 2">
            <a:extLst>
              <a:ext uri="{FF2B5EF4-FFF2-40B4-BE49-F238E27FC236}">
                <a16:creationId xmlns:a16="http://schemas.microsoft.com/office/drawing/2014/main" id="{65E48A92-C3CB-252D-5234-43211A9E22C2}"/>
              </a:ext>
            </a:extLst>
          </p:cNvPr>
          <p:cNvSpPr txBox="1"/>
          <p:nvPr/>
        </p:nvSpPr>
        <p:spPr>
          <a:xfrm>
            <a:off x="463550"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4</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8" name="Espace réservé du contenu 2">
            <a:extLst>
              <a:ext uri="{FF2B5EF4-FFF2-40B4-BE49-F238E27FC236}">
                <a16:creationId xmlns:a16="http://schemas.microsoft.com/office/drawing/2014/main" id="{4421A634-F883-C55B-F7EE-9059A7F870F0}"/>
              </a:ext>
            </a:extLst>
          </p:cNvPr>
          <p:cNvSpPr txBox="1">
            <a:spLocks/>
          </p:cNvSpPr>
          <p:nvPr/>
        </p:nvSpPr>
        <p:spPr>
          <a:xfrm>
            <a:off x="463550" y="1568450"/>
            <a:ext cx="10515600" cy="4848225"/>
          </a:xfrm>
          <a:prstGeom prst="rect">
            <a:avLst/>
          </a:prstGeom>
        </p:spPr>
        <p:txBody>
          <a:bodyPr wrap="square" lIns="0" tIns="0" rIns="0" bIns="0">
            <a:normAutofit/>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7571A6AD-1123-4E1A-BFD9-DA55D7F56289}"/>
              </a:ext>
            </a:extLst>
          </p:cNvPr>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lang="fr-FR" sz="1200" spc="-25" dirty="0">
                <a:solidFill>
                  <a:prstClr val="white"/>
                </a:solidFill>
                <a:latin typeface="Calibri"/>
                <a:cs typeface="Calibri"/>
              </a:rPr>
              <a:t>61</a:t>
            </a:r>
            <a:endParaRPr kumimoji="0" lang="fr-FR" sz="1200" b="0" i="0" u="none" strike="noStrike" kern="0" cap="none" spc="-25" normalizeH="0" baseline="0" noProof="0" dirty="0">
              <a:ln>
                <a:noFill/>
              </a:ln>
              <a:solidFill>
                <a:prstClr val="white"/>
              </a:solidFill>
              <a:effectLst/>
              <a:uLnTx/>
              <a:uFillTx/>
              <a:latin typeface="Calibri"/>
              <a:cs typeface="Calibri"/>
            </a:endParaRPr>
          </a:p>
        </p:txBody>
      </p:sp>
      <p:sp>
        <p:nvSpPr>
          <p:cNvPr id="4" name="TextBox 3">
            <a:extLst>
              <a:ext uri="{FF2B5EF4-FFF2-40B4-BE49-F238E27FC236}">
                <a16:creationId xmlns:a16="http://schemas.microsoft.com/office/drawing/2014/main" id="{123B9AA8-9650-305E-50DC-1D9FFA5B3D50}"/>
              </a:ext>
            </a:extLst>
          </p:cNvPr>
          <p:cNvSpPr txBox="1"/>
          <p:nvPr/>
        </p:nvSpPr>
        <p:spPr>
          <a:xfrm>
            <a:off x="768350" y="1154202"/>
            <a:ext cx="9636340" cy="1563377"/>
          </a:xfrm>
          <a:prstGeom prst="rect">
            <a:avLst/>
          </a:prstGeom>
          <a:noFill/>
        </p:spPr>
        <p:txBody>
          <a:bodyPr wrap="square">
            <a:spAutoFit/>
          </a:bodyPr>
          <a:lstStyle/>
          <a:p>
            <a:pPr marL="342900" indent="-342900">
              <a:lnSpc>
                <a:spcPct val="150000"/>
              </a:lnSpc>
              <a:buFont typeface="Arial" panose="020B0604020202020204" pitchFamily="34" charset="0"/>
              <a:buChar char="•"/>
            </a:pPr>
            <a:r>
              <a:rPr lang="fr-FR" sz="2200" dirty="0" err="1">
                <a:latin typeface="+mj-lt"/>
              </a:rPr>
              <a:t>Jenkinsfile</a:t>
            </a:r>
            <a:r>
              <a:rPr lang="fr-FR" sz="2200" dirty="0">
                <a:latin typeface="+mj-lt"/>
              </a:rPr>
              <a:t> est basé sur Groovy, un langage de script pour la JVM.</a:t>
            </a:r>
          </a:p>
          <a:p>
            <a:pPr marL="342900" indent="-342900">
              <a:lnSpc>
                <a:spcPct val="150000"/>
              </a:lnSpc>
              <a:buFont typeface="Arial" panose="020B0604020202020204" pitchFamily="34" charset="0"/>
              <a:buChar char="•"/>
            </a:pPr>
            <a:r>
              <a:rPr lang="fr-FR" sz="2200" dirty="0">
                <a:latin typeface="+mj-lt"/>
              </a:rPr>
              <a:t>DSL (Domain-</a:t>
            </a:r>
            <a:r>
              <a:rPr lang="fr-FR" sz="2200" dirty="0" err="1">
                <a:latin typeface="+mj-lt"/>
              </a:rPr>
              <a:t>Specific</a:t>
            </a:r>
            <a:r>
              <a:rPr lang="fr-FR" sz="2200" dirty="0">
                <a:latin typeface="+mj-lt"/>
              </a:rPr>
              <a:t> </a:t>
            </a:r>
            <a:r>
              <a:rPr lang="fr-FR" sz="2200" dirty="0" err="1">
                <a:latin typeface="+mj-lt"/>
              </a:rPr>
              <a:t>Language</a:t>
            </a:r>
            <a:r>
              <a:rPr lang="fr-FR" sz="2200" dirty="0">
                <a:latin typeface="+mj-lt"/>
              </a:rPr>
              <a:t>) simplifie la définition des pipelines.</a:t>
            </a:r>
          </a:p>
          <a:p>
            <a:pPr marL="342900" indent="-342900">
              <a:lnSpc>
                <a:spcPct val="150000"/>
              </a:lnSpc>
              <a:buFont typeface="Arial" panose="020B0604020202020204" pitchFamily="34" charset="0"/>
              <a:buChar char="•"/>
            </a:pPr>
            <a:r>
              <a:rPr lang="fr-FR" sz="2200" dirty="0">
                <a:latin typeface="+mj-lt"/>
              </a:rPr>
              <a:t>Deux syntaxes principales : Déclaratif et </a:t>
            </a:r>
            <a:r>
              <a:rPr lang="fr-FR" sz="2200" dirty="0" err="1">
                <a:latin typeface="+mj-lt"/>
              </a:rPr>
              <a:t>Scripted</a:t>
            </a:r>
            <a:r>
              <a:rPr lang="fr-FR" sz="2200" dirty="0">
                <a:latin typeface="+mj-lt"/>
              </a:rPr>
              <a:t>.</a:t>
            </a:r>
          </a:p>
        </p:txBody>
      </p:sp>
      <p:sp>
        <p:nvSpPr>
          <p:cNvPr id="11" name="TextBox 10">
            <a:extLst>
              <a:ext uri="{FF2B5EF4-FFF2-40B4-BE49-F238E27FC236}">
                <a16:creationId xmlns:a16="http://schemas.microsoft.com/office/drawing/2014/main" id="{38C7158C-6222-23DD-1F4B-E84FA5ECB87D}"/>
              </a:ext>
            </a:extLst>
          </p:cNvPr>
          <p:cNvSpPr txBox="1"/>
          <p:nvPr/>
        </p:nvSpPr>
        <p:spPr>
          <a:xfrm>
            <a:off x="615950" y="2940050"/>
            <a:ext cx="9636340" cy="4154984"/>
          </a:xfrm>
          <a:prstGeom prst="rect">
            <a:avLst/>
          </a:prstGeom>
          <a:noFill/>
        </p:spPr>
        <p:txBody>
          <a:bodyPr wrap="square">
            <a:spAutoFit/>
          </a:bodyPr>
          <a:lstStyle/>
          <a:p>
            <a:r>
              <a:rPr lang="fr-FR" sz="2200" b="1" dirty="0">
                <a:latin typeface="+mj-lt"/>
              </a:rPr>
              <a:t>Exemple de DSL :</a:t>
            </a:r>
          </a:p>
          <a:p>
            <a:endParaRPr lang="fr-FR" sz="2200" dirty="0">
              <a:latin typeface="+mj-lt"/>
            </a:endParaRPr>
          </a:p>
          <a:p>
            <a:r>
              <a:rPr lang="fr-FR" sz="2200" dirty="0">
                <a:highlight>
                  <a:srgbClr val="C0C0C0"/>
                </a:highlight>
                <a:latin typeface="+mj-lt"/>
              </a:rPr>
              <a:t>pipeline { </a:t>
            </a:r>
          </a:p>
          <a:p>
            <a:r>
              <a:rPr lang="fr-FR" sz="2200" dirty="0">
                <a:highlight>
                  <a:srgbClr val="C0C0C0"/>
                </a:highlight>
                <a:latin typeface="+mj-lt"/>
              </a:rPr>
              <a:t>   agent </a:t>
            </a:r>
            <a:r>
              <a:rPr lang="fr-FR" sz="2200" dirty="0" err="1">
                <a:highlight>
                  <a:srgbClr val="C0C0C0"/>
                </a:highlight>
                <a:latin typeface="+mj-lt"/>
              </a:rPr>
              <a:t>any</a:t>
            </a:r>
            <a:endParaRPr lang="fr-FR" sz="2200" dirty="0">
              <a:highlight>
                <a:srgbClr val="C0C0C0"/>
              </a:highlight>
              <a:latin typeface="+mj-lt"/>
            </a:endParaRPr>
          </a:p>
          <a:p>
            <a:r>
              <a:rPr lang="fr-FR" sz="2200" dirty="0">
                <a:highlight>
                  <a:srgbClr val="C0C0C0"/>
                </a:highlight>
                <a:latin typeface="+mj-lt"/>
              </a:rPr>
              <a:t>    stages {</a:t>
            </a:r>
          </a:p>
          <a:p>
            <a:r>
              <a:rPr lang="fr-FR" sz="2200" dirty="0">
                <a:highlight>
                  <a:srgbClr val="C0C0C0"/>
                </a:highlight>
                <a:latin typeface="+mj-lt"/>
              </a:rPr>
              <a:t>        stage('Test’) {</a:t>
            </a:r>
          </a:p>
          <a:p>
            <a:r>
              <a:rPr lang="fr-FR" sz="2200" dirty="0">
                <a:highlight>
                  <a:srgbClr val="C0C0C0"/>
                </a:highlight>
                <a:latin typeface="+mj-lt"/>
              </a:rPr>
              <a:t>            </a:t>
            </a:r>
            <a:r>
              <a:rPr lang="fr-FR" sz="2200" dirty="0" err="1">
                <a:highlight>
                  <a:srgbClr val="C0C0C0"/>
                </a:highlight>
                <a:latin typeface="+mj-lt"/>
              </a:rPr>
              <a:t>steps</a:t>
            </a:r>
            <a:r>
              <a:rPr lang="fr-FR" sz="2200" dirty="0">
                <a:highlight>
                  <a:srgbClr val="C0C0C0"/>
                </a:highlight>
                <a:latin typeface="+mj-lt"/>
              </a:rPr>
              <a:t> {</a:t>
            </a:r>
          </a:p>
          <a:p>
            <a:r>
              <a:rPr lang="fr-FR" sz="2200" dirty="0">
                <a:highlight>
                  <a:srgbClr val="C0C0C0"/>
                </a:highlight>
                <a:latin typeface="+mj-lt"/>
              </a:rPr>
              <a:t>                sh '</a:t>
            </a:r>
            <a:r>
              <a:rPr lang="fr-FR" sz="2200" dirty="0" err="1">
                <a:highlight>
                  <a:srgbClr val="C0C0C0"/>
                </a:highlight>
                <a:latin typeface="+mj-lt"/>
              </a:rPr>
              <a:t>mvn</a:t>
            </a:r>
            <a:r>
              <a:rPr lang="fr-FR" sz="2200" dirty="0">
                <a:highlight>
                  <a:srgbClr val="C0C0C0"/>
                </a:highlight>
                <a:latin typeface="+mj-lt"/>
              </a:rPr>
              <a:t> test’</a:t>
            </a:r>
          </a:p>
          <a:p>
            <a:r>
              <a:rPr lang="fr-FR" sz="2200" dirty="0">
                <a:highlight>
                  <a:srgbClr val="C0C0C0"/>
                </a:highlight>
                <a:latin typeface="+mj-lt"/>
              </a:rPr>
              <a:t>            }</a:t>
            </a:r>
          </a:p>
          <a:p>
            <a:r>
              <a:rPr lang="fr-FR" sz="2200" dirty="0">
                <a:highlight>
                  <a:srgbClr val="C0C0C0"/>
                </a:highlight>
                <a:latin typeface="+mj-lt"/>
              </a:rPr>
              <a:t>        }</a:t>
            </a:r>
          </a:p>
          <a:p>
            <a:r>
              <a:rPr lang="fr-FR" sz="2200" dirty="0">
                <a:highlight>
                  <a:srgbClr val="C0C0C0"/>
                </a:highlight>
                <a:latin typeface="+mj-lt"/>
              </a:rPr>
              <a:t>    }</a:t>
            </a:r>
          </a:p>
          <a:p>
            <a:r>
              <a:rPr lang="fr-FR" sz="2200" dirty="0">
                <a:highlight>
                  <a:srgbClr val="C0C0C0"/>
                </a:highlight>
                <a:latin typeface="+mj-lt"/>
              </a:rPr>
              <a:t>}</a:t>
            </a:r>
          </a:p>
        </p:txBody>
      </p:sp>
    </p:spTree>
    <p:extLst>
      <p:ext uri="{BB962C8B-B14F-4D97-AF65-F5344CB8AC3E}">
        <p14:creationId xmlns:p14="http://schemas.microsoft.com/office/powerpoint/2010/main" val="17223042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ABC81-210D-6437-634F-6C7E31720A2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D3B2231-3127-22E3-BF4F-46ED82813DB9}"/>
              </a:ext>
            </a:extLst>
          </p:cNvPr>
          <p:cNvSpPr>
            <a:spLocks noGrp="1"/>
          </p:cNvSpPr>
          <p:nvPr>
            <p:ph type="title"/>
          </p:nvPr>
        </p:nvSpPr>
        <p:spPr>
          <a:xfrm>
            <a:off x="1054048" y="98310"/>
            <a:ext cx="8572603" cy="553998"/>
          </a:xfrm>
        </p:spPr>
        <p:txBody>
          <a:bodyPr/>
          <a:lstStyle/>
          <a:p>
            <a:r>
              <a:rPr lang="fr-FR" b="1" spc="125" dirty="0"/>
              <a:t>Déclaratif vs </a:t>
            </a:r>
            <a:r>
              <a:rPr lang="fr-FR" b="1" spc="125" dirty="0" err="1"/>
              <a:t>Scripted</a:t>
            </a:r>
            <a:endParaRPr lang="fr-FR" b="1" spc="125" dirty="0"/>
          </a:p>
        </p:txBody>
      </p:sp>
      <p:sp>
        <p:nvSpPr>
          <p:cNvPr id="5" name="object 2">
            <a:extLst>
              <a:ext uri="{FF2B5EF4-FFF2-40B4-BE49-F238E27FC236}">
                <a16:creationId xmlns:a16="http://schemas.microsoft.com/office/drawing/2014/main" id="{C4C5F65C-901C-45DA-4DCD-F4D1774A47AB}"/>
              </a:ext>
            </a:extLst>
          </p:cNvPr>
          <p:cNvSpPr txBox="1"/>
          <p:nvPr/>
        </p:nvSpPr>
        <p:spPr>
          <a:xfrm>
            <a:off x="463550"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5</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8" name="Espace réservé du contenu 2">
            <a:extLst>
              <a:ext uri="{FF2B5EF4-FFF2-40B4-BE49-F238E27FC236}">
                <a16:creationId xmlns:a16="http://schemas.microsoft.com/office/drawing/2014/main" id="{1243F398-CAAF-A7FF-2BEE-D6D5FB8C7354}"/>
              </a:ext>
            </a:extLst>
          </p:cNvPr>
          <p:cNvSpPr txBox="1">
            <a:spLocks/>
          </p:cNvSpPr>
          <p:nvPr/>
        </p:nvSpPr>
        <p:spPr>
          <a:xfrm>
            <a:off x="463550" y="1568450"/>
            <a:ext cx="10515600" cy="4848225"/>
          </a:xfrm>
          <a:prstGeom prst="rect">
            <a:avLst/>
          </a:prstGeom>
        </p:spPr>
        <p:txBody>
          <a:bodyPr wrap="square" lIns="0" tIns="0" rIns="0" bIns="0">
            <a:normAutofit/>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E5CC7DA5-ABD8-B277-C26C-B30AFF245AF9}"/>
              </a:ext>
            </a:extLst>
          </p:cNvPr>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lang="fr-FR" sz="1200" spc="-25" dirty="0">
                <a:solidFill>
                  <a:prstClr val="white"/>
                </a:solidFill>
                <a:latin typeface="Calibri"/>
                <a:cs typeface="Calibri"/>
              </a:rPr>
              <a:t>62</a:t>
            </a:r>
            <a:endParaRPr kumimoji="0" lang="fr-FR" sz="1200" b="0" i="0" u="none" strike="noStrike" kern="0" cap="none" spc="-25" normalizeH="0" baseline="0" noProof="0" dirty="0">
              <a:ln>
                <a:noFill/>
              </a:ln>
              <a:solidFill>
                <a:prstClr val="white"/>
              </a:solidFill>
              <a:effectLst/>
              <a:uLnTx/>
              <a:uFillTx/>
              <a:latin typeface="Calibri"/>
              <a:cs typeface="Calibri"/>
            </a:endParaRPr>
          </a:p>
        </p:txBody>
      </p:sp>
      <p:sp>
        <p:nvSpPr>
          <p:cNvPr id="11" name="TextBox 10">
            <a:extLst>
              <a:ext uri="{FF2B5EF4-FFF2-40B4-BE49-F238E27FC236}">
                <a16:creationId xmlns:a16="http://schemas.microsoft.com/office/drawing/2014/main" id="{EF1926C2-BF18-EA2A-3049-17AFDB482677}"/>
              </a:ext>
            </a:extLst>
          </p:cNvPr>
          <p:cNvSpPr txBox="1"/>
          <p:nvPr/>
        </p:nvSpPr>
        <p:spPr>
          <a:xfrm>
            <a:off x="615950" y="4311650"/>
            <a:ext cx="9636340" cy="2462213"/>
          </a:xfrm>
          <a:prstGeom prst="rect">
            <a:avLst/>
          </a:prstGeom>
          <a:noFill/>
        </p:spPr>
        <p:txBody>
          <a:bodyPr wrap="square">
            <a:spAutoFit/>
          </a:bodyPr>
          <a:lstStyle/>
          <a:p>
            <a:r>
              <a:rPr lang="fr-FR" sz="2200" b="1" dirty="0">
                <a:latin typeface="+mj-lt"/>
              </a:rPr>
              <a:t>Exemple de Pipeline </a:t>
            </a:r>
            <a:r>
              <a:rPr lang="fr-FR" sz="2200" b="1" dirty="0" err="1">
                <a:latin typeface="+mj-lt"/>
              </a:rPr>
              <a:t>Scripted</a:t>
            </a:r>
            <a:r>
              <a:rPr lang="fr-FR" sz="2200" b="1" dirty="0">
                <a:latin typeface="+mj-lt"/>
              </a:rPr>
              <a:t> :</a:t>
            </a:r>
          </a:p>
          <a:p>
            <a:endParaRPr lang="fr-FR" sz="2200" dirty="0">
              <a:latin typeface="+mj-lt"/>
            </a:endParaRPr>
          </a:p>
          <a:p>
            <a:r>
              <a:rPr lang="fr-FR" sz="2200" dirty="0" err="1">
                <a:highlight>
                  <a:srgbClr val="C0C0C0"/>
                </a:highlight>
                <a:latin typeface="+mj-lt"/>
              </a:rPr>
              <a:t>node</a:t>
            </a:r>
            <a:r>
              <a:rPr lang="fr-FR" sz="2200" dirty="0">
                <a:highlight>
                  <a:srgbClr val="C0C0C0"/>
                </a:highlight>
                <a:latin typeface="+mj-lt"/>
              </a:rPr>
              <a:t> {</a:t>
            </a:r>
          </a:p>
          <a:p>
            <a:r>
              <a:rPr lang="fr-FR" sz="2200" dirty="0">
                <a:highlight>
                  <a:srgbClr val="C0C0C0"/>
                </a:highlight>
                <a:latin typeface="+mj-lt"/>
              </a:rPr>
              <a:t>    stage('</a:t>
            </a:r>
            <a:r>
              <a:rPr lang="fr-FR" sz="2200" dirty="0" err="1">
                <a:highlight>
                  <a:srgbClr val="C0C0C0"/>
                </a:highlight>
                <a:latin typeface="+mj-lt"/>
              </a:rPr>
              <a:t>Build</a:t>
            </a:r>
            <a:r>
              <a:rPr lang="fr-FR" sz="2200" dirty="0">
                <a:highlight>
                  <a:srgbClr val="C0C0C0"/>
                </a:highlight>
                <a:latin typeface="+mj-lt"/>
              </a:rPr>
              <a:t>’) {</a:t>
            </a:r>
          </a:p>
          <a:p>
            <a:r>
              <a:rPr lang="fr-FR" sz="2200" dirty="0">
                <a:highlight>
                  <a:srgbClr val="C0C0C0"/>
                </a:highlight>
                <a:latin typeface="+mj-lt"/>
              </a:rPr>
              <a:t>        sh '</a:t>
            </a:r>
            <a:r>
              <a:rPr lang="fr-FR" sz="2200" dirty="0" err="1">
                <a:highlight>
                  <a:srgbClr val="C0C0C0"/>
                </a:highlight>
                <a:latin typeface="+mj-lt"/>
              </a:rPr>
              <a:t>mvn</a:t>
            </a:r>
            <a:r>
              <a:rPr lang="fr-FR" sz="2200" dirty="0">
                <a:highlight>
                  <a:srgbClr val="C0C0C0"/>
                </a:highlight>
                <a:latin typeface="+mj-lt"/>
              </a:rPr>
              <a:t> package’</a:t>
            </a:r>
          </a:p>
          <a:p>
            <a:r>
              <a:rPr lang="fr-FR" sz="2200" dirty="0">
                <a:highlight>
                  <a:srgbClr val="C0C0C0"/>
                </a:highlight>
                <a:latin typeface="+mj-lt"/>
              </a:rPr>
              <a:t>    }</a:t>
            </a:r>
          </a:p>
          <a:p>
            <a:r>
              <a:rPr lang="fr-FR" sz="2200" dirty="0">
                <a:highlight>
                  <a:srgbClr val="C0C0C0"/>
                </a:highlight>
                <a:latin typeface="+mj-lt"/>
              </a:rPr>
              <a:t>}</a:t>
            </a:r>
          </a:p>
        </p:txBody>
      </p:sp>
      <p:graphicFrame>
        <p:nvGraphicFramePr>
          <p:cNvPr id="7" name="Table 6">
            <a:extLst>
              <a:ext uri="{FF2B5EF4-FFF2-40B4-BE49-F238E27FC236}">
                <a16:creationId xmlns:a16="http://schemas.microsoft.com/office/drawing/2014/main" id="{BF0B0EA7-825C-CF9D-4E5C-84F3A883EBDC}"/>
              </a:ext>
            </a:extLst>
          </p:cNvPr>
          <p:cNvGraphicFramePr>
            <a:graphicFrameLocks noGrp="1"/>
          </p:cNvGraphicFramePr>
          <p:nvPr>
            <p:extLst>
              <p:ext uri="{D42A27DB-BD31-4B8C-83A1-F6EECF244321}">
                <p14:modId xmlns:p14="http://schemas.microsoft.com/office/powerpoint/2010/main" val="1190077930"/>
              </p:ext>
            </p:extLst>
          </p:nvPr>
        </p:nvGraphicFramePr>
        <p:xfrm>
          <a:off x="692149" y="1111250"/>
          <a:ext cx="8934501" cy="2843212"/>
        </p:xfrm>
        <a:graphic>
          <a:graphicData uri="http://schemas.openxmlformats.org/drawingml/2006/table">
            <a:tbl>
              <a:tblPr/>
              <a:tblGrid>
                <a:gridCol w="4483857">
                  <a:extLst>
                    <a:ext uri="{9D8B030D-6E8A-4147-A177-3AD203B41FA5}">
                      <a16:colId xmlns:a16="http://schemas.microsoft.com/office/drawing/2014/main" val="2080275904"/>
                    </a:ext>
                  </a:extLst>
                </a:gridCol>
                <a:gridCol w="4450644">
                  <a:extLst>
                    <a:ext uri="{9D8B030D-6E8A-4147-A177-3AD203B41FA5}">
                      <a16:colId xmlns:a16="http://schemas.microsoft.com/office/drawing/2014/main" val="2060279073"/>
                    </a:ext>
                  </a:extLst>
                </a:gridCol>
              </a:tblGrid>
              <a:tr h="710803">
                <a:tc>
                  <a:txBody>
                    <a:bodyPr/>
                    <a:lstStyle/>
                    <a:p>
                      <a:pPr algn="l" fontAlgn="ctr"/>
                      <a:r>
                        <a:rPr lang="fr-FR" sz="2200" b="1" i="0" u="none" strike="noStrike" dirty="0">
                          <a:solidFill>
                            <a:srgbClr val="000000"/>
                          </a:solidFill>
                          <a:effectLst/>
                          <a:latin typeface="Aptos Narrow" panose="020B0004020202020204" pitchFamily="34" charset="0"/>
                        </a:rPr>
                        <a:t>   Déclaratif</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ctr"/>
                      <a:r>
                        <a:rPr lang="fr-FR" sz="2200" b="1" i="0" u="none" strike="noStrike" dirty="0">
                          <a:solidFill>
                            <a:srgbClr val="000000"/>
                          </a:solidFill>
                          <a:effectLst/>
                          <a:latin typeface="Aptos Narrow" panose="020B0004020202020204" pitchFamily="34" charset="0"/>
                        </a:rPr>
                        <a:t>   </a:t>
                      </a:r>
                      <a:r>
                        <a:rPr lang="fr-FR" sz="2200" b="1" i="0" u="none" strike="noStrike" dirty="0" err="1">
                          <a:solidFill>
                            <a:srgbClr val="000000"/>
                          </a:solidFill>
                          <a:effectLst/>
                          <a:latin typeface="Aptos Narrow" panose="020B0004020202020204" pitchFamily="34" charset="0"/>
                        </a:rPr>
                        <a:t>Scripted</a:t>
                      </a:r>
                      <a:endParaRPr lang="fr-FR" sz="2200" b="1" i="0" u="none" strike="noStrike" dirty="0">
                        <a:solidFill>
                          <a:srgbClr val="000000"/>
                        </a:solidFill>
                        <a:effectLst/>
                        <a:latin typeface="Aptos Narrow" panose="020B000402020202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1282000493"/>
                  </a:ext>
                </a:extLst>
              </a:tr>
              <a:tr h="710803">
                <a:tc>
                  <a:txBody>
                    <a:bodyPr/>
                    <a:lstStyle/>
                    <a:p>
                      <a:pPr algn="l" fontAlgn="ctr"/>
                      <a:r>
                        <a:rPr lang="fr-FR" sz="2200" b="0" i="0" u="none" strike="noStrike" dirty="0">
                          <a:solidFill>
                            <a:srgbClr val="000000"/>
                          </a:solidFill>
                          <a:effectLst/>
                          <a:latin typeface="Aptos Narrow" panose="020B0004020202020204" pitchFamily="34" charset="0"/>
                        </a:rPr>
                        <a:t>   Plus simple et structuré</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fr-FR" sz="2200" b="0" i="0" u="none" strike="noStrike" dirty="0">
                          <a:solidFill>
                            <a:srgbClr val="000000"/>
                          </a:solidFill>
                          <a:effectLst/>
                          <a:latin typeface="Aptos Narrow" panose="020B0004020202020204" pitchFamily="34" charset="0"/>
                        </a:rPr>
                        <a:t>   Plus flexible et puissant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35295171"/>
                  </a:ext>
                </a:extLst>
              </a:tr>
              <a:tr h="710803">
                <a:tc>
                  <a:txBody>
                    <a:bodyPr/>
                    <a:lstStyle/>
                    <a:p>
                      <a:pPr algn="l" fontAlgn="ctr"/>
                      <a:r>
                        <a:rPr lang="fr-FR" sz="2200" b="0" i="0" u="none" strike="noStrike" dirty="0">
                          <a:solidFill>
                            <a:srgbClr val="000000"/>
                          </a:solidFill>
                          <a:effectLst/>
                          <a:latin typeface="Aptos Narrow" panose="020B0004020202020204" pitchFamily="34" charset="0"/>
                        </a:rPr>
                        <a:t>   Idéal pour débuter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fr-FR" sz="2200" b="0" i="0" u="none" strike="noStrike" dirty="0">
                          <a:solidFill>
                            <a:srgbClr val="000000"/>
                          </a:solidFill>
                          <a:effectLst/>
                          <a:latin typeface="Aptos Narrow" panose="020B0004020202020204" pitchFamily="34" charset="0"/>
                        </a:rPr>
                        <a:t>   Adapté aux besoins complexes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38192485"/>
                  </a:ext>
                </a:extLst>
              </a:tr>
              <a:tr h="710803">
                <a:tc>
                  <a:txBody>
                    <a:bodyPr/>
                    <a:lstStyle/>
                    <a:p>
                      <a:pPr algn="l" fontAlgn="ctr"/>
                      <a:r>
                        <a:rPr lang="fr-FR" sz="2200" b="0" i="0" u="none" strike="noStrike" dirty="0">
                          <a:solidFill>
                            <a:srgbClr val="000000"/>
                          </a:solidFill>
                          <a:effectLst/>
                          <a:latin typeface="Aptos Narrow" panose="020B0004020202020204" pitchFamily="34" charset="0"/>
                        </a:rPr>
                        <a:t>   Gestion d’erreurs simplifiée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fr-FR" sz="2200" b="0" i="0" u="none" strike="noStrike" dirty="0">
                          <a:solidFill>
                            <a:srgbClr val="000000"/>
                          </a:solidFill>
                          <a:effectLst/>
                          <a:latin typeface="Aptos Narrow" panose="020B0004020202020204" pitchFamily="34" charset="0"/>
                        </a:rPr>
                        <a:t>   Plus difficile à lire et maintenir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0525146"/>
                  </a:ext>
                </a:extLst>
              </a:tr>
            </a:tbl>
          </a:graphicData>
        </a:graphic>
      </p:graphicFrame>
    </p:spTree>
    <p:extLst>
      <p:ext uri="{BB962C8B-B14F-4D97-AF65-F5344CB8AC3E}">
        <p14:creationId xmlns:p14="http://schemas.microsoft.com/office/powerpoint/2010/main" val="31551179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2F2C3-AFD3-FB2B-52CE-5091752386A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B425F5D-4E7B-7220-3C01-53775375C69F}"/>
              </a:ext>
            </a:extLst>
          </p:cNvPr>
          <p:cNvSpPr>
            <a:spLocks noGrp="1"/>
          </p:cNvSpPr>
          <p:nvPr>
            <p:ph type="title"/>
          </p:nvPr>
        </p:nvSpPr>
        <p:spPr>
          <a:xfrm>
            <a:off x="1054048" y="98310"/>
            <a:ext cx="8572603" cy="553998"/>
          </a:xfrm>
        </p:spPr>
        <p:txBody>
          <a:bodyPr/>
          <a:lstStyle/>
          <a:p>
            <a:r>
              <a:rPr lang="fr-FR" b="1" spc="125" dirty="0"/>
              <a:t>Structure et étapes d’un </a:t>
            </a:r>
            <a:r>
              <a:rPr lang="fr-FR" b="1" spc="125" dirty="0" err="1"/>
              <a:t>Jenkinsfile</a:t>
            </a:r>
            <a:endParaRPr lang="fr-FR" b="1" spc="125" dirty="0"/>
          </a:p>
        </p:txBody>
      </p:sp>
      <p:sp>
        <p:nvSpPr>
          <p:cNvPr id="5" name="object 2">
            <a:extLst>
              <a:ext uri="{FF2B5EF4-FFF2-40B4-BE49-F238E27FC236}">
                <a16:creationId xmlns:a16="http://schemas.microsoft.com/office/drawing/2014/main" id="{E5C59A56-8D27-8C6A-B554-897F14B6319A}"/>
              </a:ext>
            </a:extLst>
          </p:cNvPr>
          <p:cNvSpPr txBox="1"/>
          <p:nvPr/>
        </p:nvSpPr>
        <p:spPr>
          <a:xfrm>
            <a:off x="463550"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6</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8" name="Espace réservé du contenu 2">
            <a:extLst>
              <a:ext uri="{FF2B5EF4-FFF2-40B4-BE49-F238E27FC236}">
                <a16:creationId xmlns:a16="http://schemas.microsoft.com/office/drawing/2014/main" id="{9270F484-795A-A8ED-EE89-7D0C2B2528FE}"/>
              </a:ext>
            </a:extLst>
          </p:cNvPr>
          <p:cNvSpPr txBox="1">
            <a:spLocks/>
          </p:cNvSpPr>
          <p:nvPr/>
        </p:nvSpPr>
        <p:spPr>
          <a:xfrm>
            <a:off x="463550" y="1568450"/>
            <a:ext cx="10515600" cy="4848225"/>
          </a:xfrm>
          <a:prstGeom prst="rect">
            <a:avLst/>
          </a:prstGeom>
        </p:spPr>
        <p:txBody>
          <a:bodyPr wrap="square" lIns="0" tIns="0" rIns="0" bIns="0">
            <a:normAutofit/>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93414580-30A8-2C7F-B6B1-F755823A8045}"/>
              </a:ext>
            </a:extLst>
          </p:cNvPr>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lang="fr-FR" sz="1200" spc="-25" dirty="0">
                <a:solidFill>
                  <a:prstClr val="white"/>
                </a:solidFill>
                <a:latin typeface="Calibri"/>
                <a:cs typeface="Calibri"/>
              </a:rPr>
              <a:t>63</a:t>
            </a:r>
            <a:endParaRPr kumimoji="0" lang="fr-FR" sz="1200" b="0" i="0" u="none" strike="noStrike" kern="0" cap="none" spc="-25" normalizeH="0" baseline="0" noProof="0" dirty="0">
              <a:ln>
                <a:noFill/>
              </a:ln>
              <a:solidFill>
                <a:prstClr val="white"/>
              </a:solidFill>
              <a:effectLst/>
              <a:uLnTx/>
              <a:uFillTx/>
              <a:latin typeface="Calibri"/>
              <a:cs typeface="Calibri"/>
            </a:endParaRPr>
          </a:p>
        </p:txBody>
      </p:sp>
      <p:sp>
        <p:nvSpPr>
          <p:cNvPr id="11" name="TextBox 10">
            <a:extLst>
              <a:ext uri="{FF2B5EF4-FFF2-40B4-BE49-F238E27FC236}">
                <a16:creationId xmlns:a16="http://schemas.microsoft.com/office/drawing/2014/main" id="{905BDA1F-94B6-075D-E914-3EFBB355C466}"/>
              </a:ext>
            </a:extLst>
          </p:cNvPr>
          <p:cNvSpPr txBox="1"/>
          <p:nvPr/>
        </p:nvSpPr>
        <p:spPr>
          <a:xfrm>
            <a:off x="615950" y="1163637"/>
            <a:ext cx="9636340" cy="4060214"/>
          </a:xfrm>
          <a:prstGeom prst="rect">
            <a:avLst/>
          </a:prstGeom>
          <a:noFill/>
        </p:spPr>
        <p:txBody>
          <a:bodyPr wrap="square">
            <a:spAutoFit/>
          </a:bodyPr>
          <a:lstStyle/>
          <a:p>
            <a:pPr>
              <a:lnSpc>
                <a:spcPct val="200000"/>
              </a:lnSpc>
            </a:pPr>
            <a:r>
              <a:rPr lang="fr-FR" sz="2200" dirty="0">
                <a:latin typeface="+mj-lt"/>
              </a:rPr>
              <a:t>Un pipeline se compose des éléments suivants :</a:t>
            </a:r>
          </a:p>
          <a:p>
            <a:pPr marL="342900" indent="-342900">
              <a:lnSpc>
                <a:spcPct val="200000"/>
              </a:lnSpc>
              <a:buFont typeface="Arial" panose="020B0604020202020204" pitchFamily="34" charset="0"/>
              <a:buChar char="•"/>
            </a:pPr>
            <a:r>
              <a:rPr lang="fr-FR" sz="2200" b="1" dirty="0">
                <a:latin typeface="+mj-lt"/>
              </a:rPr>
              <a:t>Agent</a:t>
            </a:r>
            <a:r>
              <a:rPr lang="fr-FR" sz="2200" dirty="0">
                <a:latin typeface="+mj-lt"/>
              </a:rPr>
              <a:t> : définit l’environnement d’exécution</a:t>
            </a:r>
          </a:p>
          <a:p>
            <a:pPr marL="342900" indent="-342900">
              <a:lnSpc>
                <a:spcPct val="200000"/>
              </a:lnSpc>
              <a:buFont typeface="Arial" panose="020B0604020202020204" pitchFamily="34" charset="0"/>
              <a:buChar char="•"/>
            </a:pPr>
            <a:r>
              <a:rPr lang="fr-FR" sz="2200" b="1" dirty="0">
                <a:latin typeface="+mj-lt"/>
              </a:rPr>
              <a:t>Stages</a:t>
            </a:r>
            <a:r>
              <a:rPr lang="fr-FR" sz="2200" dirty="0">
                <a:latin typeface="+mj-lt"/>
              </a:rPr>
              <a:t> : regroupe plusieurs étapes (ex. </a:t>
            </a:r>
            <a:r>
              <a:rPr lang="fr-FR" sz="2200" dirty="0" err="1">
                <a:latin typeface="+mj-lt"/>
              </a:rPr>
              <a:t>Build</a:t>
            </a:r>
            <a:r>
              <a:rPr lang="fr-FR" sz="2200" dirty="0">
                <a:latin typeface="+mj-lt"/>
              </a:rPr>
              <a:t>, Test, Déploiement)</a:t>
            </a:r>
          </a:p>
          <a:p>
            <a:pPr marL="342900" indent="-342900">
              <a:lnSpc>
                <a:spcPct val="200000"/>
              </a:lnSpc>
              <a:buFont typeface="Arial" panose="020B0604020202020204" pitchFamily="34" charset="0"/>
              <a:buChar char="•"/>
            </a:pPr>
            <a:r>
              <a:rPr lang="fr-FR" sz="2200" b="1" dirty="0" err="1">
                <a:latin typeface="+mj-lt"/>
              </a:rPr>
              <a:t>Steps</a:t>
            </a:r>
            <a:r>
              <a:rPr lang="fr-FR" sz="2200" dirty="0">
                <a:latin typeface="+mj-lt"/>
              </a:rPr>
              <a:t> : commandes exécutées dans chaque étape</a:t>
            </a:r>
          </a:p>
          <a:p>
            <a:pPr marL="342900" indent="-342900">
              <a:lnSpc>
                <a:spcPct val="200000"/>
              </a:lnSpc>
              <a:buFont typeface="Arial" panose="020B0604020202020204" pitchFamily="34" charset="0"/>
              <a:buChar char="•"/>
            </a:pPr>
            <a:r>
              <a:rPr lang="fr-FR" sz="2200" b="1" dirty="0">
                <a:latin typeface="+mj-lt"/>
              </a:rPr>
              <a:t>Post-actions</a:t>
            </a:r>
            <a:r>
              <a:rPr lang="fr-FR" sz="2200" dirty="0">
                <a:latin typeface="+mj-lt"/>
              </a:rPr>
              <a:t> : définissent des actions après l’exécution (notifications, nettoyage…)</a:t>
            </a:r>
          </a:p>
        </p:txBody>
      </p:sp>
    </p:spTree>
    <p:extLst>
      <p:ext uri="{BB962C8B-B14F-4D97-AF65-F5344CB8AC3E}">
        <p14:creationId xmlns:p14="http://schemas.microsoft.com/office/powerpoint/2010/main" val="283160577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B13BE-B195-30B8-B8B7-501B2056125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37019FB-E752-5BB6-5D7F-DE352D5A8A9C}"/>
              </a:ext>
            </a:extLst>
          </p:cNvPr>
          <p:cNvSpPr>
            <a:spLocks noGrp="1"/>
          </p:cNvSpPr>
          <p:nvPr>
            <p:ph type="title"/>
          </p:nvPr>
        </p:nvSpPr>
        <p:spPr>
          <a:xfrm>
            <a:off x="1054048" y="98310"/>
            <a:ext cx="8572603" cy="553998"/>
          </a:xfrm>
        </p:spPr>
        <p:txBody>
          <a:bodyPr/>
          <a:lstStyle/>
          <a:p>
            <a:r>
              <a:rPr lang="fr-FR" b="1" spc="125" dirty="0"/>
              <a:t>Structure et étapes d’un </a:t>
            </a:r>
            <a:r>
              <a:rPr lang="fr-FR" b="1" spc="125" dirty="0" err="1"/>
              <a:t>Jenkinsfile</a:t>
            </a:r>
            <a:endParaRPr lang="fr-FR" b="1" spc="125" dirty="0"/>
          </a:p>
        </p:txBody>
      </p:sp>
      <p:sp>
        <p:nvSpPr>
          <p:cNvPr id="5" name="object 2">
            <a:extLst>
              <a:ext uri="{FF2B5EF4-FFF2-40B4-BE49-F238E27FC236}">
                <a16:creationId xmlns:a16="http://schemas.microsoft.com/office/drawing/2014/main" id="{8DA77BDE-E765-B2F0-B262-B8C3B2E059FB}"/>
              </a:ext>
            </a:extLst>
          </p:cNvPr>
          <p:cNvSpPr txBox="1"/>
          <p:nvPr/>
        </p:nvSpPr>
        <p:spPr>
          <a:xfrm>
            <a:off x="463550"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6</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8" name="Espace réservé du contenu 2">
            <a:extLst>
              <a:ext uri="{FF2B5EF4-FFF2-40B4-BE49-F238E27FC236}">
                <a16:creationId xmlns:a16="http://schemas.microsoft.com/office/drawing/2014/main" id="{D11AB449-5145-5AFF-5274-5CD29BFAF3E9}"/>
              </a:ext>
            </a:extLst>
          </p:cNvPr>
          <p:cNvSpPr txBox="1">
            <a:spLocks/>
          </p:cNvSpPr>
          <p:nvPr/>
        </p:nvSpPr>
        <p:spPr>
          <a:xfrm>
            <a:off x="463550" y="1568450"/>
            <a:ext cx="10515600" cy="4848225"/>
          </a:xfrm>
          <a:prstGeom prst="rect">
            <a:avLst/>
          </a:prstGeom>
        </p:spPr>
        <p:txBody>
          <a:bodyPr wrap="square" lIns="0" tIns="0" rIns="0" bIns="0">
            <a:normAutofit/>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9CF2639E-C70E-1756-0C7B-F7045BCDD88B}"/>
              </a:ext>
            </a:extLst>
          </p:cNvPr>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lang="fr-FR" sz="1200" spc="-25" dirty="0">
                <a:solidFill>
                  <a:prstClr val="white"/>
                </a:solidFill>
                <a:latin typeface="Calibri"/>
                <a:cs typeface="Calibri"/>
              </a:rPr>
              <a:t>64</a:t>
            </a:r>
            <a:endParaRPr kumimoji="0" lang="fr-FR" sz="1200" b="0" i="0" u="none" strike="noStrike" kern="0" cap="none" spc="-25" normalizeH="0" baseline="0" noProof="0" dirty="0">
              <a:ln>
                <a:noFill/>
              </a:ln>
              <a:solidFill>
                <a:prstClr val="white"/>
              </a:solidFill>
              <a:effectLst/>
              <a:uLnTx/>
              <a:uFillTx/>
              <a:latin typeface="Calibri"/>
              <a:cs typeface="Calibri"/>
            </a:endParaRPr>
          </a:p>
        </p:txBody>
      </p:sp>
      <p:pic>
        <p:nvPicPr>
          <p:cNvPr id="4" name="Picture 3">
            <a:extLst>
              <a:ext uri="{FF2B5EF4-FFF2-40B4-BE49-F238E27FC236}">
                <a16:creationId xmlns:a16="http://schemas.microsoft.com/office/drawing/2014/main" id="{0A94025C-352E-6384-954C-D9D3906889FC}"/>
              </a:ext>
            </a:extLst>
          </p:cNvPr>
          <p:cNvPicPr>
            <a:picLocks noChangeAspect="1"/>
          </p:cNvPicPr>
          <p:nvPr/>
        </p:nvPicPr>
        <p:blipFill>
          <a:blip r:embed="rId2"/>
          <a:stretch>
            <a:fillRect/>
          </a:stretch>
        </p:blipFill>
        <p:spPr>
          <a:xfrm>
            <a:off x="1225550" y="1187450"/>
            <a:ext cx="7950916" cy="6081460"/>
          </a:xfrm>
          <a:prstGeom prst="rect">
            <a:avLst/>
          </a:prstGeom>
        </p:spPr>
      </p:pic>
      <p:sp>
        <p:nvSpPr>
          <p:cNvPr id="9" name="TextBox 8">
            <a:extLst>
              <a:ext uri="{FF2B5EF4-FFF2-40B4-BE49-F238E27FC236}">
                <a16:creationId xmlns:a16="http://schemas.microsoft.com/office/drawing/2014/main" id="{D83E203E-F937-F545-D682-D303551A750F}"/>
              </a:ext>
            </a:extLst>
          </p:cNvPr>
          <p:cNvSpPr txBox="1"/>
          <p:nvPr/>
        </p:nvSpPr>
        <p:spPr>
          <a:xfrm>
            <a:off x="1225550" y="823341"/>
            <a:ext cx="5492496" cy="369332"/>
          </a:xfrm>
          <a:prstGeom prst="rect">
            <a:avLst/>
          </a:prstGeom>
          <a:noFill/>
        </p:spPr>
        <p:txBody>
          <a:bodyPr wrap="square">
            <a:spAutoFit/>
          </a:bodyPr>
          <a:lstStyle/>
          <a:p>
            <a:r>
              <a:rPr lang="fr-FR" b="1" dirty="0"/>
              <a:t>Exemple d’un pipeline complet</a:t>
            </a:r>
          </a:p>
        </p:txBody>
      </p:sp>
    </p:spTree>
    <p:extLst>
      <p:ext uri="{BB962C8B-B14F-4D97-AF65-F5344CB8AC3E}">
        <p14:creationId xmlns:p14="http://schemas.microsoft.com/office/powerpoint/2010/main" val="7010393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9FEB7-4667-609B-C8E6-E568BCBA3E4C}"/>
            </a:ext>
          </a:extLst>
        </p:cNvPr>
        <p:cNvGrpSpPr/>
        <p:nvPr/>
      </p:nvGrpSpPr>
      <p:grpSpPr>
        <a:xfrm>
          <a:off x="0" y="0"/>
          <a:ext cx="0" cy="0"/>
          <a:chOff x="0" y="0"/>
          <a:chExt cx="0" cy="0"/>
        </a:xfrm>
      </p:grpSpPr>
      <p:pic>
        <p:nvPicPr>
          <p:cNvPr id="5" name="Picture 2" descr="http://www.gestion-360.fr/wpimages/wp53ad32cb_06.png">
            <a:extLst>
              <a:ext uri="{FF2B5EF4-FFF2-40B4-BE49-F238E27FC236}">
                <a16:creationId xmlns:a16="http://schemas.microsoft.com/office/drawing/2014/main" id="{645509BA-A101-F75A-C0AC-2ADDE34CAA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0145" y="2649609"/>
            <a:ext cx="2279005" cy="2195441"/>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965699FD-8B2E-2E10-87A5-65B74A611BB1}"/>
              </a:ext>
            </a:extLst>
          </p:cNvPr>
          <p:cNvSpPr txBox="1"/>
          <p:nvPr/>
        </p:nvSpPr>
        <p:spPr>
          <a:xfrm>
            <a:off x="1377950" y="1644650"/>
            <a:ext cx="3359795" cy="2985433"/>
          </a:xfrm>
          <a:prstGeom prst="rect">
            <a:avLst/>
          </a:prstGeom>
          <a:noFill/>
        </p:spPr>
        <p:txBody>
          <a:bodyPr wrap="square" rtlCol="0">
            <a:spAutoFit/>
          </a:bodyPr>
          <a:lstStyle/>
          <a:p>
            <a:r>
              <a:rPr lang="fr-FR" sz="2800" b="1" dirty="0">
                <a:latin typeface="+mn-lt"/>
              </a:rPr>
              <a:t>Travaux pratiques</a:t>
            </a:r>
          </a:p>
          <a:p>
            <a:endParaRPr lang="fr-FR" sz="1200" dirty="0">
              <a:latin typeface="+mn-lt"/>
            </a:endParaRPr>
          </a:p>
          <a:p>
            <a:pPr marL="342900" indent="-342900">
              <a:lnSpc>
                <a:spcPct val="150000"/>
              </a:lnSpc>
              <a:buFont typeface="Arial" panose="020B0604020202020204" pitchFamily="34" charset="0"/>
              <a:buChar char="•"/>
            </a:pPr>
            <a:r>
              <a:rPr lang="fr-FR" sz="2000" dirty="0">
                <a:latin typeface="+mn-lt"/>
              </a:rPr>
              <a:t>Création et exécution d’un pipeline déclaratif</a:t>
            </a:r>
          </a:p>
          <a:p>
            <a:pPr marL="342900" indent="-342900">
              <a:lnSpc>
                <a:spcPct val="150000"/>
              </a:lnSpc>
              <a:buFont typeface="Arial" panose="020B0604020202020204" pitchFamily="34" charset="0"/>
              <a:buChar char="•"/>
            </a:pPr>
            <a:r>
              <a:rPr lang="fr-FR" sz="2000" dirty="0">
                <a:latin typeface="+mn-lt"/>
              </a:rPr>
              <a:t>Modification du pipeline et gestion des logs</a:t>
            </a:r>
          </a:p>
          <a:p>
            <a:endParaRPr lang="fr-FR" sz="2800" b="1" dirty="0">
              <a:latin typeface="+mn-lt"/>
            </a:endParaRPr>
          </a:p>
        </p:txBody>
      </p:sp>
      <p:sp>
        <p:nvSpPr>
          <p:cNvPr id="7" name="Rectangle 6">
            <a:extLst>
              <a:ext uri="{FF2B5EF4-FFF2-40B4-BE49-F238E27FC236}">
                <a16:creationId xmlns:a16="http://schemas.microsoft.com/office/drawing/2014/main" id="{BBE08116-41C5-9A94-AF81-A53EE1751ACC}"/>
              </a:ext>
            </a:extLst>
          </p:cNvPr>
          <p:cNvSpPr/>
          <p:nvPr/>
        </p:nvSpPr>
        <p:spPr>
          <a:xfrm>
            <a:off x="9988550" y="7128073"/>
            <a:ext cx="416140" cy="276999"/>
          </a:xfrm>
          <a:prstGeom prst="rect">
            <a:avLst/>
          </a:prstGeom>
        </p:spPr>
        <p:txBody>
          <a:bodyPr wrap="none">
            <a:spAutoFit/>
          </a:bodyPr>
          <a:lstStyle/>
          <a:p>
            <a:pPr marL="80010">
              <a:spcBef>
                <a:spcPts val="65"/>
              </a:spcBef>
            </a:pPr>
            <a:r>
              <a:rPr lang="fr-FR" sz="1200" spc="-25" dirty="0">
                <a:solidFill>
                  <a:schemeClr val="bg1"/>
                </a:solidFill>
                <a:latin typeface="Calibri"/>
                <a:cs typeface="Calibri"/>
              </a:rPr>
              <a:t>65</a:t>
            </a:r>
          </a:p>
        </p:txBody>
      </p:sp>
      <p:sp>
        <p:nvSpPr>
          <p:cNvPr id="2" name="object 15">
            <a:extLst>
              <a:ext uri="{FF2B5EF4-FFF2-40B4-BE49-F238E27FC236}">
                <a16:creationId xmlns:a16="http://schemas.microsoft.com/office/drawing/2014/main" id="{FDFE8083-C0ED-8C09-B13A-AFE5844DBEFF}"/>
              </a:ext>
            </a:extLst>
          </p:cNvPr>
          <p:cNvSpPr txBox="1"/>
          <p:nvPr/>
        </p:nvSpPr>
        <p:spPr>
          <a:xfrm>
            <a:off x="412750" y="196850"/>
            <a:ext cx="203200" cy="328295"/>
          </a:xfrm>
          <a:prstGeom prst="rect">
            <a:avLst/>
          </a:prstGeom>
        </p:spPr>
        <p:txBody>
          <a:bodyPr vert="horz" wrap="square" lIns="0" tIns="17145" rIns="0" bIns="0" rtlCol="0">
            <a:spAutoFit/>
          </a:bodyPr>
          <a:lstStyle/>
          <a:p>
            <a:pPr marL="12700">
              <a:lnSpc>
                <a:spcPct val="100000"/>
              </a:lnSpc>
              <a:spcBef>
                <a:spcPts val="135"/>
              </a:spcBef>
            </a:pPr>
            <a:r>
              <a:rPr lang="fr-FR" sz="2000" dirty="0"/>
              <a:t>🚀</a:t>
            </a:r>
            <a:endParaRPr sz="1950" dirty="0">
              <a:latin typeface="Calibri"/>
              <a:cs typeface="Calibri"/>
            </a:endParaRPr>
          </a:p>
        </p:txBody>
      </p:sp>
    </p:spTree>
    <p:extLst>
      <p:ext uri="{BB962C8B-B14F-4D97-AF65-F5344CB8AC3E}">
        <p14:creationId xmlns:p14="http://schemas.microsoft.com/office/powerpoint/2010/main" val="349254326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C4B55-0860-637E-D1EE-36EA9F004732}"/>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0966C363-7985-0858-66E7-42C1FA7D2C8D}"/>
              </a:ext>
            </a:extLst>
          </p:cNvPr>
          <p:cNvGrpSpPr/>
          <p:nvPr/>
        </p:nvGrpSpPr>
        <p:grpSpPr>
          <a:xfrm>
            <a:off x="-4762" y="-4762"/>
            <a:ext cx="3516312" cy="7566025"/>
            <a:chOff x="-4762" y="-4762"/>
            <a:chExt cx="4894580" cy="7566025"/>
          </a:xfrm>
          <a:solidFill>
            <a:schemeClr val="tx2">
              <a:lumMod val="75000"/>
            </a:schemeClr>
          </a:solidFill>
        </p:grpSpPr>
        <p:sp>
          <p:nvSpPr>
            <p:cNvPr id="3" name="object 3">
              <a:extLst>
                <a:ext uri="{FF2B5EF4-FFF2-40B4-BE49-F238E27FC236}">
                  <a16:creationId xmlns:a16="http://schemas.microsoft.com/office/drawing/2014/main" id="{660CF75C-2C89-783F-F633-16B624E686BF}"/>
                </a:ext>
              </a:extLst>
            </p:cNvPr>
            <p:cNvSpPr/>
            <p:nvPr/>
          </p:nvSpPr>
          <p:spPr>
            <a:xfrm>
              <a:off x="0" y="0"/>
              <a:ext cx="4885055" cy="7556500"/>
            </a:xfrm>
            <a:custGeom>
              <a:avLst/>
              <a:gdLst/>
              <a:ahLst/>
              <a:cxnLst/>
              <a:rect l="l" t="t" r="r" b="b"/>
              <a:pathLst>
                <a:path w="4885055" h="7556500">
                  <a:moveTo>
                    <a:pt x="0" y="0"/>
                  </a:moveTo>
                  <a:lnTo>
                    <a:pt x="4885024" y="0"/>
                  </a:lnTo>
                  <a:lnTo>
                    <a:pt x="4885024" y="7556499"/>
                  </a:lnTo>
                  <a:lnTo>
                    <a:pt x="0" y="7556499"/>
                  </a:lnTo>
                  <a:lnTo>
                    <a:pt x="0" y="0"/>
                  </a:lnTo>
                  <a:close/>
                </a:path>
              </a:pathLst>
            </a:custGeom>
            <a:grpFill/>
            <a:ln>
              <a:solidFill>
                <a:schemeClr val="accent5">
                  <a:lumMod val="50000"/>
                </a:schemeClr>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 name="object 4">
              <a:extLst>
                <a:ext uri="{FF2B5EF4-FFF2-40B4-BE49-F238E27FC236}">
                  <a16:creationId xmlns:a16="http://schemas.microsoft.com/office/drawing/2014/main" id="{BB65CDF0-2C7F-6E12-1410-33B4934A7D9B}"/>
                </a:ext>
              </a:extLst>
            </p:cNvPr>
            <p:cNvSpPr/>
            <p:nvPr/>
          </p:nvSpPr>
          <p:spPr>
            <a:xfrm>
              <a:off x="0" y="0"/>
              <a:ext cx="4885055" cy="7556500"/>
            </a:xfrm>
            <a:custGeom>
              <a:avLst/>
              <a:gdLst/>
              <a:ahLst/>
              <a:cxnLst/>
              <a:rect l="l" t="t" r="r" b="b"/>
              <a:pathLst>
                <a:path w="4885055" h="7556500">
                  <a:moveTo>
                    <a:pt x="0" y="0"/>
                  </a:moveTo>
                  <a:lnTo>
                    <a:pt x="4885024" y="0"/>
                  </a:lnTo>
                  <a:lnTo>
                    <a:pt x="4885024" y="7556499"/>
                  </a:lnTo>
                </a:path>
                <a:path w="4885055" h="7556500">
                  <a:moveTo>
                    <a:pt x="0" y="7556499"/>
                  </a:moveTo>
                  <a:lnTo>
                    <a:pt x="0" y="0"/>
                  </a:lnTo>
                </a:path>
              </a:pathLst>
            </a:custGeom>
            <a:grpFill/>
            <a:ln w="9524">
              <a:solidFill>
                <a:schemeClr val="accent5">
                  <a:lumMod val="50000"/>
                </a:schemeClr>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5" name="object 5">
            <a:extLst>
              <a:ext uri="{FF2B5EF4-FFF2-40B4-BE49-F238E27FC236}">
                <a16:creationId xmlns:a16="http://schemas.microsoft.com/office/drawing/2014/main" id="{9458F046-21F1-2FCE-A3B7-D09EA514CD11}"/>
              </a:ext>
            </a:extLst>
          </p:cNvPr>
          <p:cNvSpPr txBox="1"/>
          <p:nvPr/>
        </p:nvSpPr>
        <p:spPr>
          <a:xfrm>
            <a:off x="234950" y="882595"/>
            <a:ext cx="3188210" cy="2803524"/>
          </a:xfrm>
          <a:prstGeom prst="rect">
            <a:avLst/>
          </a:prstGeom>
        </p:spPr>
        <p:txBody>
          <a:bodyPr vert="horz" wrap="square" lIns="0" tIns="250190" rIns="0" bIns="0" rtlCol="0">
            <a:spAutoFit/>
          </a:bodyPr>
          <a:lstStyle/>
          <a:p>
            <a:pPr marL="196215" marR="0" lvl="0" indent="0" defTabSz="914400" eaLnBrk="1" fontAlgn="auto" latinLnBrk="0" hangingPunct="1">
              <a:lnSpc>
                <a:spcPct val="100000"/>
              </a:lnSpc>
              <a:spcBef>
                <a:spcPts val="1970"/>
              </a:spcBef>
              <a:spcAft>
                <a:spcPts val="0"/>
              </a:spcAft>
              <a:buClrTx/>
              <a:buSzTx/>
              <a:buFontTx/>
              <a:buNone/>
              <a:tabLst>
                <a:tab pos="708660" algn="l"/>
                <a:tab pos="1186815" algn="l"/>
              </a:tabLst>
              <a:defRPr/>
            </a:pPr>
            <a:r>
              <a:rPr kumimoji="0" sz="3600" b="0" i="0" u="none" strike="noStrike" kern="0" cap="none" spc="-25" normalizeH="0" baseline="0" noProof="0" dirty="0">
                <a:ln>
                  <a:noFill/>
                </a:ln>
                <a:solidFill>
                  <a:srgbClr val="FFFFFF"/>
                </a:solidFill>
                <a:effectLst/>
                <a:uLnTx/>
                <a:uFillTx/>
                <a:latin typeface="Calibri"/>
                <a:cs typeface="Calibri"/>
              </a:rPr>
              <a:t>//</a:t>
            </a:r>
            <a:r>
              <a:rPr kumimoji="0" sz="3600" b="0" i="0" u="none" strike="noStrike" kern="0" cap="none" spc="0" normalizeH="0" baseline="0" noProof="0" dirty="0">
                <a:ln>
                  <a:noFill/>
                </a:ln>
                <a:solidFill>
                  <a:srgbClr val="FFFFFF"/>
                </a:solidFill>
                <a:effectLst/>
                <a:uLnTx/>
                <a:uFillTx/>
                <a:latin typeface="Calibri"/>
                <a:cs typeface="Calibri"/>
              </a:rPr>
              <a:t>	</a:t>
            </a:r>
            <a:r>
              <a:rPr lang="fr-FR" sz="5400" b="1" spc="315" baseline="2314" dirty="0">
                <a:solidFill>
                  <a:srgbClr val="FFFFFF"/>
                </a:solidFill>
                <a:latin typeface="Calibri"/>
                <a:cs typeface="Calibri"/>
              </a:rPr>
              <a:t>E</a:t>
            </a:r>
            <a:r>
              <a:rPr kumimoji="0" sz="5400" b="1" i="0" u="none" strike="noStrike" kern="0" cap="none" spc="0" normalizeH="0" baseline="2314" noProof="0" dirty="0">
                <a:ln>
                  <a:noFill/>
                </a:ln>
                <a:solidFill>
                  <a:srgbClr val="FFFFFF"/>
                </a:solidFill>
                <a:effectLst/>
                <a:uLnTx/>
                <a:uFillTx/>
                <a:latin typeface="Calibri"/>
                <a:cs typeface="Calibri"/>
              </a:rPr>
              <a:t>	</a:t>
            </a:r>
            <a:r>
              <a:rPr kumimoji="0" sz="3600" b="0" i="0" u="none" strike="noStrike" kern="0" cap="none" spc="-25" normalizeH="0" baseline="0" noProof="0" dirty="0">
                <a:ln>
                  <a:noFill/>
                </a:ln>
                <a:solidFill>
                  <a:srgbClr val="FFFFFF"/>
                </a:solidFill>
                <a:effectLst/>
                <a:uLnTx/>
                <a:uFillTx/>
                <a:latin typeface="Calibri"/>
                <a:cs typeface="Calibri"/>
              </a:rPr>
              <a:t>//</a:t>
            </a:r>
            <a:endParaRPr kumimoji="0" sz="3600" b="0" i="0" u="none" strike="noStrike" kern="0" cap="none" spc="0" normalizeH="0" baseline="0" noProof="0" dirty="0">
              <a:ln>
                <a:noFill/>
              </a:ln>
              <a:solidFill>
                <a:sysClr val="windowText" lastClr="000000"/>
              </a:solidFill>
              <a:effectLst/>
              <a:uLnTx/>
              <a:uFillTx/>
              <a:latin typeface="Calibri"/>
              <a:cs typeface="Calibri"/>
            </a:endParaRPr>
          </a:p>
          <a:p>
            <a:pPr marL="12700" marR="0" lvl="0" indent="0" defTabSz="914400" eaLnBrk="1" fontAlgn="auto" latinLnBrk="0" hangingPunct="1">
              <a:lnSpc>
                <a:spcPct val="100000"/>
              </a:lnSpc>
              <a:spcBef>
                <a:spcPts val="1875"/>
              </a:spcBef>
              <a:spcAft>
                <a:spcPts val="0"/>
              </a:spcAft>
              <a:buClrTx/>
              <a:buSzTx/>
              <a:buFontTx/>
              <a:buNone/>
              <a:tabLst/>
              <a:defRPr/>
            </a:pPr>
            <a:r>
              <a:rPr kumimoji="0" sz="3600" b="1" i="0" u="none" strike="noStrike" kern="0" cap="none" spc="375" normalizeH="0" baseline="0" noProof="0" dirty="0">
                <a:ln>
                  <a:noFill/>
                </a:ln>
                <a:solidFill>
                  <a:srgbClr val="FFFFFF"/>
                </a:solidFill>
                <a:effectLst/>
                <a:uLnTx/>
                <a:uFillTx/>
                <a:latin typeface="Calibri"/>
                <a:cs typeface="Calibri"/>
              </a:rPr>
              <a:t>MODULE</a:t>
            </a:r>
            <a:r>
              <a:rPr kumimoji="0" sz="3600" b="1" i="0" u="none" strike="noStrike" kern="0" cap="none" spc="185" normalizeH="0" baseline="0" noProof="0" dirty="0">
                <a:ln>
                  <a:noFill/>
                </a:ln>
                <a:solidFill>
                  <a:srgbClr val="FFFFFF"/>
                </a:solidFill>
                <a:effectLst/>
                <a:uLnTx/>
                <a:uFillTx/>
                <a:latin typeface="Calibri"/>
                <a:cs typeface="Calibri"/>
              </a:rPr>
              <a:t> </a:t>
            </a:r>
            <a:r>
              <a:rPr lang="fr-FR" sz="3600" b="1" spc="160" dirty="0">
                <a:solidFill>
                  <a:srgbClr val="FFFFFF"/>
                </a:solidFill>
                <a:latin typeface="Calibri"/>
                <a:cs typeface="Calibri"/>
              </a:rPr>
              <a:t>5</a:t>
            </a:r>
            <a:r>
              <a:rPr kumimoji="0" sz="3600" b="1" i="0" u="none" strike="noStrike" kern="0" cap="none" spc="190" normalizeH="0" baseline="0" noProof="0" dirty="0">
                <a:ln>
                  <a:noFill/>
                </a:ln>
                <a:solidFill>
                  <a:srgbClr val="FFFFFF"/>
                </a:solidFill>
                <a:effectLst/>
                <a:uLnTx/>
                <a:uFillTx/>
                <a:latin typeface="Calibri"/>
                <a:cs typeface="Calibri"/>
              </a:rPr>
              <a:t> </a:t>
            </a:r>
            <a:r>
              <a:rPr kumimoji="0" sz="3600" b="1" i="0" u="none" strike="noStrike" kern="0" cap="none" spc="310" normalizeH="0" baseline="0" noProof="0" dirty="0">
                <a:ln>
                  <a:noFill/>
                </a:ln>
                <a:solidFill>
                  <a:srgbClr val="FFFFFF"/>
                </a:solidFill>
                <a:effectLst/>
                <a:uLnTx/>
                <a:uFillTx/>
                <a:latin typeface="Calibri"/>
                <a:cs typeface="Calibri"/>
              </a:rPr>
              <a:t>-</a:t>
            </a:r>
            <a:endParaRPr kumimoji="0" sz="3600" b="0" i="0" u="none" strike="noStrike" kern="0" cap="none" spc="0" normalizeH="0" baseline="0" noProof="0" dirty="0">
              <a:ln>
                <a:noFill/>
              </a:ln>
              <a:solidFill>
                <a:sysClr val="windowText" lastClr="000000"/>
              </a:solidFill>
              <a:effectLst/>
              <a:uLnTx/>
              <a:uFillTx/>
              <a:latin typeface="Calibri"/>
              <a:cs typeface="Calibri"/>
            </a:endParaRPr>
          </a:p>
          <a:p>
            <a:pPr marL="12700" marR="878205" lvl="0" indent="0" defTabSz="914400" eaLnBrk="1" fontAlgn="auto" latinLnBrk="0" hangingPunct="1">
              <a:lnSpc>
                <a:spcPct val="100699"/>
              </a:lnSpc>
              <a:spcBef>
                <a:spcPts val="0"/>
              </a:spcBef>
              <a:spcAft>
                <a:spcPts val="0"/>
              </a:spcAft>
              <a:buClrTx/>
              <a:buSzTx/>
              <a:buFontTx/>
              <a:buNone/>
              <a:tabLst/>
              <a:defRPr/>
            </a:pPr>
            <a:r>
              <a:rPr kumimoji="0" lang="fr-FR" sz="2600" b="1" i="0" u="none" strike="noStrike" kern="0" cap="none" spc="215" normalizeH="0" baseline="0" noProof="0" dirty="0">
                <a:ln>
                  <a:noFill/>
                </a:ln>
                <a:solidFill>
                  <a:srgbClr val="FFFFFF"/>
                </a:solidFill>
                <a:effectLst/>
                <a:uLnTx/>
                <a:uFillTx/>
                <a:latin typeface="Calibri"/>
                <a:cs typeface="Calibri"/>
              </a:rPr>
              <a:t>Configuration avancée des pipelines</a:t>
            </a:r>
            <a:endParaRPr kumimoji="0" sz="2600" b="0" i="0" u="none" strike="noStrike" kern="0" cap="none" spc="0" normalizeH="0" baseline="0" noProof="0" dirty="0">
              <a:ln>
                <a:noFill/>
              </a:ln>
              <a:solidFill>
                <a:sysClr val="windowText" lastClr="000000"/>
              </a:solidFill>
              <a:effectLst/>
              <a:uLnTx/>
              <a:uFillTx/>
              <a:latin typeface="Calibri"/>
              <a:cs typeface="Calibri"/>
            </a:endParaRPr>
          </a:p>
        </p:txBody>
      </p:sp>
      <p:sp>
        <p:nvSpPr>
          <p:cNvPr id="6" name="object 6">
            <a:extLst>
              <a:ext uri="{FF2B5EF4-FFF2-40B4-BE49-F238E27FC236}">
                <a16:creationId xmlns:a16="http://schemas.microsoft.com/office/drawing/2014/main" id="{009C22C4-A278-9525-EBFB-5B070438D477}"/>
              </a:ext>
            </a:extLst>
          </p:cNvPr>
          <p:cNvSpPr txBox="1"/>
          <p:nvPr/>
        </p:nvSpPr>
        <p:spPr>
          <a:xfrm>
            <a:off x="4224094" y="1094705"/>
            <a:ext cx="5383456" cy="397545"/>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lang="fr-FR" sz="2500" b="1" i="0" u="none" strike="noStrike" kern="0" cap="none" spc="135" normalizeH="0" baseline="0" noProof="0" dirty="0">
                <a:ln>
                  <a:noFill/>
                </a:ln>
                <a:solidFill>
                  <a:srgbClr val="164052"/>
                </a:solidFill>
                <a:effectLst/>
                <a:uLnTx/>
                <a:uFillTx/>
                <a:latin typeface="Calibri"/>
                <a:cs typeface="Calibri"/>
              </a:rPr>
              <a:t>Plugins Jenkins</a:t>
            </a:r>
          </a:p>
        </p:txBody>
      </p:sp>
      <p:grpSp>
        <p:nvGrpSpPr>
          <p:cNvPr id="7" name="object 7">
            <a:extLst>
              <a:ext uri="{FF2B5EF4-FFF2-40B4-BE49-F238E27FC236}">
                <a16:creationId xmlns:a16="http://schemas.microsoft.com/office/drawing/2014/main" id="{9DB92FD0-2B27-6F52-FCD9-27710AFAE3E5}"/>
              </a:ext>
            </a:extLst>
          </p:cNvPr>
          <p:cNvGrpSpPr/>
          <p:nvPr/>
        </p:nvGrpSpPr>
        <p:grpSpPr>
          <a:xfrm>
            <a:off x="3274653" y="1023295"/>
            <a:ext cx="462915" cy="462915"/>
            <a:chOff x="4635613" y="2004242"/>
            <a:chExt cx="462915" cy="462915"/>
          </a:xfrm>
        </p:grpSpPr>
        <p:sp>
          <p:nvSpPr>
            <p:cNvPr id="8" name="object 8">
              <a:extLst>
                <a:ext uri="{FF2B5EF4-FFF2-40B4-BE49-F238E27FC236}">
                  <a16:creationId xmlns:a16="http://schemas.microsoft.com/office/drawing/2014/main" id="{BE070AB8-FE5C-3D60-D5B8-B4F844DD2C22}"/>
                </a:ext>
              </a:extLst>
            </p:cNvPr>
            <p:cNvSpPr/>
            <p:nvPr/>
          </p:nvSpPr>
          <p:spPr>
            <a:xfrm>
              <a:off x="4649901" y="2018530"/>
              <a:ext cx="434340" cy="434340"/>
            </a:xfrm>
            <a:custGeom>
              <a:avLst/>
              <a:gdLst/>
              <a:ahLst/>
              <a:cxnLst/>
              <a:rect l="l" t="t" r="r" b="b"/>
              <a:pathLst>
                <a:path w="434339" h="434339">
                  <a:moveTo>
                    <a:pt x="217067" y="434134"/>
                  </a:moveTo>
                  <a:lnTo>
                    <a:pt x="167295" y="428402"/>
                  </a:lnTo>
                  <a:lnTo>
                    <a:pt x="121606" y="412072"/>
                  </a:lnTo>
                  <a:lnTo>
                    <a:pt x="81302" y="386447"/>
                  </a:lnTo>
                  <a:lnTo>
                    <a:pt x="47687" y="352832"/>
                  </a:lnTo>
                  <a:lnTo>
                    <a:pt x="22062" y="312528"/>
                  </a:lnTo>
                  <a:lnTo>
                    <a:pt x="5732" y="266839"/>
                  </a:lnTo>
                  <a:lnTo>
                    <a:pt x="0" y="217067"/>
                  </a:lnTo>
                  <a:lnTo>
                    <a:pt x="5732" y="167296"/>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4"/>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9">
              <a:extLst>
                <a:ext uri="{FF2B5EF4-FFF2-40B4-BE49-F238E27FC236}">
                  <a16:creationId xmlns:a16="http://schemas.microsoft.com/office/drawing/2014/main" id="{36E2C32B-A6E7-9E43-5A9C-02B79C55593A}"/>
                </a:ext>
              </a:extLst>
            </p:cNvPr>
            <p:cNvSpPr/>
            <p:nvPr/>
          </p:nvSpPr>
          <p:spPr>
            <a:xfrm>
              <a:off x="4649901" y="2018530"/>
              <a:ext cx="434340" cy="434340"/>
            </a:xfrm>
            <a:custGeom>
              <a:avLst/>
              <a:gdLst/>
              <a:ahLst/>
              <a:cxnLst/>
              <a:rect l="l" t="t" r="r" b="b"/>
              <a:pathLst>
                <a:path w="434339" h="434339">
                  <a:moveTo>
                    <a:pt x="0" y="217067"/>
                  </a:moveTo>
                  <a:lnTo>
                    <a:pt x="5732" y="167296"/>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4"/>
                  </a:lnTo>
                  <a:lnTo>
                    <a:pt x="167295" y="428402"/>
                  </a:lnTo>
                  <a:lnTo>
                    <a:pt x="121606" y="412072"/>
                  </a:lnTo>
                  <a:lnTo>
                    <a:pt x="81302" y="386447"/>
                  </a:lnTo>
                  <a:lnTo>
                    <a:pt x="47687" y="352832"/>
                  </a:lnTo>
                  <a:lnTo>
                    <a:pt x="22062" y="312528"/>
                  </a:lnTo>
                  <a:lnTo>
                    <a:pt x="5732" y="266839"/>
                  </a:lnTo>
                  <a:lnTo>
                    <a:pt x="0" y="217067"/>
                  </a:lnTo>
                  <a:close/>
                </a:path>
              </a:pathLst>
            </a:custGeom>
            <a:ln w="28574">
              <a:solidFill>
                <a:srgbClr val="8CB93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0" name="object 10">
            <a:extLst>
              <a:ext uri="{FF2B5EF4-FFF2-40B4-BE49-F238E27FC236}">
                <a16:creationId xmlns:a16="http://schemas.microsoft.com/office/drawing/2014/main" id="{6DF78788-28C2-F96F-B882-CEED63BFF129}"/>
              </a:ext>
            </a:extLst>
          </p:cNvPr>
          <p:cNvSpPr txBox="1"/>
          <p:nvPr/>
        </p:nvSpPr>
        <p:spPr>
          <a:xfrm>
            <a:off x="3423160" y="1079456"/>
            <a:ext cx="166370" cy="328295"/>
          </a:xfrm>
          <a:prstGeom prst="rect">
            <a:avLst/>
          </a:prstGeom>
        </p:spPr>
        <p:txBody>
          <a:bodyPr vert="horz" wrap="square" lIns="0" tIns="17145" rIns="0" bIns="0" rtlCol="0">
            <a:spAutoFit/>
          </a:bodyPr>
          <a:lstStyle/>
          <a:p>
            <a:pPr marL="12700" marR="0" lvl="0" indent="0" defTabSz="914400" eaLnBrk="1" fontAlgn="auto" latinLnBrk="0" hangingPunct="1">
              <a:lnSpc>
                <a:spcPct val="100000"/>
              </a:lnSpc>
              <a:spcBef>
                <a:spcPts val="135"/>
              </a:spcBef>
              <a:spcAft>
                <a:spcPts val="0"/>
              </a:spcAft>
              <a:buClrTx/>
              <a:buSzTx/>
              <a:buFontTx/>
              <a:buNone/>
              <a:tabLst/>
              <a:defRPr/>
            </a:pPr>
            <a:r>
              <a:rPr kumimoji="0" lang="fr-FR" sz="1950" b="1" i="0" u="none" strike="noStrike" kern="0" cap="none" spc="55" normalizeH="0" baseline="0" noProof="0" dirty="0">
                <a:ln>
                  <a:noFill/>
                </a:ln>
                <a:solidFill>
                  <a:srgbClr val="8CB939"/>
                </a:solidFill>
                <a:effectLst/>
                <a:uLnTx/>
                <a:uFillTx/>
                <a:latin typeface="Calibri"/>
                <a:cs typeface="Calibri"/>
              </a:rPr>
              <a:t>1</a:t>
            </a:r>
            <a:endParaRPr kumimoji="0" sz="1950" b="0" i="0" u="none" strike="noStrike" kern="0" cap="none" spc="0" normalizeH="0" baseline="0" noProof="0" dirty="0">
              <a:ln>
                <a:noFill/>
              </a:ln>
              <a:solidFill>
                <a:sysClr val="windowText" lastClr="000000"/>
              </a:solidFill>
              <a:effectLst/>
              <a:uLnTx/>
              <a:uFillTx/>
              <a:latin typeface="Calibri"/>
              <a:cs typeface="Calibri"/>
            </a:endParaRPr>
          </a:p>
        </p:txBody>
      </p:sp>
      <p:grpSp>
        <p:nvGrpSpPr>
          <p:cNvPr id="21" name="object 21">
            <a:extLst>
              <a:ext uri="{FF2B5EF4-FFF2-40B4-BE49-F238E27FC236}">
                <a16:creationId xmlns:a16="http://schemas.microsoft.com/office/drawing/2014/main" id="{4597D212-69B3-5380-963A-15A73E20E09A}"/>
              </a:ext>
            </a:extLst>
          </p:cNvPr>
          <p:cNvGrpSpPr/>
          <p:nvPr/>
        </p:nvGrpSpPr>
        <p:grpSpPr>
          <a:xfrm>
            <a:off x="3274653" y="2477135"/>
            <a:ext cx="462915" cy="462915"/>
            <a:chOff x="4635613" y="4245542"/>
            <a:chExt cx="462915" cy="462915"/>
          </a:xfrm>
        </p:grpSpPr>
        <p:sp>
          <p:nvSpPr>
            <p:cNvPr id="22" name="object 22">
              <a:extLst>
                <a:ext uri="{FF2B5EF4-FFF2-40B4-BE49-F238E27FC236}">
                  <a16:creationId xmlns:a16="http://schemas.microsoft.com/office/drawing/2014/main" id="{0DAC67D7-0D12-B27D-1D6F-F9F2A94DE24E}"/>
                </a:ext>
              </a:extLst>
            </p:cNvPr>
            <p:cNvSpPr/>
            <p:nvPr/>
          </p:nvSpPr>
          <p:spPr>
            <a:xfrm>
              <a:off x="4649901" y="4259829"/>
              <a:ext cx="434340" cy="434340"/>
            </a:xfrm>
            <a:custGeom>
              <a:avLst/>
              <a:gdLst/>
              <a:ahLst/>
              <a:cxnLst/>
              <a:rect l="l" t="t" r="r" b="b"/>
              <a:pathLst>
                <a:path w="434339" h="434339">
                  <a:moveTo>
                    <a:pt x="217067" y="434135"/>
                  </a:moveTo>
                  <a:lnTo>
                    <a:pt x="167295" y="428402"/>
                  </a:lnTo>
                  <a:lnTo>
                    <a:pt x="121606" y="412072"/>
                  </a:lnTo>
                  <a:lnTo>
                    <a:pt x="81302" y="386447"/>
                  </a:lnTo>
                  <a:lnTo>
                    <a:pt x="47687" y="352832"/>
                  </a:lnTo>
                  <a:lnTo>
                    <a:pt x="22062" y="312528"/>
                  </a:lnTo>
                  <a:lnTo>
                    <a:pt x="5732" y="266839"/>
                  </a:lnTo>
                  <a:lnTo>
                    <a:pt x="0" y="217067"/>
                  </a:ln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3" name="object 23">
              <a:extLst>
                <a:ext uri="{FF2B5EF4-FFF2-40B4-BE49-F238E27FC236}">
                  <a16:creationId xmlns:a16="http://schemas.microsoft.com/office/drawing/2014/main" id="{741BCA87-FD99-87AE-9EE4-9D71EE4F1C0B}"/>
                </a:ext>
              </a:extLst>
            </p:cNvPr>
            <p:cNvSpPr/>
            <p:nvPr/>
          </p:nvSpPr>
          <p:spPr>
            <a:xfrm>
              <a:off x="4649901" y="4259829"/>
              <a:ext cx="434340" cy="434340"/>
            </a:xfrm>
            <a:custGeom>
              <a:avLst/>
              <a:gdLst/>
              <a:ahLst/>
              <a:cxnLst/>
              <a:rect l="l" t="t" r="r" b="b"/>
              <a:pathLst>
                <a:path w="434339" h="434339">
                  <a:moveTo>
                    <a:pt x="0" y="217067"/>
                  </a:move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lnTo>
                    <a:pt x="167295" y="428402"/>
                  </a:lnTo>
                  <a:lnTo>
                    <a:pt x="121606" y="412072"/>
                  </a:lnTo>
                  <a:lnTo>
                    <a:pt x="81302" y="386447"/>
                  </a:lnTo>
                  <a:lnTo>
                    <a:pt x="47687" y="352832"/>
                  </a:lnTo>
                  <a:lnTo>
                    <a:pt x="22062" y="312528"/>
                  </a:lnTo>
                  <a:lnTo>
                    <a:pt x="5732" y="266839"/>
                  </a:lnTo>
                  <a:lnTo>
                    <a:pt x="0" y="217067"/>
                  </a:lnTo>
                  <a:close/>
                </a:path>
              </a:pathLst>
            </a:custGeom>
            <a:ln w="28574">
              <a:solidFill>
                <a:srgbClr val="8CB93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4" name="object 24">
            <a:extLst>
              <a:ext uri="{FF2B5EF4-FFF2-40B4-BE49-F238E27FC236}">
                <a16:creationId xmlns:a16="http://schemas.microsoft.com/office/drawing/2014/main" id="{6E298300-0FAA-47CD-FA8E-20D16137484E}"/>
              </a:ext>
            </a:extLst>
          </p:cNvPr>
          <p:cNvSpPr txBox="1"/>
          <p:nvPr/>
        </p:nvSpPr>
        <p:spPr>
          <a:xfrm>
            <a:off x="3423160" y="2533296"/>
            <a:ext cx="166370" cy="328295"/>
          </a:xfrm>
          <a:prstGeom prst="rect">
            <a:avLst/>
          </a:prstGeom>
        </p:spPr>
        <p:txBody>
          <a:bodyPr vert="horz" wrap="square" lIns="0" tIns="17145" rIns="0" bIns="0" rtlCol="0">
            <a:spAutoFit/>
          </a:bodyPr>
          <a:lstStyle/>
          <a:p>
            <a:pPr marL="12700" marR="0" lvl="0" indent="0" defTabSz="914400" eaLnBrk="1" fontAlgn="auto" latinLnBrk="0" hangingPunct="1">
              <a:lnSpc>
                <a:spcPct val="100000"/>
              </a:lnSpc>
              <a:spcBef>
                <a:spcPts val="135"/>
              </a:spcBef>
              <a:spcAft>
                <a:spcPts val="0"/>
              </a:spcAft>
              <a:buClrTx/>
              <a:buSzTx/>
              <a:buFontTx/>
              <a:buNone/>
              <a:tabLst/>
              <a:defRPr/>
            </a:pPr>
            <a:r>
              <a:rPr kumimoji="0" lang="fr-FR" sz="1950" b="1" i="0" u="none" strike="noStrike" kern="0" cap="none" spc="55" normalizeH="0" baseline="0" noProof="0" dirty="0">
                <a:ln>
                  <a:noFill/>
                </a:ln>
                <a:solidFill>
                  <a:srgbClr val="8CB939"/>
                </a:solidFill>
                <a:effectLst/>
                <a:uLnTx/>
                <a:uFillTx/>
                <a:latin typeface="Calibri"/>
                <a:cs typeface="Calibri"/>
              </a:rPr>
              <a:t>2</a:t>
            </a:r>
            <a:endParaRPr kumimoji="0" sz="1950" b="0" i="0" u="none" strike="noStrike" kern="0" cap="none" spc="0" normalizeH="0" baseline="0" noProof="0" dirty="0">
              <a:ln>
                <a:noFill/>
              </a:ln>
              <a:solidFill>
                <a:sysClr val="windowText" lastClr="000000"/>
              </a:solidFill>
              <a:effectLst/>
              <a:uLnTx/>
              <a:uFillTx/>
              <a:latin typeface="Calibri"/>
              <a:cs typeface="Calibri"/>
            </a:endParaRPr>
          </a:p>
        </p:txBody>
      </p:sp>
      <p:sp>
        <p:nvSpPr>
          <p:cNvPr id="25" name="object 25">
            <a:extLst>
              <a:ext uri="{FF2B5EF4-FFF2-40B4-BE49-F238E27FC236}">
                <a16:creationId xmlns:a16="http://schemas.microsoft.com/office/drawing/2014/main" id="{F6DE4CEF-36A9-BA9C-717E-AECA4CFE7996}"/>
              </a:ext>
            </a:extLst>
          </p:cNvPr>
          <p:cNvSpPr txBox="1"/>
          <p:nvPr/>
        </p:nvSpPr>
        <p:spPr>
          <a:xfrm>
            <a:off x="4208331" y="2526698"/>
            <a:ext cx="6472369" cy="78226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fr-FR" sz="2500" b="1" i="0" u="none" strike="noStrike" kern="0" cap="none" spc="200" normalizeH="0" baseline="0" noProof="0" dirty="0">
                <a:ln>
                  <a:noFill/>
                </a:ln>
                <a:solidFill>
                  <a:srgbClr val="164052"/>
                </a:solidFill>
                <a:effectLst/>
                <a:uLnTx/>
                <a:uFillTx/>
                <a:latin typeface="Calibri"/>
                <a:cs typeface="Calibri"/>
              </a:rPr>
              <a:t>Paramètres et variables d’environnement</a:t>
            </a:r>
          </a:p>
        </p:txBody>
      </p:sp>
      <p:sp>
        <p:nvSpPr>
          <p:cNvPr id="36" name="TextBox 35">
            <a:extLst>
              <a:ext uri="{FF2B5EF4-FFF2-40B4-BE49-F238E27FC236}">
                <a16:creationId xmlns:a16="http://schemas.microsoft.com/office/drawing/2014/main" id="{624AAA45-F734-6A1A-1440-CF96ED58B3CB}"/>
              </a:ext>
            </a:extLst>
          </p:cNvPr>
          <p:cNvSpPr txBox="1"/>
          <p:nvPr/>
        </p:nvSpPr>
        <p:spPr>
          <a:xfrm>
            <a:off x="9988550" y="7158851"/>
            <a:ext cx="5339166" cy="276999"/>
          </a:xfrm>
          <a:prstGeom prst="rect">
            <a:avLst/>
          </a:prstGeom>
          <a:noFill/>
        </p:spPr>
        <p:txBody>
          <a:bodyPr wrap="square">
            <a:spAutoFit/>
          </a:bodyPr>
          <a:lstStyle/>
          <a:p>
            <a:pPr marL="80010" marR="0" lvl="0" indent="0" defTabSz="914400" eaLnBrk="1" fontAlgn="auto" latinLnBrk="0" hangingPunct="1">
              <a:lnSpc>
                <a:spcPct val="100000"/>
              </a:lnSpc>
              <a:spcBef>
                <a:spcPts val="65"/>
              </a:spcBef>
              <a:spcAft>
                <a:spcPts val="0"/>
              </a:spcAft>
              <a:buClrTx/>
              <a:buSzTx/>
              <a:buFontTx/>
              <a:buNone/>
              <a:tabLst/>
              <a:defRPr/>
            </a:pPr>
            <a:fld id="{81D60167-4931-47E6-BA6A-407CBD079E47}" type="slidenum">
              <a:rPr kumimoji="0" lang="fr-FR" sz="1200" b="0" i="0" u="none" strike="noStrike" kern="0" cap="none" spc="-25" normalizeH="0" baseline="0" noProof="0" smtClean="0">
                <a:ln>
                  <a:noFill/>
                </a:ln>
                <a:solidFill>
                  <a:prstClr val="white"/>
                </a:solidFill>
                <a:effectLst/>
                <a:uLnTx/>
                <a:uFillTx/>
                <a:latin typeface="Calibri"/>
                <a:cs typeface="Calibri"/>
              </a:rPr>
              <a:pPr marL="80010" marR="0" lvl="0" indent="0" defTabSz="914400" eaLnBrk="1" fontAlgn="auto" latinLnBrk="0" hangingPunct="1">
                <a:lnSpc>
                  <a:spcPct val="100000"/>
                </a:lnSpc>
                <a:spcBef>
                  <a:spcPts val="65"/>
                </a:spcBef>
                <a:spcAft>
                  <a:spcPts val="0"/>
                </a:spcAft>
                <a:buClrTx/>
                <a:buSzTx/>
                <a:buFontTx/>
                <a:buNone/>
                <a:tabLst/>
                <a:defRPr/>
              </a:pPr>
              <a:t>66</a:t>
            </a:fld>
            <a:endParaRPr kumimoji="0" lang="fr-FR" sz="1200" b="0" i="0" u="none" strike="noStrike" kern="0" cap="none" spc="-25" normalizeH="0" baseline="0" noProof="0" dirty="0">
              <a:ln>
                <a:noFill/>
              </a:ln>
              <a:solidFill>
                <a:prstClr val="white"/>
              </a:solidFill>
              <a:effectLst/>
              <a:uLnTx/>
              <a:uFillTx/>
              <a:latin typeface="Calibri"/>
              <a:cs typeface="Calibri"/>
            </a:endParaRPr>
          </a:p>
        </p:txBody>
      </p:sp>
      <p:grpSp>
        <p:nvGrpSpPr>
          <p:cNvPr id="11" name="object 21">
            <a:extLst>
              <a:ext uri="{FF2B5EF4-FFF2-40B4-BE49-F238E27FC236}">
                <a16:creationId xmlns:a16="http://schemas.microsoft.com/office/drawing/2014/main" id="{970830B8-BEB1-F998-0729-A9D0055195C5}"/>
              </a:ext>
            </a:extLst>
          </p:cNvPr>
          <p:cNvGrpSpPr/>
          <p:nvPr/>
        </p:nvGrpSpPr>
        <p:grpSpPr>
          <a:xfrm>
            <a:off x="3282950" y="3924935"/>
            <a:ext cx="462915" cy="462915"/>
            <a:chOff x="4635613" y="4245542"/>
            <a:chExt cx="462915" cy="462915"/>
          </a:xfrm>
        </p:grpSpPr>
        <p:sp>
          <p:nvSpPr>
            <p:cNvPr id="12" name="object 22">
              <a:extLst>
                <a:ext uri="{FF2B5EF4-FFF2-40B4-BE49-F238E27FC236}">
                  <a16:creationId xmlns:a16="http://schemas.microsoft.com/office/drawing/2014/main" id="{BA6C6094-6019-3D9B-8AB7-CE4B63300061}"/>
                </a:ext>
              </a:extLst>
            </p:cNvPr>
            <p:cNvSpPr/>
            <p:nvPr/>
          </p:nvSpPr>
          <p:spPr>
            <a:xfrm>
              <a:off x="4649901" y="4259829"/>
              <a:ext cx="434340" cy="434340"/>
            </a:xfrm>
            <a:custGeom>
              <a:avLst/>
              <a:gdLst/>
              <a:ahLst/>
              <a:cxnLst/>
              <a:rect l="l" t="t" r="r" b="b"/>
              <a:pathLst>
                <a:path w="434339" h="434339">
                  <a:moveTo>
                    <a:pt x="217067" y="434135"/>
                  </a:moveTo>
                  <a:lnTo>
                    <a:pt x="167295" y="428402"/>
                  </a:lnTo>
                  <a:lnTo>
                    <a:pt x="121606" y="412072"/>
                  </a:lnTo>
                  <a:lnTo>
                    <a:pt x="81302" y="386447"/>
                  </a:lnTo>
                  <a:lnTo>
                    <a:pt x="47687" y="352832"/>
                  </a:lnTo>
                  <a:lnTo>
                    <a:pt x="22062" y="312528"/>
                  </a:lnTo>
                  <a:lnTo>
                    <a:pt x="5732" y="266839"/>
                  </a:lnTo>
                  <a:lnTo>
                    <a:pt x="0" y="217067"/>
                  </a:ln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3" name="object 23">
              <a:extLst>
                <a:ext uri="{FF2B5EF4-FFF2-40B4-BE49-F238E27FC236}">
                  <a16:creationId xmlns:a16="http://schemas.microsoft.com/office/drawing/2014/main" id="{344E7F87-89E2-CE5A-82E3-F19AC89F197D}"/>
                </a:ext>
              </a:extLst>
            </p:cNvPr>
            <p:cNvSpPr/>
            <p:nvPr/>
          </p:nvSpPr>
          <p:spPr>
            <a:xfrm>
              <a:off x="4649901" y="4259829"/>
              <a:ext cx="434340" cy="434340"/>
            </a:xfrm>
            <a:custGeom>
              <a:avLst/>
              <a:gdLst/>
              <a:ahLst/>
              <a:cxnLst/>
              <a:rect l="l" t="t" r="r" b="b"/>
              <a:pathLst>
                <a:path w="434339" h="434339">
                  <a:moveTo>
                    <a:pt x="0" y="217067"/>
                  </a:move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lnTo>
                    <a:pt x="167295" y="428402"/>
                  </a:lnTo>
                  <a:lnTo>
                    <a:pt x="121606" y="412072"/>
                  </a:lnTo>
                  <a:lnTo>
                    <a:pt x="81302" y="386447"/>
                  </a:lnTo>
                  <a:lnTo>
                    <a:pt x="47687" y="352832"/>
                  </a:lnTo>
                  <a:lnTo>
                    <a:pt x="22062" y="312528"/>
                  </a:lnTo>
                  <a:lnTo>
                    <a:pt x="5732" y="266839"/>
                  </a:lnTo>
                  <a:lnTo>
                    <a:pt x="0" y="217067"/>
                  </a:lnTo>
                  <a:close/>
                </a:path>
              </a:pathLst>
            </a:custGeom>
            <a:ln w="28574">
              <a:solidFill>
                <a:srgbClr val="8CB93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4" name="object 24">
            <a:extLst>
              <a:ext uri="{FF2B5EF4-FFF2-40B4-BE49-F238E27FC236}">
                <a16:creationId xmlns:a16="http://schemas.microsoft.com/office/drawing/2014/main" id="{7FA14534-2564-8520-5D85-A4C0E489E150}"/>
              </a:ext>
            </a:extLst>
          </p:cNvPr>
          <p:cNvSpPr txBox="1"/>
          <p:nvPr/>
        </p:nvSpPr>
        <p:spPr>
          <a:xfrm>
            <a:off x="3431457" y="3981096"/>
            <a:ext cx="166370" cy="328295"/>
          </a:xfrm>
          <a:prstGeom prst="rect">
            <a:avLst/>
          </a:prstGeom>
        </p:spPr>
        <p:txBody>
          <a:bodyPr vert="horz" wrap="square" lIns="0" tIns="17145" rIns="0" bIns="0" rtlCol="0">
            <a:spAutoFit/>
          </a:bodyPr>
          <a:lstStyle/>
          <a:p>
            <a:pPr marL="12700" marR="0" lvl="0" indent="0" defTabSz="914400" eaLnBrk="1" fontAlgn="auto" latinLnBrk="0" hangingPunct="1">
              <a:lnSpc>
                <a:spcPct val="100000"/>
              </a:lnSpc>
              <a:spcBef>
                <a:spcPts val="135"/>
              </a:spcBef>
              <a:spcAft>
                <a:spcPts val="0"/>
              </a:spcAft>
              <a:buClrTx/>
              <a:buSzTx/>
              <a:buFontTx/>
              <a:buNone/>
              <a:tabLst/>
              <a:defRPr/>
            </a:pPr>
            <a:r>
              <a:rPr kumimoji="0" lang="fr-FR" sz="1950" b="1" i="0" u="none" strike="noStrike" kern="0" cap="none" spc="55" normalizeH="0" baseline="0" noProof="0" dirty="0">
                <a:ln>
                  <a:noFill/>
                </a:ln>
                <a:solidFill>
                  <a:srgbClr val="8CB939"/>
                </a:solidFill>
                <a:effectLst/>
                <a:uLnTx/>
                <a:uFillTx/>
                <a:latin typeface="Calibri"/>
                <a:cs typeface="Calibri"/>
              </a:rPr>
              <a:t>3</a:t>
            </a:r>
            <a:endParaRPr kumimoji="0" sz="1950" b="0" i="0" u="none" strike="noStrike" kern="0" cap="none" spc="0" normalizeH="0" baseline="0" noProof="0" dirty="0">
              <a:ln>
                <a:noFill/>
              </a:ln>
              <a:solidFill>
                <a:sysClr val="windowText" lastClr="000000"/>
              </a:solidFill>
              <a:effectLst/>
              <a:uLnTx/>
              <a:uFillTx/>
              <a:latin typeface="Calibri"/>
              <a:cs typeface="Calibri"/>
            </a:endParaRPr>
          </a:p>
        </p:txBody>
      </p:sp>
      <p:sp>
        <p:nvSpPr>
          <p:cNvPr id="15" name="object 25">
            <a:extLst>
              <a:ext uri="{FF2B5EF4-FFF2-40B4-BE49-F238E27FC236}">
                <a16:creationId xmlns:a16="http://schemas.microsoft.com/office/drawing/2014/main" id="{40272EDA-C730-4B69-503F-984FAE07665B}"/>
              </a:ext>
            </a:extLst>
          </p:cNvPr>
          <p:cNvSpPr txBox="1"/>
          <p:nvPr/>
        </p:nvSpPr>
        <p:spPr>
          <a:xfrm>
            <a:off x="4216628" y="3974498"/>
            <a:ext cx="6085019" cy="39754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fr-FR" sz="2500" b="1" i="0" u="none" strike="noStrike" kern="0" cap="none" spc="200" normalizeH="0" baseline="0" noProof="0" dirty="0">
                <a:ln>
                  <a:noFill/>
                </a:ln>
                <a:solidFill>
                  <a:srgbClr val="164052"/>
                </a:solidFill>
                <a:effectLst/>
                <a:uLnTx/>
                <a:uFillTx/>
                <a:latin typeface="Calibri"/>
                <a:cs typeface="Calibri"/>
              </a:rPr>
              <a:t>Artefacts et empreintes</a:t>
            </a:r>
          </a:p>
        </p:txBody>
      </p:sp>
      <p:sp>
        <p:nvSpPr>
          <p:cNvPr id="16" name="object 6">
            <a:extLst>
              <a:ext uri="{FF2B5EF4-FFF2-40B4-BE49-F238E27FC236}">
                <a16:creationId xmlns:a16="http://schemas.microsoft.com/office/drawing/2014/main" id="{6C9C2D03-05F9-CB3F-099C-EB38D82358C3}"/>
              </a:ext>
            </a:extLst>
          </p:cNvPr>
          <p:cNvSpPr txBox="1"/>
          <p:nvPr/>
        </p:nvSpPr>
        <p:spPr>
          <a:xfrm>
            <a:off x="4232390" y="5378450"/>
            <a:ext cx="5603759" cy="782265"/>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lang="fr-FR" sz="2500" b="1" i="0" u="none" strike="noStrike" kern="0" cap="none" spc="135" normalizeH="0" baseline="0" noProof="0" dirty="0">
                <a:ln>
                  <a:noFill/>
                </a:ln>
                <a:solidFill>
                  <a:srgbClr val="164052"/>
                </a:solidFill>
                <a:effectLst/>
                <a:uLnTx/>
                <a:uFillTx/>
                <a:latin typeface="Calibri"/>
                <a:cs typeface="Calibri"/>
              </a:rPr>
              <a:t>Gestion des identifiants (secrets/</a:t>
            </a:r>
            <a:r>
              <a:rPr kumimoji="0" lang="fr-FR" sz="2500" b="1" i="0" u="none" strike="noStrike" kern="0" cap="none" spc="135" normalizeH="0" baseline="0" noProof="0" dirty="0" err="1">
                <a:ln>
                  <a:noFill/>
                </a:ln>
                <a:solidFill>
                  <a:srgbClr val="164052"/>
                </a:solidFill>
                <a:effectLst/>
                <a:uLnTx/>
                <a:uFillTx/>
                <a:latin typeface="Calibri"/>
                <a:cs typeface="Calibri"/>
              </a:rPr>
              <a:t>credentials</a:t>
            </a:r>
            <a:r>
              <a:rPr kumimoji="0" lang="fr-FR" sz="2500" b="1" i="0" u="none" strike="noStrike" kern="0" cap="none" spc="135" normalizeH="0" baseline="0" noProof="0" dirty="0">
                <a:ln>
                  <a:noFill/>
                </a:ln>
                <a:solidFill>
                  <a:srgbClr val="164052"/>
                </a:solidFill>
                <a:effectLst/>
                <a:uLnTx/>
                <a:uFillTx/>
                <a:latin typeface="Calibri"/>
                <a:cs typeface="Calibri"/>
              </a:rPr>
              <a:t>)</a:t>
            </a:r>
          </a:p>
        </p:txBody>
      </p:sp>
      <p:grpSp>
        <p:nvGrpSpPr>
          <p:cNvPr id="17" name="object 7">
            <a:extLst>
              <a:ext uri="{FF2B5EF4-FFF2-40B4-BE49-F238E27FC236}">
                <a16:creationId xmlns:a16="http://schemas.microsoft.com/office/drawing/2014/main" id="{14ABF84F-3B84-DB3E-A58A-7E223B50E6F6}"/>
              </a:ext>
            </a:extLst>
          </p:cNvPr>
          <p:cNvGrpSpPr/>
          <p:nvPr/>
        </p:nvGrpSpPr>
        <p:grpSpPr>
          <a:xfrm>
            <a:off x="3282950" y="5366695"/>
            <a:ext cx="462915" cy="462915"/>
            <a:chOff x="4635613" y="2004242"/>
            <a:chExt cx="462915" cy="462915"/>
          </a:xfrm>
        </p:grpSpPr>
        <p:sp>
          <p:nvSpPr>
            <p:cNvPr id="18" name="object 8">
              <a:extLst>
                <a:ext uri="{FF2B5EF4-FFF2-40B4-BE49-F238E27FC236}">
                  <a16:creationId xmlns:a16="http://schemas.microsoft.com/office/drawing/2014/main" id="{B646BABE-55C0-8897-444C-D52CD0127688}"/>
                </a:ext>
              </a:extLst>
            </p:cNvPr>
            <p:cNvSpPr/>
            <p:nvPr/>
          </p:nvSpPr>
          <p:spPr>
            <a:xfrm>
              <a:off x="4649901" y="2018530"/>
              <a:ext cx="434340" cy="434340"/>
            </a:xfrm>
            <a:custGeom>
              <a:avLst/>
              <a:gdLst/>
              <a:ahLst/>
              <a:cxnLst/>
              <a:rect l="l" t="t" r="r" b="b"/>
              <a:pathLst>
                <a:path w="434339" h="434339">
                  <a:moveTo>
                    <a:pt x="217067" y="434134"/>
                  </a:moveTo>
                  <a:lnTo>
                    <a:pt x="167295" y="428402"/>
                  </a:lnTo>
                  <a:lnTo>
                    <a:pt x="121606" y="412072"/>
                  </a:lnTo>
                  <a:lnTo>
                    <a:pt x="81302" y="386447"/>
                  </a:lnTo>
                  <a:lnTo>
                    <a:pt x="47687" y="352832"/>
                  </a:lnTo>
                  <a:lnTo>
                    <a:pt x="22062" y="312528"/>
                  </a:lnTo>
                  <a:lnTo>
                    <a:pt x="5732" y="266839"/>
                  </a:lnTo>
                  <a:lnTo>
                    <a:pt x="0" y="217067"/>
                  </a:lnTo>
                  <a:lnTo>
                    <a:pt x="5732" y="167296"/>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4"/>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 name="object 9">
              <a:extLst>
                <a:ext uri="{FF2B5EF4-FFF2-40B4-BE49-F238E27FC236}">
                  <a16:creationId xmlns:a16="http://schemas.microsoft.com/office/drawing/2014/main" id="{7C770D00-876B-EBFE-30EC-E210E54EBF52}"/>
                </a:ext>
              </a:extLst>
            </p:cNvPr>
            <p:cNvSpPr/>
            <p:nvPr/>
          </p:nvSpPr>
          <p:spPr>
            <a:xfrm>
              <a:off x="4649901" y="2018530"/>
              <a:ext cx="434340" cy="434340"/>
            </a:xfrm>
            <a:custGeom>
              <a:avLst/>
              <a:gdLst/>
              <a:ahLst/>
              <a:cxnLst/>
              <a:rect l="l" t="t" r="r" b="b"/>
              <a:pathLst>
                <a:path w="434339" h="434339">
                  <a:moveTo>
                    <a:pt x="0" y="217067"/>
                  </a:moveTo>
                  <a:lnTo>
                    <a:pt x="5732" y="167296"/>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4"/>
                  </a:lnTo>
                  <a:lnTo>
                    <a:pt x="167295" y="428402"/>
                  </a:lnTo>
                  <a:lnTo>
                    <a:pt x="121606" y="412072"/>
                  </a:lnTo>
                  <a:lnTo>
                    <a:pt x="81302" y="386447"/>
                  </a:lnTo>
                  <a:lnTo>
                    <a:pt x="47687" y="352832"/>
                  </a:lnTo>
                  <a:lnTo>
                    <a:pt x="22062" y="312528"/>
                  </a:lnTo>
                  <a:lnTo>
                    <a:pt x="5732" y="266839"/>
                  </a:lnTo>
                  <a:lnTo>
                    <a:pt x="0" y="217067"/>
                  </a:lnTo>
                  <a:close/>
                </a:path>
              </a:pathLst>
            </a:custGeom>
            <a:ln w="28574">
              <a:solidFill>
                <a:srgbClr val="8CB93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0" name="object 10">
            <a:extLst>
              <a:ext uri="{FF2B5EF4-FFF2-40B4-BE49-F238E27FC236}">
                <a16:creationId xmlns:a16="http://schemas.microsoft.com/office/drawing/2014/main" id="{747ED88C-44EF-1B63-1274-7FC4E603532F}"/>
              </a:ext>
            </a:extLst>
          </p:cNvPr>
          <p:cNvSpPr txBox="1"/>
          <p:nvPr/>
        </p:nvSpPr>
        <p:spPr>
          <a:xfrm>
            <a:off x="3431457" y="5422856"/>
            <a:ext cx="166370" cy="328295"/>
          </a:xfrm>
          <a:prstGeom prst="rect">
            <a:avLst/>
          </a:prstGeom>
        </p:spPr>
        <p:txBody>
          <a:bodyPr vert="horz" wrap="square" lIns="0" tIns="17145" rIns="0" bIns="0" rtlCol="0">
            <a:spAutoFit/>
          </a:bodyPr>
          <a:lstStyle/>
          <a:p>
            <a:pPr marL="12700" marR="0" lvl="0" indent="0" defTabSz="914400" eaLnBrk="1" fontAlgn="auto" latinLnBrk="0" hangingPunct="1">
              <a:lnSpc>
                <a:spcPct val="100000"/>
              </a:lnSpc>
              <a:spcBef>
                <a:spcPts val="135"/>
              </a:spcBef>
              <a:spcAft>
                <a:spcPts val="0"/>
              </a:spcAft>
              <a:buClrTx/>
              <a:buSzTx/>
              <a:buFontTx/>
              <a:buNone/>
              <a:tabLst/>
              <a:defRPr/>
            </a:pPr>
            <a:r>
              <a:rPr kumimoji="0" lang="fr-FR" sz="1950" b="1" i="0" u="none" strike="noStrike" kern="0" cap="none" spc="55" normalizeH="0" baseline="0" noProof="0" dirty="0">
                <a:ln>
                  <a:noFill/>
                </a:ln>
                <a:solidFill>
                  <a:srgbClr val="8CB939"/>
                </a:solidFill>
                <a:effectLst/>
                <a:uLnTx/>
                <a:uFillTx/>
                <a:latin typeface="Calibri"/>
                <a:cs typeface="Calibri"/>
              </a:rPr>
              <a:t>4</a:t>
            </a:r>
            <a:endParaRPr kumimoji="0" sz="1950" b="0" i="0" u="none" strike="noStrike" kern="0" cap="none" spc="0" normalizeH="0" baseline="0" noProof="0" dirty="0">
              <a:ln>
                <a:noFill/>
              </a:ln>
              <a:solidFill>
                <a:sysClr val="windowText" lastClr="000000"/>
              </a:solidFill>
              <a:effectLst/>
              <a:uLnTx/>
              <a:uFillTx/>
              <a:latin typeface="Calibri"/>
              <a:cs typeface="Calibri"/>
            </a:endParaRPr>
          </a:p>
        </p:txBody>
      </p:sp>
    </p:spTree>
    <p:extLst>
      <p:ext uri="{BB962C8B-B14F-4D97-AF65-F5344CB8AC3E}">
        <p14:creationId xmlns:p14="http://schemas.microsoft.com/office/powerpoint/2010/main" val="363556462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8E986-CB38-2358-FFF6-00162583A2B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EDC3943-7234-7DFD-62C2-2385F7D3E961}"/>
              </a:ext>
            </a:extLst>
          </p:cNvPr>
          <p:cNvSpPr>
            <a:spLocks noGrp="1"/>
          </p:cNvSpPr>
          <p:nvPr>
            <p:ph type="title"/>
          </p:nvPr>
        </p:nvSpPr>
        <p:spPr>
          <a:xfrm>
            <a:off x="1054048" y="98310"/>
            <a:ext cx="8572603" cy="553998"/>
          </a:xfrm>
        </p:spPr>
        <p:txBody>
          <a:bodyPr/>
          <a:lstStyle/>
          <a:p>
            <a:r>
              <a:rPr lang="fr-FR" b="1" spc="125" dirty="0"/>
              <a:t>Plugins Jenkins</a:t>
            </a:r>
          </a:p>
        </p:txBody>
      </p:sp>
      <p:sp>
        <p:nvSpPr>
          <p:cNvPr id="5" name="object 2">
            <a:extLst>
              <a:ext uri="{FF2B5EF4-FFF2-40B4-BE49-F238E27FC236}">
                <a16:creationId xmlns:a16="http://schemas.microsoft.com/office/drawing/2014/main" id="{DED7E7C4-8C09-87BB-D92E-B9522B499113}"/>
              </a:ext>
            </a:extLst>
          </p:cNvPr>
          <p:cNvSpPr txBox="1"/>
          <p:nvPr/>
        </p:nvSpPr>
        <p:spPr>
          <a:xfrm>
            <a:off x="463550"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1</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8" name="Espace réservé du contenu 2">
            <a:extLst>
              <a:ext uri="{FF2B5EF4-FFF2-40B4-BE49-F238E27FC236}">
                <a16:creationId xmlns:a16="http://schemas.microsoft.com/office/drawing/2014/main" id="{644348EB-1615-628A-8637-A5FF7B0CFA8B}"/>
              </a:ext>
            </a:extLst>
          </p:cNvPr>
          <p:cNvSpPr txBox="1">
            <a:spLocks/>
          </p:cNvSpPr>
          <p:nvPr/>
        </p:nvSpPr>
        <p:spPr>
          <a:xfrm>
            <a:off x="463550" y="1568450"/>
            <a:ext cx="10515600" cy="4848225"/>
          </a:xfrm>
          <a:prstGeom prst="rect">
            <a:avLst/>
          </a:prstGeom>
        </p:spPr>
        <p:txBody>
          <a:bodyPr wrap="square" lIns="0" tIns="0" rIns="0" bIns="0">
            <a:normAutofit/>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862A71CE-406E-0CA5-C0D8-7AFFCACD544E}"/>
              </a:ext>
            </a:extLst>
          </p:cNvPr>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lang="fr-FR" sz="1200" spc="-25" dirty="0">
                <a:solidFill>
                  <a:prstClr val="white"/>
                </a:solidFill>
                <a:latin typeface="Calibri"/>
                <a:cs typeface="Calibri"/>
              </a:rPr>
              <a:t>67</a:t>
            </a:r>
            <a:endParaRPr kumimoji="0" lang="fr-FR" sz="1200" b="0" i="0" u="none" strike="noStrike" kern="0" cap="none" spc="-25" normalizeH="0" baseline="0" noProof="0" dirty="0">
              <a:ln>
                <a:noFill/>
              </a:ln>
              <a:solidFill>
                <a:prstClr val="white"/>
              </a:solidFill>
              <a:effectLst/>
              <a:uLnTx/>
              <a:uFillTx/>
              <a:latin typeface="Calibri"/>
              <a:cs typeface="Calibri"/>
            </a:endParaRPr>
          </a:p>
        </p:txBody>
      </p:sp>
      <p:sp>
        <p:nvSpPr>
          <p:cNvPr id="11" name="TextBox 10">
            <a:extLst>
              <a:ext uri="{FF2B5EF4-FFF2-40B4-BE49-F238E27FC236}">
                <a16:creationId xmlns:a16="http://schemas.microsoft.com/office/drawing/2014/main" id="{7A424776-3633-994B-2919-19D18FE19201}"/>
              </a:ext>
            </a:extLst>
          </p:cNvPr>
          <p:cNvSpPr txBox="1"/>
          <p:nvPr/>
        </p:nvSpPr>
        <p:spPr>
          <a:xfrm>
            <a:off x="615950" y="1163637"/>
            <a:ext cx="9636340" cy="5118196"/>
          </a:xfrm>
          <a:prstGeom prst="rect">
            <a:avLst/>
          </a:prstGeom>
          <a:noFill/>
        </p:spPr>
        <p:txBody>
          <a:bodyPr wrap="square">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kumimoji="0" lang="fr-FR" sz="2200" b="1" i="0" u="none" strike="noStrike" kern="0" cap="none" spc="0" normalizeH="0" baseline="0" noProof="0" dirty="0">
                <a:ln>
                  <a:noFill/>
                </a:ln>
                <a:solidFill>
                  <a:sysClr val="windowText" lastClr="000000"/>
                </a:solidFill>
                <a:effectLst/>
                <a:uLnTx/>
                <a:uFillTx/>
                <a:latin typeface="Calibri"/>
              </a:rPr>
              <a:t>Pourquoi utiliser des plugins ?</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b="0" i="0" u="none" strike="noStrike" kern="0" cap="none" spc="0" normalizeH="0" baseline="0" noProof="0" dirty="0">
                <a:ln>
                  <a:noFill/>
                </a:ln>
                <a:solidFill>
                  <a:sysClr val="windowText" lastClr="000000"/>
                </a:solidFill>
                <a:effectLst/>
                <a:uLnTx/>
                <a:uFillTx/>
                <a:latin typeface="Calibri"/>
              </a:rPr>
              <a:t>Étendre les fonctionnalités de Jenkins</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b="0" i="0" u="none" strike="noStrike" kern="0" cap="none" spc="0" normalizeH="0" baseline="0" noProof="0" dirty="0">
                <a:ln>
                  <a:noFill/>
                </a:ln>
                <a:solidFill>
                  <a:sysClr val="windowText" lastClr="000000"/>
                </a:solidFill>
                <a:effectLst/>
                <a:uLnTx/>
                <a:uFillTx/>
                <a:latin typeface="Calibri"/>
              </a:rPr>
              <a:t>Intégration avec des outils tiers (Docker, GitHub, </a:t>
            </a:r>
            <a:r>
              <a:rPr kumimoji="0" lang="fr-FR" sz="2200" b="0" i="0" u="none" strike="noStrike" kern="0" cap="none" spc="0" normalizeH="0" baseline="0" noProof="0" dirty="0" err="1">
                <a:ln>
                  <a:noFill/>
                </a:ln>
                <a:solidFill>
                  <a:sysClr val="windowText" lastClr="000000"/>
                </a:solidFill>
                <a:effectLst/>
                <a:uLnTx/>
                <a:uFillTx/>
                <a:latin typeface="Calibri"/>
              </a:rPr>
              <a:t>Kubernetes</a:t>
            </a:r>
            <a:r>
              <a:rPr kumimoji="0" lang="fr-FR" sz="2200" b="0" i="0" u="none" strike="noStrike" kern="0" cap="none" spc="0" normalizeH="0" baseline="0" noProof="0" dirty="0">
                <a:ln>
                  <a:noFill/>
                </a:ln>
                <a:solidFill>
                  <a:sysClr val="windowText" lastClr="000000"/>
                </a:solidFill>
                <a:effectLst/>
                <a:uLnTx/>
                <a:uFillTx/>
                <a:latin typeface="Calibri"/>
              </a:rPr>
              <a:t>…)</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b="0" i="0" u="none" strike="noStrike" kern="0" cap="none" spc="0" normalizeH="0" baseline="0" noProof="0" dirty="0">
                <a:ln>
                  <a:noFill/>
                </a:ln>
                <a:solidFill>
                  <a:sysClr val="windowText" lastClr="000000"/>
                </a:solidFill>
                <a:effectLst/>
                <a:uLnTx/>
                <a:uFillTx/>
                <a:latin typeface="Calibri"/>
              </a:rPr>
              <a:t>Ajout de nouvelles étapes aux pipelines</a:t>
            </a:r>
          </a:p>
          <a:p>
            <a:pPr marR="0" lvl="0" defTabSz="914400" eaLnBrk="1" fontAlgn="auto" latinLnBrk="0" hangingPunct="1">
              <a:lnSpc>
                <a:spcPct val="150000"/>
              </a:lnSpc>
              <a:spcBef>
                <a:spcPts val="0"/>
              </a:spcBef>
              <a:spcAft>
                <a:spcPts val="0"/>
              </a:spcAft>
              <a:buClrTx/>
              <a:buSzTx/>
              <a:tabLst/>
              <a:defRPr/>
            </a:pPr>
            <a:r>
              <a:rPr kumimoji="0" lang="fr-FR" sz="2200" b="1" i="0" u="none" strike="noStrike" kern="0" cap="none" spc="0" normalizeH="0" baseline="0" noProof="0" dirty="0">
                <a:ln>
                  <a:noFill/>
                </a:ln>
                <a:solidFill>
                  <a:sysClr val="windowText" lastClr="000000"/>
                </a:solidFill>
                <a:effectLst/>
                <a:uLnTx/>
                <a:uFillTx/>
                <a:latin typeface="Calibri"/>
              </a:rPr>
              <a:t>Quelques plugins utiles</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b="1" i="0" u="none" strike="noStrike" kern="0" cap="none" spc="0" normalizeH="0" baseline="0" noProof="0" dirty="0">
                <a:ln>
                  <a:noFill/>
                </a:ln>
                <a:solidFill>
                  <a:sysClr val="windowText" lastClr="000000"/>
                </a:solidFill>
                <a:effectLst/>
                <a:uLnTx/>
                <a:uFillTx/>
                <a:latin typeface="Calibri"/>
              </a:rPr>
              <a:t>Pipeline Plugin </a:t>
            </a:r>
            <a:r>
              <a:rPr kumimoji="0" lang="fr-FR" sz="2200" b="0" i="0" u="none" strike="noStrike" kern="0" cap="none" spc="0" normalizeH="0" baseline="0" noProof="0" dirty="0">
                <a:ln>
                  <a:noFill/>
                </a:ln>
                <a:solidFill>
                  <a:sysClr val="windowText" lastClr="000000"/>
                </a:solidFill>
                <a:effectLst/>
                <a:uLnTx/>
                <a:uFillTx/>
                <a:latin typeface="Calibri"/>
              </a:rPr>
              <a:t>: exécution de pipelines en mode déclaratif ou scripté</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lang="fr-FR" sz="2200" b="1" dirty="0" err="1">
                <a:latin typeface="Calibri"/>
              </a:rPr>
              <a:t>Credentials</a:t>
            </a:r>
            <a:r>
              <a:rPr lang="fr-FR" sz="2200" b="1" dirty="0">
                <a:latin typeface="Calibri"/>
              </a:rPr>
              <a:t> Binding Plugin </a:t>
            </a:r>
            <a:r>
              <a:rPr kumimoji="0" lang="fr-FR" sz="2200" b="0" i="0" u="none" strike="noStrike" kern="0" cap="none" spc="0" normalizeH="0" baseline="0" noProof="0" dirty="0">
                <a:ln>
                  <a:noFill/>
                </a:ln>
                <a:solidFill>
                  <a:sysClr val="windowText" lastClr="000000"/>
                </a:solidFill>
                <a:effectLst/>
                <a:uLnTx/>
                <a:uFillTx/>
                <a:latin typeface="Calibri"/>
              </a:rPr>
              <a:t>: gestion des identifiants sécurisés</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lang="fr-FR" sz="2200" b="1" dirty="0">
                <a:latin typeface="Calibri"/>
              </a:rPr>
              <a:t>Git Plugin </a:t>
            </a:r>
            <a:r>
              <a:rPr kumimoji="0" lang="fr-FR" sz="2200" b="0" i="0" u="none" strike="noStrike" kern="0" cap="none" spc="0" normalizeH="0" baseline="0" noProof="0" dirty="0">
                <a:ln>
                  <a:noFill/>
                </a:ln>
                <a:solidFill>
                  <a:sysClr val="windowText" lastClr="000000"/>
                </a:solidFill>
                <a:effectLst/>
                <a:uLnTx/>
                <a:uFillTx/>
                <a:latin typeface="Calibri"/>
              </a:rPr>
              <a:t>: interaction avec des dépôts Git</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lang="fr-FR" sz="2200" b="1" dirty="0" err="1">
                <a:latin typeface="Calibri"/>
              </a:rPr>
              <a:t>Artifact</a:t>
            </a:r>
            <a:r>
              <a:rPr lang="fr-FR" sz="2200" b="1" dirty="0">
                <a:latin typeface="Calibri"/>
              </a:rPr>
              <a:t> </a:t>
            </a:r>
            <a:r>
              <a:rPr lang="fr-FR" sz="2200" b="1" dirty="0" err="1">
                <a:latin typeface="Calibri"/>
              </a:rPr>
              <a:t>Deployer</a:t>
            </a:r>
            <a:r>
              <a:rPr lang="fr-FR" sz="2200" b="1" dirty="0">
                <a:latin typeface="Calibri"/>
              </a:rPr>
              <a:t> Plugin </a:t>
            </a:r>
            <a:r>
              <a:rPr kumimoji="0" lang="fr-FR" sz="2200" b="0" i="0" u="none" strike="noStrike" kern="0" cap="none" spc="0" normalizeH="0" baseline="0" noProof="0" dirty="0">
                <a:ln>
                  <a:noFill/>
                </a:ln>
                <a:solidFill>
                  <a:sysClr val="windowText" lastClr="000000"/>
                </a:solidFill>
                <a:effectLst/>
                <a:uLnTx/>
                <a:uFillTx/>
                <a:latin typeface="Calibri"/>
              </a:rPr>
              <a:t>: gestion des artefacts générés</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lang="fr-FR" sz="2200" b="1" dirty="0">
                <a:latin typeface="Calibri"/>
              </a:rPr>
              <a:t>Blue </a:t>
            </a:r>
            <a:r>
              <a:rPr lang="fr-FR" sz="2200" b="1" dirty="0" err="1">
                <a:latin typeface="Calibri"/>
              </a:rPr>
              <a:t>Ocean</a:t>
            </a:r>
            <a:r>
              <a:rPr lang="fr-FR" sz="2200" b="1" dirty="0">
                <a:latin typeface="Calibri"/>
              </a:rPr>
              <a:t> </a:t>
            </a:r>
            <a:r>
              <a:rPr kumimoji="0" lang="fr-FR" sz="2200" b="0" i="0" u="none" strike="noStrike" kern="0" cap="none" spc="0" normalizeH="0" baseline="0" noProof="0" dirty="0">
                <a:ln>
                  <a:noFill/>
                </a:ln>
                <a:solidFill>
                  <a:sysClr val="windowText" lastClr="000000"/>
                </a:solidFill>
                <a:effectLst/>
                <a:uLnTx/>
                <a:uFillTx/>
                <a:latin typeface="Calibri"/>
              </a:rPr>
              <a:t>: interface moderne pour visualiser les pipelines</a:t>
            </a:r>
          </a:p>
        </p:txBody>
      </p:sp>
    </p:spTree>
    <p:extLst>
      <p:ext uri="{BB962C8B-B14F-4D97-AF65-F5344CB8AC3E}">
        <p14:creationId xmlns:p14="http://schemas.microsoft.com/office/powerpoint/2010/main" val="254156873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DCCA5-9D16-1B04-D39C-DB852CD22E2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92A881E-EF31-1533-F682-353B95503321}"/>
              </a:ext>
            </a:extLst>
          </p:cNvPr>
          <p:cNvSpPr>
            <a:spLocks noGrp="1"/>
          </p:cNvSpPr>
          <p:nvPr>
            <p:ph type="title"/>
          </p:nvPr>
        </p:nvSpPr>
        <p:spPr>
          <a:xfrm>
            <a:off x="1054048" y="98310"/>
            <a:ext cx="8572603" cy="553998"/>
          </a:xfrm>
        </p:spPr>
        <p:txBody>
          <a:bodyPr/>
          <a:lstStyle/>
          <a:p>
            <a:r>
              <a:rPr lang="fr-FR" b="1" spc="125" dirty="0"/>
              <a:t>Paramètres et variables d’environnement</a:t>
            </a:r>
          </a:p>
        </p:txBody>
      </p:sp>
      <p:sp>
        <p:nvSpPr>
          <p:cNvPr id="5" name="object 2">
            <a:extLst>
              <a:ext uri="{FF2B5EF4-FFF2-40B4-BE49-F238E27FC236}">
                <a16:creationId xmlns:a16="http://schemas.microsoft.com/office/drawing/2014/main" id="{AF786E48-FB56-E7B9-73EF-9D88144E663B}"/>
              </a:ext>
            </a:extLst>
          </p:cNvPr>
          <p:cNvSpPr txBox="1"/>
          <p:nvPr/>
        </p:nvSpPr>
        <p:spPr>
          <a:xfrm>
            <a:off x="463550"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2</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8" name="Espace réservé du contenu 2">
            <a:extLst>
              <a:ext uri="{FF2B5EF4-FFF2-40B4-BE49-F238E27FC236}">
                <a16:creationId xmlns:a16="http://schemas.microsoft.com/office/drawing/2014/main" id="{D1D35C81-40D0-3C41-8D7F-6117876A4A3E}"/>
              </a:ext>
            </a:extLst>
          </p:cNvPr>
          <p:cNvSpPr txBox="1">
            <a:spLocks/>
          </p:cNvSpPr>
          <p:nvPr/>
        </p:nvSpPr>
        <p:spPr>
          <a:xfrm>
            <a:off x="463550" y="1568450"/>
            <a:ext cx="10515600" cy="4848225"/>
          </a:xfrm>
          <a:prstGeom prst="rect">
            <a:avLst/>
          </a:prstGeom>
        </p:spPr>
        <p:txBody>
          <a:bodyPr wrap="square" lIns="0" tIns="0" rIns="0" bIns="0">
            <a:normAutofit/>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9F9E9438-CCC1-B1CF-0B08-90781789965F}"/>
              </a:ext>
            </a:extLst>
          </p:cNvPr>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lang="fr-FR" sz="1200" spc="-25" dirty="0">
                <a:solidFill>
                  <a:prstClr val="white"/>
                </a:solidFill>
                <a:latin typeface="Calibri"/>
                <a:cs typeface="Calibri"/>
              </a:rPr>
              <a:t>68</a:t>
            </a:r>
            <a:endParaRPr kumimoji="0" lang="fr-FR" sz="1200" b="0" i="0" u="none" strike="noStrike" kern="0" cap="none" spc="-25" normalizeH="0" baseline="0" noProof="0" dirty="0">
              <a:ln>
                <a:noFill/>
              </a:ln>
              <a:solidFill>
                <a:prstClr val="white"/>
              </a:solidFill>
              <a:effectLst/>
              <a:uLnTx/>
              <a:uFillTx/>
              <a:latin typeface="Calibri"/>
              <a:cs typeface="Calibri"/>
            </a:endParaRPr>
          </a:p>
        </p:txBody>
      </p:sp>
      <p:sp>
        <p:nvSpPr>
          <p:cNvPr id="11" name="TextBox 10">
            <a:extLst>
              <a:ext uri="{FF2B5EF4-FFF2-40B4-BE49-F238E27FC236}">
                <a16:creationId xmlns:a16="http://schemas.microsoft.com/office/drawing/2014/main" id="{4B00B22C-DC68-02C5-9DC5-9AD613DD9247}"/>
              </a:ext>
            </a:extLst>
          </p:cNvPr>
          <p:cNvSpPr txBox="1"/>
          <p:nvPr/>
        </p:nvSpPr>
        <p:spPr>
          <a:xfrm>
            <a:off x="615950" y="1163637"/>
            <a:ext cx="9636340" cy="3086871"/>
          </a:xfrm>
          <a:prstGeom prst="rect">
            <a:avLst/>
          </a:prstGeom>
          <a:noFill/>
        </p:spPr>
        <p:txBody>
          <a:bodyPr wrap="square">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kumimoji="0" lang="fr-FR" sz="2200" b="1" i="0" u="none" strike="noStrike" kern="0" cap="none" spc="0" normalizeH="0" baseline="0" noProof="0" dirty="0">
                <a:ln>
                  <a:noFill/>
                </a:ln>
                <a:solidFill>
                  <a:sysClr val="windowText" lastClr="000000"/>
                </a:solidFill>
                <a:effectLst/>
                <a:uLnTx/>
                <a:uFillTx/>
                <a:latin typeface="Calibri"/>
              </a:rPr>
              <a:t>Définition</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b="0" i="0" u="none" strike="noStrike" kern="0" cap="none" spc="0" normalizeH="0" baseline="0" noProof="0" dirty="0">
                <a:ln>
                  <a:noFill/>
                </a:ln>
                <a:solidFill>
                  <a:sysClr val="windowText" lastClr="000000"/>
                </a:solidFill>
                <a:effectLst/>
                <a:uLnTx/>
                <a:uFillTx/>
                <a:latin typeface="Calibri"/>
              </a:rPr>
              <a:t>Paramètres : permettent d’adapter l’exécution d’un pipeline</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b="0" i="0" u="none" strike="noStrike" kern="0" cap="none" spc="0" normalizeH="0" baseline="0" noProof="0" dirty="0">
                <a:ln>
                  <a:noFill/>
                </a:ln>
                <a:solidFill>
                  <a:sysClr val="windowText" lastClr="000000"/>
                </a:solidFill>
                <a:effectLst/>
                <a:uLnTx/>
                <a:uFillTx/>
                <a:latin typeface="Calibri"/>
              </a:rPr>
              <a:t>Variables d’environnement : utilisées pour stocker des valeurs dynamiques accessibles dans le pipeline</a:t>
            </a:r>
          </a:p>
          <a:p>
            <a:pPr marR="0" lvl="0" defTabSz="914400" eaLnBrk="1" fontAlgn="auto" latinLnBrk="0" hangingPunct="1">
              <a:lnSpc>
                <a:spcPct val="150000"/>
              </a:lnSpc>
              <a:spcBef>
                <a:spcPts val="0"/>
              </a:spcBef>
              <a:spcAft>
                <a:spcPts val="0"/>
              </a:spcAft>
              <a:buClrTx/>
              <a:buSzTx/>
              <a:tabLst/>
              <a:defRPr/>
            </a:pPr>
            <a:r>
              <a:rPr kumimoji="0" lang="fr-FR" sz="2200" b="1" i="0" u="none" strike="noStrike" kern="0" cap="none" spc="0" normalizeH="0" baseline="0" noProof="0" dirty="0">
                <a:ln>
                  <a:noFill/>
                </a:ln>
                <a:solidFill>
                  <a:sysClr val="windowText" lastClr="000000"/>
                </a:solidFill>
                <a:effectLst/>
                <a:uLnTx/>
                <a:uFillTx/>
                <a:latin typeface="Calibri"/>
              </a:rPr>
              <a:t>Déclaration de paramètres </a:t>
            </a:r>
          </a:p>
          <a:p>
            <a:pPr marR="0" lvl="0" defTabSz="914400" eaLnBrk="1" fontAlgn="auto" latinLnBrk="0" hangingPunct="1">
              <a:lnSpc>
                <a:spcPct val="150000"/>
              </a:lnSpc>
              <a:spcBef>
                <a:spcPts val="0"/>
              </a:spcBef>
              <a:spcAft>
                <a:spcPts val="0"/>
              </a:spcAft>
              <a:buClrTx/>
              <a:buSzTx/>
              <a:tabLst/>
              <a:defRPr/>
            </a:pPr>
            <a:endParaRPr kumimoji="0" lang="fr-FR" sz="2200" b="1" i="0" u="none" strike="noStrike" kern="0" cap="none" spc="0" normalizeH="0" baseline="0" noProof="0" dirty="0">
              <a:ln>
                <a:noFill/>
              </a:ln>
              <a:solidFill>
                <a:sysClr val="windowText" lastClr="000000"/>
              </a:solidFill>
              <a:effectLst/>
              <a:uLnTx/>
              <a:uFillTx/>
              <a:latin typeface="Calibri"/>
            </a:endParaRPr>
          </a:p>
        </p:txBody>
      </p:sp>
      <p:pic>
        <p:nvPicPr>
          <p:cNvPr id="4" name="Picture 3">
            <a:extLst>
              <a:ext uri="{FF2B5EF4-FFF2-40B4-BE49-F238E27FC236}">
                <a16:creationId xmlns:a16="http://schemas.microsoft.com/office/drawing/2014/main" id="{EE7C3F14-B465-6CE2-FE6C-435B13E9A5BA}"/>
              </a:ext>
            </a:extLst>
          </p:cNvPr>
          <p:cNvPicPr>
            <a:picLocks noChangeAspect="1"/>
          </p:cNvPicPr>
          <p:nvPr/>
        </p:nvPicPr>
        <p:blipFill>
          <a:blip r:embed="rId2"/>
          <a:stretch>
            <a:fillRect/>
          </a:stretch>
        </p:blipFill>
        <p:spPr>
          <a:xfrm>
            <a:off x="692150" y="3732420"/>
            <a:ext cx="7467834" cy="3703430"/>
          </a:xfrm>
          <a:prstGeom prst="rect">
            <a:avLst/>
          </a:prstGeom>
        </p:spPr>
      </p:pic>
    </p:spTree>
    <p:extLst>
      <p:ext uri="{BB962C8B-B14F-4D97-AF65-F5344CB8AC3E}">
        <p14:creationId xmlns:p14="http://schemas.microsoft.com/office/powerpoint/2010/main" val="421262017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20748-4E4A-9C61-C2A9-21DE4D037BB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22707C4-D148-01D2-F60F-EA48ED831251}"/>
              </a:ext>
            </a:extLst>
          </p:cNvPr>
          <p:cNvSpPr>
            <a:spLocks noGrp="1"/>
          </p:cNvSpPr>
          <p:nvPr>
            <p:ph type="title"/>
          </p:nvPr>
        </p:nvSpPr>
        <p:spPr>
          <a:xfrm>
            <a:off x="1054048" y="98310"/>
            <a:ext cx="8572603" cy="553998"/>
          </a:xfrm>
        </p:spPr>
        <p:txBody>
          <a:bodyPr/>
          <a:lstStyle/>
          <a:p>
            <a:r>
              <a:rPr lang="fr-FR" b="1" spc="125" dirty="0"/>
              <a:t>Paramètres et variables d’environnement</a:t>
            </a:r>
          </a:p>
        </p:txBody>
      </p:sp>
      <p:sp>
        <p:nvSpPr>
          <p:cNvPr id="5" name="object 2">
            <a:extLst>
              <a:ext uri="{FF2B5EF4-FFF2-40B4-BE49-F238E27FC236}">
                <a16:creationId xmlns:a16="http://schemas.microsoft.com/office/drawing/2014/main" id="{B699BDC1-35F8-4357-9AB5-9240B1D32AE4}"/>
              </a:ext>
            </a:extLst>
          </p:cNvPr>
          <p:cNvSpPr txBox="1"/>
          <p:nvPr/>
        </p:nvSpPr>
        <p:spPr>
          <a:xfrm>
            <a:off x="463550"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2</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8" name="Espace réservé du contenu 2">
            <a:extLst>
              <a:ext uri="{FF2B5EF4-FFF2-40B4-BE49-F238E27FC236}">
                <a16:creationId xmlns:a16="http://schemas.microsoft.com/office/drawing/2014/main" id="{EB091A22-C902-5A69-5C6A-8A5CB4D1F731}"/>
              </a:ext>
            </a:extLst>
          </p:cNvPr>
          <p:cNvSpPr txBox="1">
            <a:spLocks/>
          </p:cNvSpPr>
          <p:nvPr/>
        </p:nvSpPr>
        <p:spPr>
          <a:xfrm>
            <a:off x="463550" y="1568450"/>
            <a:ext cx="10515600" cy="4848225"/>
          </a:xfrm>
          <a:prstGeom prst="rect">
            <a:avLst/>
          </a:prstGeom>
        </p:spPr>
        <p:txBody>
          <a:bodyPr wrap="square" lIns="0" tIns="0" rIns="0" bIns="0">
            <a:normAutofit/>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8C692DC7-3863-BA4B-ECE9-06166D68EE7E}"/>
              </a:ext>
            </a:extLst>
          </p:cNvPr>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lang="fr-FR" sz="1200" spc="-25" dirty="0">
                <a:solidFill>
                  <a:prstClr val="white"/>
                </a:solidFill>
                <a:latin typeface="Calibri"/>
                <a:cs typeface="Calibri"/>
              </a:rPr>
              <a:t>6</a:t>
            </a:r>
            <a:r>
              <a:rPr kumimoji="0" lang="fr-FR" sz="1200" b="0" i="0" u="none" strike="noStrike" kern="0" cap="none" spc="-25" normalizeH="0" baseline="0" noProof="0" dirty="0">
                <a:ln>
                  <a:noFill/>
                </a:ln>
                <a:solidFill>
                  <a:prstClr val="white"/>
                </a:solidFill>
                <a:effectLst/>
                <a:uLnTx/>
                <a:uFillTx/>
                <a:latin typeface="Calibri"/>
                <a:cs typeface="Calibri"/>
              </a:rPr>
              <a:t>9</a:t>
            </a:r>
          </a:p>
        </p:txBody>
      </p:sp>
      <p:sp>
        <p:nvSpPr>
          <p:cNvPr id="11" name="TextBox 10">
            <a:extLst>
              <a:ext uri="{FF2B5EF4-FFF2-40B4-BE49-F238E27FC236}">
                <a16:creationId xmlns:a16="http://schemas.microsoft.com/office/drawing/2014/main" id="{A280BDF4-4FC1-42C3-23E2-EEE7B3A43B3B}"/>
              </a:ext>
            </a:extLst>
          </p:cNvPr>
          <p:cNvSpPr txBox="1"/>
          <p:nvPr/>
        </p:nvSpPr>
        <p:spPr>
          <a:xfrm>
            <a:off x="615950" y="1163637"/>
            <a:ext cx="9636340" cy="1055545"/>
          </a:xfrm>
          <a:prstGeom prst="rect">
            <a:avLst/>
          </a:prstGeom>
          <a:noFill/>
        </p:spPr>
        <p:txBody>
          <a:bodyPr wrap="square">
            <a:spAutoFit/>
          </a:bodyPr>
          <a:lstStyle/>
          <a:p>
            <a:pPr marR="0" lvl="0" defTabSz="914400" eaLnBrk="1" fontAlgn="auto" latinLnBrk="0" hangingPunct="1">
              <a:lnSpc>
                <a:spcPct val="150000"/>
              </a:lnSpc>
              <a:spcBef>
                <a:spcPts val="0"/>
              </a:spcBef>
              <a:spcAft>
                <a:spcPts val="0"/>
              </a:spcAft>
              <a:buClrTx/>
              <a:buSzTx/>
              <a:tabLst/>
              <a:defRPr/>
            </a:pPr>
            <a:r>
              <a:rPr kumimoji="0" lang="fr-FR" sz="2200" b="1" i="0" u="none" strike="noStrike" kern="0" cap="none" spc="0" normalizeH="0" baseline="0" noProof="0" dirty="0">
                <a:ln>
                  <a:noFill/>
                </a:ln>
                <a:solidFill>
                  <a:sysClr val="windowText" lastClr="000000"/>
                </a:solidFill>
                <a:effectLst/>
                <a:uLnTx/>
                <a:uFillTx/>
                <a:latin typeface="Calibri"/>
              </a:rPr>
              <a:t>Utilisation des variables d’environnement </a:t>
            </a:r>
          </a:p>
          <a:p>
            <a:pPr marR="0" lvl="0" defTabSz="914400" eaLnBrk="1" fontAlgn="auto" latinLnBrk="0" hangingPunct="1">
              <a:lnSpc>
                <a:spcPct val="150000"/>
              </a:lnSpc>
              <a:spcBef>
                <a:spcPts val="0"/>
              </a:spcBef>
              <a:spcAft>
                <a:spcPts val="0"/>
              </a:spcAft>
              <a:buClrTx/>
              <a:buSzTx/>
              <a:tabLst/>
              <a:defRPr/>
            </a:pPr>
            <a:endParaRPr kumimoji="0" lang="fr-FR" sz="2200" b="1" i="0" u="none" strike="noStrike" kern="0" cap="none" spc="0" normalizeH="0" baseline="0" noProof="0" dirty="0">
              <a:ln>
                <a:noFill/>
              </a:ln>
              <a:solidFill>
                <a:sysClr val="windowText" lastClr="000000"/>
              </a:solidFill>
              <a:effectLst/>
              <a:uLnTx/>
              <a:uFillTx/>
              <a:latin typeface="Calibri"/>
            </a:endParaRPr>
          </a:p>
        </p:txBody>
      </p:sp>
      <p:pic>
        <p:nvPicPr>
          <p:cNvPr id="10" name="Picture 9">
            <a:extLst>
              <a:ext uri="{FF2B5EF4-FFF2-40B4-BE49-F238E27FC236}">
                <a16:creationId xmlns:a16="http://schemas.microsoft.com/office/drawing/2014/main" id="{1435656F-8718-85E1-99F0-6F32CF798C5E}"/>
              </a:ext>
            </a:extLst>
          </p:cNvPr>
          <p:cNvPicPr>
            <a:picLocks noChangeAspect="1"/>
          </p:cNvPicPr>
          <p:nvPr/>
        </p:nvPicPr>
        <p:blipFill>
          <a:blip r:embed="rId2"/>
          <a:stretch>
            <a:fillRect/>
          </a:stretch>
        </p:blipFill>
        <p:spPr>
          <a:xfrm>
            <a:off x="692150" y="1873250"/>
            <a:ext cx="6869596" cy="5012210"/>
          </a:xfrm>
          <a:prstGeom prst="rect">
            <a:avLst/>
          </a:prstGeom>
        </p:spPr>
      </p:pic>
    </p:spTree>
    <p:extLst>
      <p:ext uri="{BB962C8B-B14F-4D97-AF65-F5344CB8AC3E}">
        <p14:creationId xmlns:p14="http://schemas.microsoft.com/office/powerpoint/2010/main" val="418954321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35BD3-CDB2-55C0-F4C6-ED2ACB41654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6B2BF50-967E-7060-2CF2-46A92F0D0422}"/>
              </a:ext>
            </a:extLst>
          </p:cNvPr>
          <p:cNvSpPr>
            <a:spLocks noGrp="1"/>
          </p:cNvSpPr>
          <p:nvPr>
            <p:ph type="title"/>
          </p:nvPr>
        </p:nvSpPr>
        <p:spPr>
          <a:xfrm>
            <a:off x="1054048" y="98310"/>
            <a:ext cx="8572603" cy="553998"/>
          </a:xfrm>
        </p:spPr>
        <p:txBody>
          <a:bodyPr/>
          <a:lstStyle/>
          <a:p>
            <a:r>
              <a:rPr lang="fr-FR" b="1" spc="125" dirty="0"/>
              <a:t>Artefacts et empreintes</a:t>
            </a:r>
          </a:p>
        </p:txBody>
      </p:sp>
      <p:sp>
        <p:nvSpPr>
          <p:cNvPr id="5" name="object 2">
            <a:extLst>
              <a:ext uri="{FF2B5EF4-FFF2-40B4-BE49-F238E27FC236}">
                <a16:creationId xmlns:a16="http://schemas.microsoft.com/office/drawing/2014/main" id="{7EB0D3EF-5038-F34E-9F79-700662C3B527}"/>
              </a:ext>
            </a:extLst>
          </p:cNvPr>
          <p:cNvSpPr txBox="1"/>
          <p:nvPr/>
        </p:nvSpPr>
        <p:spPr>
          <a:xfrm>
            <a:off x="463550"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fr-FR" sz="2400" b="0" i="0" u="none" strike="noStrike" kern="0" cap="none" spc="0" normalizeH="0" baseline="0" noProof="0" dirty="0">
                <a:ln>
                  <a:noFill/>
                </a:ln>
                <a:solidFill>
                  <a:sysClr val="windowText" lastClr="000000"/>
                </a:solidFill>
                <a:effectLst/>
                <a:uLnTx/>
                <a:uFillTx/>
                <a:latin typeface="Calibri"/>
                <a:cs typeface="Calibri"/>
              </a:rPr>
              <a:t>3</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8" name="Espace réservé du contenu 2">
            <a:extLst>
              <a:ext uri="{FF2B5EF4-FFF2-40B4-BE49-F238E27FC236}">
                <a16:creationId xmlns:a16="http://schemas.microsoft.com/office/drawing/2014/main" id="{64666BAD-4654-0732-24AC-B433AE4725DE}"/>
              </a:ext>
            </a:extLst>
          </p:cNvPr>
          <p:cNvSpPr txBox="1">
            <a:spLocks/>
          </p:cNvSpPr>
          <p:nvPr/>
        </p:nvSpPr>
        <p:spPr>
          <a:xfrm>
            <a:off x="463550" y="1568450"/>
            <a:ext cx="10515600" cy="4848225"/>
          </a:xfrm>
          <a:prstGeom prst="rect">
            <a:avLst/>
          </a:prstGeom>
        </p:spPr>
        <p:txBody>
          <a:bodyPr wrap="square" lIns="0" tIns="0" rIns="0" bIns="0">
            <a:normAutofit/>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323C47BC-5F00-0436-068F-262CAD6FE12E}"/>
              </a:ext>
            </a:extLst>
          </p:cNvPr>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lang="fr-FR" sz="1200" spc="-25" dirty="0">
                <a:solidFill>
                  <a:prstClr val="white"/>
                </a:solidFill>
                <a:latin typeface="Calibri"/>
                <a:cs typeface="Calibri"/>
              </a:rPr>
              <a:t>70</a:t>
            </a:r>
            <a:endParaRPr kumimoji="0" lang="fr-FR" sz="1200" b="0" i="0" u="none" strike="noStrike" kern="0" cap="none" spc="-25" normalizeH="0" baseline="0" noProof="0" dirty="0">
              <a:ln>
                <a:noFill/>
              </a:ln>
              <a:solidFill>
                <a:prstClr val="white"/>
              </a:solidFill>
              <a:effectLst/>
              <a:uLnTx/>
              <a:uFillTx/>
              <a:latin typeface="Calibri"/>
              <a:cs typeface="Calibri"/>
            </a:endParaRPr>
          </a:p>
        </p:txBody>
      </p:sp>
      <p:sp>
        <p:nvSpPr>
          <p:cNvPr id="11" name="TextBox 10">
            <a:extLst>
              <a:ext uri="{FF2B5EF4-FFF2-40B4-BE49-F238E27FC236}">
                <a16:creationId xmlns:a16="http://schemas.microsoft.com/office/drawing/2014/main" id="{F4F03DA2-A978-0F60-0E83-F91F88F33220}"/>
              </a:ext>
            </a:extLst>
          </p:cNvPr>
          <p:cNvSpPr txBox="1"/>
          <p:nvPr/>
        </p:nvSpPr>
        <p:spPr>
          <a:xfrm>
            <a:off x="615950" y="806450"/>
            <a:ext cx="9636340" cy="7149521"/>
          </a:xfrm>
          <a:prstGeom prst="rect">
            <a:avLst/>
          </a:prstGeom>
          <a:noFill/>
        </p:spPr>
        <p:txBody>
          <a:bodyPr wrap="square">
            <a:spAutoFit/>
          </a:bodyPr>
          <a:lstStyle/>
          <a:p>
            <a:pPr marR="0" lvl="0" defTabSz="914400" eaLnBrk="1" fontAlgn="auto" latinLnBrk="0" hangingPunct="1">
              <a:lnSpc>
                <a:spcPct val="150000"/>
              </a:lnSpc>
              <a:spcBef>
                <a:spcPts val="0"/>
              </a:spcBef>
              <a:spcAft>
                <a:spcPts val="0"/>
              </a:spcAft>
              <a:buClrTx/>
              <a:buSzTx/>
              <a:tabLst/>
              <a:defRPr/>
            </a:pPr>
            <a:r>
              <a:rPr kumimoji="0" lang="fr-FR" sz="2200" b="1" i="0" u="none" strike="noStrike" kern="0" cap="none" spc="0" normalizeH="0" baseline="0" noProof="0" dirty="0">
                <a:ln>
                  <a:noFill/>
                </a:ln>
                <a:solidFill>
                  <a:sysClr val="windowText" lastClr="000000"/>
                </a:solidFill>
                <a:effectLst/>
                <a:uLnTx/>
                <a:uFillTx/>
                <a:latin typeface="Calibri"/>
              </a:rPr>
              <a:t>Qu’est-ce qu’un artefact ?</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b="1" i="0" u="none" strike="noStrike" kern="0" cap="none" spc="0" normalizeH="0" baseline="0" noProof="0" dirty="0">
                <a:ln>
                  <a:noFill/>
                </a:ln>
                <a:solidFill>
                  <a:sysClr val="windowText" lastClr="000000"/>
                </a:solidFill>
                <a:effectLst/>
                <a:uLnTx/>
                <a:uFillTx/>
                <a:latin typeface="Calibri"/>
              </a:rPr>
              <a:t> </a:t>
            </a:r>
            <a:r>
              <a:rPr kumimoji="0" lang="fr-FR" sz="2200" i="0" u="none" strike="noStrike" kern="0" cap="none" spc="0" normalizeH="0" baseline="0" noProof="0" dirty="0">
                <a:ln>
                  <a:noFill/>
                </a:ln>
                <a:solidFill>
                  <a:sysClr val="windowText" lastClr="000000"/>
                </a:solidFill>
                <a:effectLst/>
                <a:uLnTx/>
                <a:uFillTx/>
                <a:latin typeface="Calibri"/>
              </a:rPr>
              <a:t>Fichier généré lors de l’exécution d’un pipeline (ex. : .jar, .</a:t>
            </a:r>
            <a:r>
              <a:rPr kumimoji="0" lang="fr-FR" sz="2200" i="0" u="none" strike="noStrike" kern="0" cap="none" spc="0" normalizeH="0" baseline="0" noProof="0" dirty="0" err="1">
                <a:ln>
                  <a:noFill/>
                </a:ln>
                <a:solidFill>
                  <a:sysClr val="windowText" lastClr="000000"/>
                </a:solidFill>
                <a:effectLst/>
                <a:uLnTx/>
                <a:uFillTx/>
                <a:latin typeface="Calibri"/>
              </a:rPr>
              <a:t>war</a:t>
            </a:r>
            <a:r>
              <a:rPr kumimoji="0" lang="fr-FR" sz="2200" i="0" u="none" strike="noStrike" kern="0" cap="none" spc="0" normalizeH="0" baseline="0" noProof="0" dirty="0">
                <a:ln>
                  <a:noFill/>
                </a:ln>
                <a:solidFill>
                  <a:sysClr val="windowText" lastClr="000000"/>
                </a:solidFill>
                <a:effectLst/>
                <a:uLnTx/>
                <a:uFillTx/>
                <a:latin typeface="Calibri"/>
              </a:rPr>
              <a:t>, .zip…)</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Calibri"/>
              </a:rPr>
              <a:t>Nécessaire pour les étapes de test et de déploiement</a:t>
            </a:r>
          </a:p>
          <a:p>
            <a:pPr marR="0" lvl="0" defTabSz="914400" eaLnBrk="1" fontAlgn="auto" latinLnBrk="0" hangingPunct="1">
              <a:lnSpc>
                <a:spcPct val="150000"/>
              </a:lnSpc>
              <a:spcBef>
                <a:spcPts val="0"/>
              </a:spcBef>
              <a:spcAft>
                <a:spcPts val="0"/>
              </a:spcAft>
              <a:buClrTx/>
              <a:buSzTx/>
              <a:tabLst/>
              <a:defRPr/>
            </a:pPr>
            <a:r>
              <a:rPr kumimoji="0" lang="fr-FR" sz="2200" b="1" i="0" u="none" strike="noStrike" kern="0" cap="none" spc="0" normalizeH="0" baseline="0" noProof="0" dirty="0">
                <a:ln>
                  <a:noFill/>
                </a:ln>
                <a:solidFill>
                  <a:sysClr val="windowText" lastClr="000000"/>
                </a:solidFill>
                <a:effectLst/>
                <a:uLnTx/>
                <a:uFillTx/>
                <a:latin typeface="Calibri"/>
              </a:rPr>
              <a:t>Gestion des artefacts dans Jenkins</a:t>
            </a:r>
          </a:p>
          <a:p>
            <a:pPr marR="0" lvl="0" defTabSz="914400" eaLnBrk="1" fontAlgn="auto" latinLnBrk="0" hangingPunct="1">
              <a:lnSpc>
                <a:spcPct val="150000"/>
              </a:lnSpc>
              <a:spcBef>
                <a:spcPts val="0"/>
              </a:spcBef>
              <a:spcAft>
                <a:spcPts val="0"/>
              </a:spcAft>
              <a:buClrTx/>
              <a:buSzTx/>
              <a:tabLst/>
              <a:defRPr/>
            </a:pP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pipeline {</a:t>
            </a:r>
          </a:p>
          <a:p>
            <a:pPr marR="0" lvl="0" defTabSz="914400" eaLnBrk="1" fontAlgn="auto" latinLnBrk="0" hangingPunct="1">
              <a:lnSpc>
                <a:spcPct val="150000"/>
              </a:lnSpc>
              <a:spcBef>
                <a:spcPts val="0"/>
              </a:spcBef>
              <a:spcAft>
                <a:spcPts val="0"/>
              </a:spcAft>
              <a:buClrTx/>
              <a:buSzTx/>
              <a:tabLst/>
              <a:defRPr/>
            </a:pP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    agent </a:t>
            </a:r>
            <a:r>
              <a:rPr kumimoji="0" lang="fr-FR" i="0" u="none" strike="noStrike" kern="0" cap="none" spc="0" normalizeH="0" baseline="0" noProof="0" dirty="0" err="1">
                <a:ln>
                  <a:noFill/>
                </a:ln>
                <a:solidFill>
                  <a:sysClr val="windowText" lastClr="000000"/>
                </a:solidFill>
                <a:effectLst/>
                <a:highlight>
                  <a:srgbClr val="C0C0C0"/>
                </a:highlight>
                <a:uLnTx/>
                <a:uFillTx/>
                <a:latin typeface="Calibri"/>
              </a:rPr>
              <a:t>any</a:t>
            </a:r>
            <a:endParaRPr kumimoji="0" lang="fr-FR" i="0" u="none" strike="noStrike" kern="0" cap="none" spc="0" normalizeH="0" baseline="0" noProof="0" dirty="0">
              <a:ln>
                <a:noFill/>
              </a:ln>
              <a:solidFill>
                <a:sysClr val="windowText" lastClr="000000"/>
              </a:solidFill>
              <a:effectLst/>
              <a:highlight>
                <a:srgbClr val="C0C0C0"/>
              </a:highlight>
              <a:uLnTx/>
              <a:uFillTx/>
              <a:latin typeface="Calibri"/>
            </a:endParaRPr>
          </a:p>
          <a:p>
            <a:pPr marR="0" lvl="0" defTabSz="914400" eaLnBrk="1" fontAlgn="auto" latinLnBrk="0" hangingPunct="1">
              <a:lnSpc>
                <a:spcPct val="150000"/>
              </a:lnSpc>
              <a:spcBef>
                <a:spcPts val="0"/>
              </a:spcBef>
              <a:spcAft>
                <a:spcPts val="0"/>
              </a:spcAft>
              <a:buClrTx/>
              <a:buSzTx/>
              <a:tabLst/>
              <a:defRPr/>
            </a:pP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    stages {</a:t>
            </a:r>
          </a:p>
          <a:p>
            <a:pPr marR="0" lvl="0" defTabSz="914400" eaLnBrk="1" fontAlgn="auto" latinLnBrk="0" hangingPunct="1">
              <a:lnSpc>
                <a:spcPct val="150000"/>
              </a:lnSpc>
              <a:spcBef>
                <a:spcPts val="0"/>
              </a:spcBef>
              <a:spcAft>
                <a:spcPts val="0"/>
              </a:spcAft>
              <a:buClrTx/>
              <a:buSzTx/>
              <a:tabLst/>
              <a:defRPr/>
            </a:pP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        stage('</a:t>
            </a:r>
            <a:r>
              <a:rPr kumimoji="0" lang="fr-FR" i="0" u="none" strike="noStrike" kern="0" cap="none" spc="0" normalizeH="0" baseline="0" noProof="0" dirty="0" err="1">
                <a:ln>
                  <a:noFill/>
                </a:ln>
                <a:solidFill>
                  <a:sysClr val="windowText" lastClr="000000"/>
                </a:solidFill>
                <a:effectLst/>
                <a:highlight>
                  <a:srgbClr val="C0C0C0"/>
                </a:highlight>
                <a:uLnTx/>
                <a:uFillTx/>
                <a:latin typeface="Calibri"/>
              </a:rPr>
              <a:t>Build</a:t>
            </a: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 {</a:t>
            </a:r>
          </a:p>
          <a:p>
            <a:pPr marR="0" lvl="0" defTabSz="914400" eaLnBrk="1" fontAlgn="auto" latinLnBrk="0" hangingPunct="1">
              <a:lnSpc>
                <a:spcPct val="150000"/>
              </a:lnSpc>
              <a:spcBef>
                <a:spcPts val="0"/>
              </a:spcBef>
              <a:spcAft>
                <a:spcPts val="0"/>
              </a:spcAft>
              <a:buClrTx/>
              <a:buSzTx/>
              <a:tabLst/>
              <a:defRPr/>
            </a:pP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            </a:t>
            </a:r>
            <a:r>
              <a:rPr kumimoji="0" lang="fr-FR" i="0" u="none" strike="noStrike" kern="0" cap="none" spc="0" normalizeH="0" baseline="0" noProof="0" dirty="0" err="1">
                <a:ln>
                  <a:noFill/>
                </a:ln>
                <a:solidFill>
                  <a:sysClr val="windowText" lastClr="000000"/>
                </a:solidFill>
                <a:effectLst/>
                <a:highlight>
                  <a:srgbClr val="C0C0C0"/>
                </a:highlight>
                <a:uLnTx/>
                <a:uFillTx/>
                <a:latin typeface="Calibri"/>
              </a:rPr>
              <a:t>steps</a:t>
            </a: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 {</a:t>
            </a:r>
          </a:p>
          <a:p>
            <a:pPr marR="0" lvl="0" defTabSz="914400" eaLnBrk="1" fontAlgn="auto" latinLnBrk="0" hangingPunct="1">
              <a:lnSpc>
                <a:spcPct val="150000"/>
              </a:lnSpc>
              <a:spcBef>
                <a:spcPts val="0"/>
              </a:spcBef>
              <a:spcAft>
                <a:spcPts val="0"/>
              </a:spcAft>
              <a:buClrTx/>
              <a:buSzTx/>
              <a:tabLst/>
              <a:defRPr/>
            </a:pP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                sh '</a:t>
            </a:r>
            <a:r>
              <a:rPr kumimoji="0" lang="fr-FR" i="0" u="none" strike="noStrike" kern="0" cap="none" spc="0" normalizeH="0" baseline="0" noProof="0" dirty="0" err="1">
                <a:ln>
                  <a:noFill/>
                </a:ln>
                <a:solidFill>
                  <a:sysClr val="windowText" lastClr="000000"/>
                </a:solidFill>
                <a:effectLst/>
                <a:highlight>
                  <a:srgbClr val="C0C0C0"/>
                </a:highlight>
                <a:uLnTx/>
                <a:uFillTx/>
                <a:latin typeface="Calibri"/>
              </a:rPr>
              <a:t>mvn</a:t>
            </a: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 package’</a:t>
            </a:r>
          </a:p>
          <a:p>
            <a:pPr marR="0" lvl="0" defTabSz="914400" eaLnBrk="1" fontAlgn="auto" latinLnBrk="0" hangingPunct="1">
              <a:lnSpc>
                <a:spcPct val="150000"/>
              </a:lnSpc>
              <a:spcBef>
                <a:spcPts val="0"/>
              </a:spcBef>
              <a:spcAft>
                <a:spcPts val="0"/>
              </a:spcAft>
              <a:buClrTx/>
              <a:buSzTx/>
              <a:tabLst/>
              <a:defRPr/>
            </a:pP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                </a:t>
            </a:r>
            <a:r>
              <a:rPr kumimoji="0" lang="fr-FR" i="0" u="none" strike="noStrike" kern="0" cap="none" spc="0" normalizeH="0" baseline="0" noProof="0" dirty="0" err="1">
                <a:ln>
                  <a:noFill/>
                </a:ln>
                <a:solidFill>
                  <a:sysClr val="windowText" lastClr="000000"/>
                </a:solidFill>
                <a:effectLst/>
                <a:highlight>
                  <a:srgbClr val="C0C0C0"/>
                </a:highlight>
                <a:uLnTx/>
                <a:uFillTx/>
                <a:latin typeface="Calibri"/>
              </a:rPr>
              <a:t>archiveArtifacts</a:t>
            </a: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 </a:t>
            </a:r>
            <a:r>
              <a:rPr kumimoji="0" lang="fr-FR" i="0" u="none" strike="noStrike" kern="0" cap="none" spc="0" normalizeH="0" baseline="0" noProof="0" dirty="0" err="1">
                <a:ln>
                  <a:noFill/>
                </a:ln>
                <a:solidFill>
                  <a:sysClr val="windowText" lastClr="000000"/>
                </a:solidFill>
                <a:effectLst/>
                <a:highlight>
                  <a:srgbClr val="C0C0C0"/>
                </a:highlight>
                <a:uLnTx/>
                <a:uFillTx/>
                <a:latin typeface="Calibri"/>
              </a:rPr>
              <a:t>artifacts</a:t>
            </a: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 '</a:t>
            </a:r>
            <a:r>
              <a:rPr kumimoji="0" lang="fr-FR" i="0" u="none" strike="noStrike" kern="0" cap="none" spc="0" normalizeH="0" baseline="0" noProof="0" dirty="0" err="1">
                <a:ln>
                  <a:noFill/>
                </a:ln>
                <a:solidFill>
                  <a:sysClr val="windowText" lastClr="000000"/>
                </a:solidFill>
                <a:effectLst/>
                <a:highlight>
                  <a:srgbClr val="C0C0C0"/>
                </a:highlight>
                <a:uLnTx/>
                <a:uFillTx/>
                <a:latin typeface="Calibri"/>
              </a:rPr>
              <a:t>target</a:t>
            </a: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/*.jar', </a:t>
            </a:r>
            <a:r>
              <a:rPr kumimoji="0" lang="fr-FR" i="0" u="none" strike="noStrike" kern="0" cap="none" spc="0" normalizeH="0" baseline="0" noProof="0" dirty="0" err="1">
                <a:ln>
                  <a:noFill/>
                </a:ln>
                <a:solidFill>
                  <a:sysClr val="windowText" lastClr="000000"/>
                </a:solidFill>
                <a:effectLst/>
                <a:highlight>
                  <a:srgbClr val="C0C0C0"/>
                </a:highlight>
                <a:uLnTx/>
                <a:uFillTx/>
                <a:latin typeface="Calibri"/>
              </a:rPr>
              <a:t>fingerprint</a:t>
            </a: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 </a:t>
            </a:r>
            <a:r>
              <a:rPr kumimoji="0" lang="fr-FR" i="0" u="none" strike="noStrike" kern="0" cap="none" spc="0" normalizeH="0" baseline="0" noProof="0" dirty="0" err="1">
                <a:ln>
                  <a:noFill/>
                </a:ln>
                <a:solidFill>
                  <a:sysClr val="windowText" lastClr="000000"/>
                </a:solidFill>
                <a:effectLst/>
                <a:highlight>
                  <a:srgbClr val="C0C0C0"/>
                </a:highlight>
                <a:uLnTx/>
                <a:uFillTx/>
                <a:latin typeface="Calibri"/>
              </a:rPr>
              <a:t>true</a:t>
            </a:r>
            <a:endParaRPr kumimoji="0" lang="fr-FR" i="0" u="none" strike="noStrike" kern="0" cap="none" spc="0" normalizeH="0" baseline="0" noProof="0" dirty="0">
              <a:ln>
                <a:noFill/>
              </a:ln>
              <a:solidFill>
                <a:sysClr val="windowText" lastClr="000000"/>
              </a:solidFill>
              <a:effectLst/>
              <a:highlight>
                <a:srgbClr val="C0C0C0"/>
              </a:highlight>
              <a:uLnTx/>
              <a:uFillTx/>
              <a:latin typeface="Calibri"/>
            </a:endParaRPr>
          </a:p>
          <a:p>
            <a:pPr marR="0" lvl="0" defTabSz="914400" eaLnBrk="1" fontAlgn="auto" latinLnBrk="0" hangingPunct="1">
              <a:lnSpc>
                <a:spcPct val="150000"/>
              </a:lnSpc>
              <a:spcBef>
                <a:spcPts val="0"/>
              </a:spcBef>
              <a:spcAft>
                <a:spcPts val="0"/>
              </a:spcAft>
              <a:buClrTx/>
              <a:buSzTx/>
              <a:tabLst/>
              <a:defRPr/>
            </a:pP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            }</a:t>
            </a:r>
          </a:p>
          <a:p>
            <a:pPr marR="0" lvl="0" defTabSz="914400" eaLnBrk="1" fontAlgn="auto" latinLnBrk="0" hangingPunct="1">
              <a:lnSpc>
                <a:spcPct val="150000"/>
              </a:lnSpc>
              <a:spcBef>
                <a:spcPts val="0"/>
              </a:spcBef>
              <a:spcAft>
                <a:spcPts val="0"/>
              </a:spcAft>
              <a:buClrTx/>
              <a:buSzTx/>
              <a:tabLst/>
              <a:defRPr/>
            </a:pP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        }</a:t>
            </a:r>
          </a:p>
          <a:p>
            <a:pPr marR="0" lvl="0" defTabSz="914400" eaLnBrk="1" fontAlgn="auto" latinLnBrk="0" hangingPunct="1">
              <a:lnSpc>
                <a:spcPct val="150000"/>
              </a:lnSpc>
              <a:spcBef>
                <a:spcPts val="0"/>
              </a:spcBef>
              <a:spcAft>
                <a:spcPts val="0"/>
              </a:spcAft>
              <a:buClrTx/>
              <a:buSzTx/>
              <a:tabLst/>
              <a:defRPr/>
            </a:pP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    }</a:t>
            </a:r>
          </a:p>
          <a:p>
            <a:pPr marR="0" lvl="0" defTabSz="914400" eaLnBrk="1" fontAlgn="auto" latinLnBrk="0" hangingPunct="1">
              <a:lnSpc>
                <a:spcPct val="150000"/>
              </a:lnSpc>
              <a:spcBef>
                <a:spcPts val="0"/>
              </a:spcBef>
              <a:spcAft>
                <a:spcPts val="0"/>
              </a:spcAft>
              <a:buClrTx/>
              <a:buSzTx/>
              <a:tabLst/>
              <a:defRPr/>
            </a:pP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a:t>
            </a:r>
          </a:p>
          <a:p>
            <a:pPr marR="0" lvl="0" defTabSz="914400" eaLnBrk="1" fontAlgn="auto" latinLnBrk="0" hangingPunct="1">
              <a:lnSpc>
                <a:spcPct val="150000"/>
              </a:lnSpc>
              <a:spcBef>
                <a:spcPts val="0"/>
              </a:spcBef>
              <a:spcAft>
                <a:spcPts val="0"/>
              </a:spcAft>
              <a:buClrTx/>
              <a:buSzTx/>
              <a:tabLst/>
              <a:defRPr/>
            </a:pPr>
            <a:endParaRPr kumimoji="0" lang="fr-FR" sz="2200" b="1" i="0" u="none" strike="noStrike" kern="0" cap="none" spc="0" normalizeH="0" baseline="0" noProof="0" dirty="0">
              <a:ln>
                <a:noFill/>
              </a:ln>
              <a:solidFill>
                <a:sysClr val="windowText" lastClr="000000"/>
              </a:solidFill>
              <a:effectLst/>
              <a:uLnTx/>
              <a:uFillTx/>
              <a:latin typeface="Calibri"/>
            </a:endParaRPr>
          </a:p>
        </p:txBody>
      </p:sp>
      <p:sp>
        <p:nvSpPr>
          <p:cNvPr id="4" name="TextBox 3">
            <a:extLst>
              <a:ext uri="{FF2B5EF4-FFF2-40B4-BE49-F238E27FC236}">
                <a16:creationId xmlns:a16="http://schemas.microsoft.com/office/drawing/2014/main" id="{C6DA5ED3-E92B-E4F4-827A-7F208ABCD9D6}"/>
              </a:ext>
            </a:extLst>
          </p:cNvPr>
          <p:cNvSpPr txBox="1"/>
          <p:nvPr/>
        </p:nvSpPr>
        <p:spPr>
          <a:xfrm>
            <a:off x="5758180" y="2330450"/>
            <a:ext cx="4763770" cy="3086871"/>
          </a:xfrm>
          <a:prstGeom prst="rect">
            <a:avLst/>
          </a:prstGeom>
          <a:noFill/>
        </p:spPr>
        <p:txBody>
          <a:bodyPr wrap="square">
            <a:spAutoFit/>
          </a:bodyPr>
          <a:lstStyle/>
          <a:p>
            <a:pPr>
              <a:lnSpc>
                <a:spcPct val="150000"/>
              </a:lnSpc>
              <a:defRPr/>
            </a:pPr>
            <a:r>
              <a:rPr lang="fr-FR" sz="2200" b="1" dirty="0">
                <a:latin typeface="Calibri"/>
              </a:rPr>
              <a:t>Empreintes (</a:t>
            </a:r>
            <a:r>
              <a:rPr lang="fr-FR" sz="2200" b="1" dirty="0" err="1">
                <a:latin typeface="Calibri"/>
              </a:rPr>
              <a:t>fingerprints</a:t>
            </a:r>
            <a:r>
              <a:rPr lang="fr-FR" sz="2200" b="1" dirty="0">
                <a:latin typeface="Calibri"/>
              </a:rPr>
              <a:t>)</a:t>
            </a:r>
          </a:p>
          <a:p>
            <a:pPr marL="342900" indent="-342900">
              <a:lnSpc>
                <a:spcPct val="150000"/>
              </a:lnSpc>
              <a:buFont typeface="Arial" panose="020B0604020202020204" pitchFamily="34" charset="0"/>
              <a:buChar char="•"/>
            </a:pPr>
            <a:r>
              <a:rPr lang="fr-FR" sz="2200" dirty="0">
                <a:latin typeface="Calibri"/>
              </a:rPr>
              <a:t>Suivi des artefacts à travers les jobs Jenkins</a:t>
            </a:r>
          </a:p>
          <a:p>
            <a:pPr marL="342900" indent="-342900">
              <a:lnSpc>
                <a:spcPct val="150000"/>
              </a:lnSpc>
              <a:buFont typeface="Arial" panose="020B0604020202020204" pitchFamily="34" charset="0"/>
              <a:buChar char="•"/>
            </a:pPr>
            <a:r>
              <a:rPr lang="fr-FR" sz="2200" dirty="0">
                <a:latin typeface="Calibri"/>
              </a:rPr>
              <a:t>Permet d’assurer la traçabilité des </a:t>
            </a:r>
            <a:r>
              <a:rPr lang="fr-FR" sz="2200" dirty="0" err="1">
                <a:latin typeface="Calibri"/>
              </a:rPr>
              <a:t>builds</a:t>
            </a:r>
            <a:endParaRPr lang="fr-FR" sz="2200" dirty="0">
              <a:latin typeface="Calibri"/>
            </a:endParaRPr>
          </a:p>
          <a:p>
            <a:pPr marL="342900" indent="-342900">
              <a:lnSpc>
                <a:spcPct val="150000"/>
              </a:lnSpc>
              <a:buFont typeface="Arial" panose="020B0604020202020204" pitchFamily="34" charset="0"/>
              <a:buChar char="•"/>
            </a:pPr>
            <a:r>
              <a:rPr lang="fr-FR" sz="2200" dirty="0">
                <a:latin typeface="Calibri"/>
              </a:rPr>
              <a:t>Affichage via l’interface Jenkins</a:t>
            </a:r>
          </a:p>
        </p:txBody>
      </p:sp>
    </p:spTree>
    <p:extLst>
      <p:ext uri="{BB962C8B-B14F-4D97-AF65-F5344CB8AC3E}">
        <p14:creationId xmlns:p14="http://schemas.microsoft.com/office/powerpoint/2010/main" val="348312189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9A96A-F542-2731-D140-E4138A72B7D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92AD6A0-9727-8CF1-DF72-EBA49D9E5E41}"/>
              </a:ext>
            </a:extLst>
          </p:cNvPr>
          <p:cNvSpPr>
            <a:spLocks noGrp="1"/>
          </p:cNvSpPr>
          <p:nvPr>
            <p:ph type="title"/>
          </p:nvPr>
        </p:nvSpPr>
        <p:spPr>
          <a:xfrm>
            <a:off x="1054048" y="98310"/>
            <a:ext cx="9350642" cy="1107996"/>
          </a:xfrm>
        </p:spPr>
        <p:txBody>
          <a:bodyPr/>
          <a:lstStyle/>
          <a:p>
            <a:r>
              <a:rPr lang="fr-FR" b="1" spc="125" dirty="0"/>
              <a:t>Gestion des identifiants (secrets/</a:t>
            </a:r>
            <a:r>
              <a:rPr lang="fr-FR" b="1" spc="125" dirty="0" err="1"/>
              <a:t>credentials</a:t>
            </a:r>
            <a:r>
              <a:rPr lang="fr-FR" b="1" spc="125" dirty="0"/>
              <a:t>)</a:t>
            </a:r>
          </a:p>
        </p:txBody>
      </p:sp>
      <p:sp>
        <p:nvSpPr>
          <p:cNvPr id="5" name="object 2">
            <a:extLst>
              <a:ext uri="{FF2B5EF4-FFF2-40B4-BE49-F238E27FC236}">
                <a16:creationId xmlns:a16="http://schemas.microsoft.com/office/drawing/2014/main" id="{3F7148C3-0249-A50D-4128-9F1E635DC877}"/>
              </a:ext>
            </a:extLst>
          </p:cNvPr>
          <p:cNvSpPr txBox="1"/>
          <p:nvPr/>
        </p:nvSpPr>
        <p:spPr>
          <a:xfrm>
            <a:off x="463550"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4</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8" name="Espace réservé du contenu 2">
            <a:extLst>
              <a:ext uri="{FF2B5EF4-FFF2-40B4-BE49-F238E27FC236}">
                <a16:creationId xmlns:a16="http://schemas.microsoft.com/office/drawing/2014/main" id="{09EA26B0-5205-EA08-CB8E-ABB4A9AA6463}"/>
              </a:ext>
            </a:extLst>
          </p:cNvPr>
          <p:cNvSpPr txBox="1">
            <a:spLocks/>
          </p:cNvSpPr>
          <p:nvPr/>
        </p:nvSpPr>
        <p:spPr>
          <a:xfrm>
            <a:off x="463550" y="1568450"/>
            <a:ext cx="10515600" cy="4848225"/>
          </a:xfrm>
          <a:prstGeom prst="rect">
            <a:avLst/>
          </a:prstGeom>
        </p:spPr>
        <p:txBody>
          <a:bodyPr wrap="square" lIns="0" tIns="0" rIns="0" bIns="0">
            <a:normAutofit/>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1CBFDFE6-FECE-E570-9D81-1BD31532A5C1}"/>
              </a:ext>
            </a:extLst>
          </p:cNvPr>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lang="fr-FR" sz="1200" spc="-25" dirty="0">
                <a:solidFill>
                  <a:prstClr val="white"/>
                </a:solidFill>
                <a:latin typeface="Calibri"/>
                <a:cs typeface="Calibri"/>
              </a:rPr>
              <a:t>71</a:t>
            </a:r>
            <a:endParaRPr kumimoji="0" lang="fr-FR" sz="1200" b="0" i="0" u="none" strike="noStrike" kern="0" cap="none" spc="-25" normalizeH="0" baseline="0" noProof="0" dirty="0">
              <a:ln>
                <a:noFill/>
              </a:ln>
              <a:solidFill>
                <a:prstClr val="white"/>
              </a:solidFill>
              <a:effectLst/>
              <a:uLnTx/>
              <a:uFillTx/>
              <a:latin typeface="Calibri"/>
              <a:cs typeface="Calibri"/>
            </a:endParaRPr>
          </a:p>
        </p:txBody>
      </p:sp>
      <p:sp>
        <p:nvSpPr>
          <p:cNvPr id="11" name="TextBox 10">
            <a:extLst>
              <a:ext uri="{FF2B5EF4-FFF2-40B4-BE49-F238E27FC236}">
                <a16:creationId xmlns:a16="http://schemas.microsoft.com/office/drawing/2014/main" id="{BEA6AD80-4CEA-CFCE-8CC9-F9D344323EA4}"/>
              </a:ext>
            </a:extLst>
          </p:cNvPr>
          <p:cNvSpPr txBox="1"/>
          <p:nvPr/>
        </p:nvSpPr>
        <p:spPr>
          <a:xfrm>
            <a:off x="539750" y="1174148"/>
            <a:ext cx="9636340" cy="3594702"/>
          </a:xfrm>
          <a:prstGeom prst="rect">
            <a:avLst/>
          </a:prstGeom>
          <a:noFill/>
        </p:spPr>
        <p:txBody>
          <a:bodyPr wrap="square">
            <a:spAutoFit/>
          </a:bodyPr>
          <a:lstStyle/>
          <a:p>
            <a:pPr marR="0" lvl="0" defTabSz="914400" eaLnBrk="1" fontAlgn="auto" latinLnBrk="0" hangingPunct="1">
              <a:lnSpc>
                <a:spcPct val="150000"/>
              </a:lnSpc>
              <a:spcBef>
                <a:spcPts val="0"/>
              </a:spcBef>
              <a:spcAft>
                <a:spcPts val="0"/>
              </a:spcAft>
              <a:buClrTx/>
              <a:buSzTx/>
              <a:tabLst/>
              <a:defRPr/>
            </a:pPr>
            <a:r>
              <a:rPr kumimoji="0" lang="fr-FR" sz="2200" b="1" i="0" u="none" strike="noStrike" kern="0" cap="none" spc="0" normalizeH="0" baseline="0" noProof="0" dirty="0">
                <a:ln>
                  <a:noFill/>
                </a:ln>
                <a:solidFill>
                  <a:sysClr val="windowText" lastClr="000000"/>
                </a:solidFill>
                <a:effectLst/>
                <a:uLnTx/>
                <a:uFillTx/>
                <a:latin typeface="Calibri"/>
              </a:rPr>
              <a:t>Pourquoi gérer des identifiants ?</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Calibri"/>
              </a:rPr>
              <a:t>Sécuriser l’accès aux ressources sensibles (Docker Hub, GitHub, AWS…)</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Calibri"/>
              </a:rPr>
              <a:t>Éviter de stocker des mots de passe en clair dans le </a:t>
            </a:r>
            <a:r>
              <a:rPr kumimoji="0" lang="fr-FR" sz="2200" i="0" u="none" strike="noStrike" kern="0" cap="none" spc="0" normalizeH="0" baseline="0" noProof="0" dirty="0" err="1">
                <a:ln>
                  <a:noFill/>
                </a:ln>
                <a:solidFill>
                  <a:sysClr val="windowText" lastClr="000000"/>
                </a:solidFill>
                <a:effectLst/>
                <a:uLnTx/>
                <a:uFillTx/>
                <a:latin typeface="Calibri"/>
              </a:rPr>
              <a:t>Jenkinsfile</a:t>
            </a:r>
            <a:endParaRPr kumimoji="0" lang="fr-FR" sz="2200" i="0" u="none" strike="noStrike" kern="0" cap="none" spc="0" normalizeH="0" baseline="0" noProof="0" dirty="0">
              <a:ln>
                <a:noFill/>
              </a:ln>
              <a:solidFill>
                <a:sysClr val="windowText" lastClr="000000"/>
              </a:solidFill>
              <a:effectLst/>
              <a:uLnTx/>
              <a:uFillTx/>
              <a:latin typeface="Calibri"/>
            </a:endParaRPr>
          </a:p>
          <a:p>
            <a:pPr marR="0" lvl="0" defTabSz="914400" eaLnBrk="1" fontAlgn="auto" latinLnBrk="0" hangingPunct="1">
              <a:lnSpc>
                <a:spcPct val="150000"/>
              </a:lnSpc>
              <a:spcBef>
                <a:spcPts val="0"/>
              </a:spcBef>
              <a:spcAft>
                <a:spcPts val="0"/>
              </a:spcAft>
              <a:buClrTx/>
              <a:buSzTx/>
              <a:tabLst/>
              <a:defRPr/>
            </a:pPr>
            <a:r>
              <a:rPr kumimoji="0" lang="fr-FR" sz="2200" b="1" i="0" u="none" strike="noStrike" kern="0" cap="none" spc="0" normalizeH="0" baseline="0" noProof="0" dirty="0">
                <a:ln>
                  <a:noFill/>
                </a:ln>
                <a:solidFill>
                  <a:sysClr val="windowText" lastClr="000000"/>
                </a:solidFill>
                <a:effectLst/>
                <a:uLnTx/>
                <a:uFillTx/>
                <a:latin typeface="Calibri"/>
              </a:rPr>
              <a:t>Gestion des artefacts dans Jenkins</a:t>
            </a:r>
            <a:endParaRPr lang="fr-FR" sz="2200" b="1" dirty="0">
              <a:latin typeface="Calibri"/>
            </a:endParaRPr>
          </a:p>
          <a:p>
            <a:pPr marL="457200" marR="0" lvl="0" indent="-457200" defTabSz="914400" eaLnBrk="1" fontAlgn="auto" latinLnBrk="0" hangingPunct="1">
              <a:lnSpc>
                <a:spcPct val="150000"/>
              </a:lnSpc>
              <a:spcBef>
                <a:spcPts val="0"/>
              </a:spcBef>
              <a:spcAft>
                <a:spcPts val="0"/>
              </a:spcAft>
              <a:buClrTx/>
              <a:buSzTx/>
              <a:buFont typeface="+mj-lt"/>
              <a:buAutoNum type="arabicPeriod"/>
              <a:tabLst/>
              <a:defRPr/>
            </a:pPr>
            <a:r>
              <a:rPr kumimoji="0" lang="fr-FR" sz="2200" i="0" u="none" strike="noStrike" kern="0" cap="none" spc="0" normalizeH="0" baseline="0" noProof="0" dirty="0">
                <a:ln>
                  <a:noFill/>
                </a:ln>
                <a:solidFill>
                  <a:sysClr val="windowText" lastClr="000000"/>
                </a:solidFill>
                <a:effectLst/>
                <a:uLnTx/>
                <a:uFillTx/>
                <a:latin typeface="Calibri"/>
              </a:rPr>
              <a:t>Aller dans Manage Jenkins &gt; Manage </a:t>
            </a:r>
            <a:r>
              <a:rPr kumimoji="0" lang="fr-FR" sz="2200" i="0" u="none" strike="noStrike" kern="0" cap="none" spc="0" normalizeH="0" baseline="0" noProof="0" dirty="0" err="1">
                <a:ln>
                  <a:noFill/>
                </a:ln>
                <a:solidFill>
                  <a:sysClr val="windowText" lastClr="000000"/>
                </a:solidFill>
                <a:effectLst/>
                <a:uLnTx/>
                <a:uFillTx/>
                <a:latin typeface="Calibri"/>
              </a:rPr>
              <a:t>Credentials</a:t>
            </a:r>
            <a:endParaRPr kumimoji="0" lang="fr-FR" sz="2200" i="0" u="none" strike="noStrike" kern="0" cap="none" spc="0" normalizeH="0" baseline="0" noProof="0" dirty="0">
              <a:ln>
                <a:noFill/>
              </a:ln>
              <a:solidFill>
                <a:sysClr val="windowText" lastClr="000000"/>
              </a:solidFill>
              <a:effectLst/>
              <a:uLnTx/>
              <a:uFillTx/>
              <a:latin typeface="Calibri"/>
            </a:endParaRPr>
          </a:p>
          <a:p>
            <a:pPr marL="457200" marR="0" lvl="0" indent="-457200" defTabSz="914400" eaLnBrk="1" fontAlgn="auto" latinLnBrk="0" hangingPunct="1">
              <a:lnSpc>
                <a:spcPct val="150000"/>
              </a:lnSpc>
              <a:spcBef>
                <a:spcPts val="0"/>
              </a:spcBef>
              <a:spcAft>
                <a:spcPts val="0"/>
              </a:spcAft>
              <a:buClrTx/>
              <a:buSzTx/>
              <a:buFont typeface="+mj-lt"/>
              <a:buAutoNum type="arabicPeriod"/>
              <a:tabLst/>
              <a:defRPr/>
            </a:pPr>
            <a:r>
              <a:rPr kumimoji="0" lang="fr-FR" sz="2200" i="0" u="none" strike="noStrike" kern="0" cap="none" spc="0" normalizeH="0" baseline="0" noProof="0" dirty="0">
                <a:ln>
                  <a:noFill/>
                </a:ln>
                <a:solidFill>
                  <a:sysClr val="windowText" lastClr="000000"/>
                </a:solidFill>
                <a:effectLst/>
                <a:uLnTx/>
                <a:uFillTx/>
                <a:latin typeface="Calibri"/>
              </a:rPr>
              <a:t>Ajouter une nouvelle entrée (mot de passe, clé SSH, </a:t>
            </a:r>
            <a:r>
              <a:rPr kumimoji="0" lang="fr-FR" sz="2200" i="0" u="none" strike="noStrike" kern="0" cap="none" spc="0" normalizeH="0" baseline="0" noProof="0" dirty="0" err="1">
                <a:ln>
                  <a:noFill/>
                </a:ln>
                <a:solidFill>
                  <a:sysClr val="windowText" lastClr="000000"/>
                </a:solidFill>
                <a:effectLst/>
                <a:uLnTx/>
                <a:uFillTx/>
                <a:latin typeface="Calibri"/>
              </a:rPr>
              <a:t>token</a:t>
            </a:r>
            <a:r>
              <a:rPr kumimoji="0" lang="fr-FR" sz="2200" i="0" u="none" strike="noStrike" kern="0" cap="none" spc="0" normalizeH="0" baseline="0" noProof="0" dirty="0">
                <a:ln>
                  <a:noFill/>
                </a:ln>
                <a:solidFill>
                  <a:sysClr val="windowText" lastClr="000000"/>
                </a:solidFill>
                <a:effectLst/>
                <a:uLnTx/>
                <a:uFillTx/>
                <a:latin typeface="Calibri"/>
              </a:rPr>
              <a:t>…)</a:t>
            </a:r>
          </a:p>
          <a:p>
            <a:pPr marL="457200" marR="0" lvl="0" indent="-457200" defTabSz="914400" eaLnBrk="1" fontAlgn="auto" latinLnBrk="0" hangingPunct="1">
              <a:lnSpc>
                <a:spcPct val="150000"/>
              </a:lnSpc>
              <a:spcBef>
                <a:spcPts val="0"/>
              </a:spcBef>
              <a:spcAft>
                <a:spcPts val="0"/>
              </a:spcAft>
              <a:buClrTx/>
              <a:buSzTx/>
              <a:buFont typeface="+mj-lt"/>
              <a:buAutoNum type="arabicPeriod"/>
              <a:tabLst/>
              <a:defRPr/>
            </a:pPr>
            <a:r>
              <a:rPr kumimoji="0" lang="fr-FR" sz="2200" i="0" u="none" strike="noStrike" kern="0" cap="none" spc="0" normalizeH="0" baseline="0" noProof="0" dirty="0">
                <a:ln>
                  <a:noFill/>
                </a:ln>
                <a:solidFill>
                  <a:sysClr val="windowText" lastClr="000000"/>
                </a:solidFill>
                <a:effectLst/>
                <a:uLnTx/>
                <a:uFillTx/>
                <a:latin typeface="Calibri"/>
              </a:rPr>
              <a:t>Utiliser l’identifiant dans un pipeline</a:t>
            </a:r>
          </a:p>
        </p:txBody>
      </p:sp>
    </p:spTree>
    <p:extLst>
      <p:ext uri="{BB962C8B-B14F-4D97-AF65-F5344CB8AC3E}">
        <p14:creationId xmlns:p14="http://schemas.microsoft.com/office/powerpoint/2010/main" val="38527157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2DCBD-2653-6FD8-BA2B-B094275F45E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2ADA61F-8A90-1652-627A-8DCA60C33D7A}"/>
              </a:ext>
            </a:extLst>
          </p:cNvPr>
          <p:cNvSpPr>
            <a:spLocks noGrp="1"/>
          </p:cNvSpPr>
          <p:nvPr>
            <p:ph type="title"/>
          </p:nvPr>
        </p:nvSpPr>
        <p:spPr>
          <a:xfrm>
            <a:off x="1054048" y="98310"/>
            <a:ext cx="9350642" cy="1107996"/>
          </a:xfrm>
        </p:spPr>
        <p:txBody>
          <a:bodyPr/>
          <a:lstStyle/>
          <a:p>
            <a:r>
              <a:rPr lang="fr-FR" b="1" spc="125" dirty="0"/>
              <a:t>Gestion des identifiants (secrets/</a:t>
            </a:r>
            <a:r>
              <a:rPr lang="fr-FR" b="1" spc="125" dirty="0" err="1"/>
              <a:t>credentials</a:t>
            </a:r>
            <a:r>
              <a:rPr lang="fr-FR" b="1" spc="125" dirty="0"/>
              <a:t>)</a:t>
            </a:r>
          </a:p>
        </p:txBody>
      </p:sp>
      <p:sp>
        <p:nvSpPr>
          <p:cNvPr id="5" name="object 2">
            <a:extLst>
              <a:ext uri="{FF2B5EF4-FFF2-40B4-BE49-F238E27FC236}">
                <a16:creationId xmlns:a16="http://schemas.microsoft.com/office/drawing/2014/main" id="{DF2DA199-D0CC-3763-1935-2D6AE777CCA7}"/>
              </a:ext>
            </a:extLst>
          </p:cNvPr>
          <p:cNvSpPr txBox="1"/>
          <p:nvPr/>
        </p:nvSpPr>
        <p:spPr>
          <a:xfrm>
            <a:off x="463550"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4</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8" name="Espace réservé du contenu 2">
            <a:extLst>
              <a:ext uri="{FF2B5EF4-FFF2-40B4-BE49-F238E27FC236}">
                <a16:creationId xmlns:a16="http://schemas.microsoft.com/office/drawing/2014/main" id="{3D1FFCE2-8F50-4678-028B-44A898074BA7}"/>
              </a:ext>
            </a:extLst>
          </p:cNvPr>
          <p:cNvSpPr txBox="1">
            <a:spLocks/>
          </p:cNvSpPr>
          <p:nvPr/>
        </p:nvSpPr>
        <p:spPr>
          <a:xfrm>
            <a:off x="463550" y="1568450"/>
            <a:ext cx="10515600" cy="4848225"/>
          </a:xfrm>
          <a:prstGeom prst="rect">
            <a:avLst/>
          </a:prstGeom>
        </p:spPr>
        <p:txBody>
          <a:bodyPr wrap="square" lIns="0" tIns="0" rIns="0" bIns="0">
            <a:normAutofit/>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0F33B06A-BA60-906D-FAAC-AAE6FC297D77}"/>
              </a:ext>
            </a:extLst>
          </p:cNvPr>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lang="fr-FR" sz="1200" spc="-25" dirty="0">
                <a:solidFill>
                  <a:prstClr val="white"/>
                </a:solidFill>
                <a:latin typeface="Calibri"/>
                <a:cs typeface="Calibri"/>
              </a:rPr>
              <a:t>72</a:t>
            </a:r>
            <a:endParaRPr kumimoji="0" lang="fr-FR" sz="1200" b="0" i="0" u="none" strike="noStrike" kern="0" cap="none" spc="-25" normalizeH="0" baseline="0" noProof="0" dirty="0">
              <a:ln>
                <a:noFill/>
              </a:ln>
              <a:solidFill>
                <a:prstClr val="white"/>
              </a:solidFill>
              <a:effectLst/>
              <a:uLnTx/>
              <a:uFillTx/>
              <a:latin typeface="Calibri"/>
              <a:cs typeface="Calibri"/>
            </a:endParaRPr>
          </a:p>
        </p:txBody>
      </p:sp>
      <p:sp>
        <p:nvSpPr>
          <p:cNvPr id="11" name="TextBox 10">
            <a:extLst>
              <a:ext uri="{FF2B5EF4-FFF2-40B4-BE49-F238E27FC236}">
                <a16:creationId xmlns:a16="http://schemas.microsoft.com/office/drawing/2014/main" id="{E0D85E48-083E-E953-4429-03DA27593168}"/>
              </a:ext>
            </a:extLst>
          </p:cNvPr>
          <p:cNvSpPr txBox="1"/>
          <p:nvPr/>
        </p:nvSpPr>
        <p:spPr>
          <a:xfrm>
            <a:off x="539750" y="1174148"/>
            <a:ext cx="9636340" cy="5958682"/>
          </a:xfrm>
          <a:prstGeom prst="rect">
            <a:avLst/>
          </a:prstGeom>
          <a:noFill/>
        </p:spPr>
        <p:txBody>
          <a:bodyPr wrap="square">
            <a:spAutoFit/>
          </a:bodyPr>
          <a:lstStyle/>
          <a:p>
            <a:pPr marR="0" lvl="0" defTabSz="914400" eaLnBrk="1" fontAlgn="auto" latinLnBrk="0" hangingPunct="1">
              <a:lnSpc>
                <a:spcPct val="150000"/>
              </a:lnSpc>
              <a:spcBef>
                <a:spcPts val="0"/>
              </a:spcBef>
              <a:spcAft>
                <a:spcPts val="0"/>
              </a:spcAft>
              <a:buClrTx/>
              <a:buSzTx/>
              <a:tabLst/>
              <a:defRPr/>
            </a:pPr>
            <a:r>
              <a:rPr kumimoji="0" lang="fr-FR" sz="2200" b="1" i="0" u="none" strike="noStrike" kern="0" cap="none" spc="0" normalizeH="0" baseline="0" noProof="0" dirty="0">
                <a:ln>
                  <a:noFill/>
                </a:ln>
                <a:solidFill>
                  <a:sysClr val="windowText" lastClr="000000"/>
                </a:solidFill>
                <a:effectLst/>
                <a:uLnTx/>
                <a:uFillTx/>
                <a:latin typeface="Calibri"/>
              </a:rPr>
              <a:t>Exemple d’utilisation dans un </a:t>
            </a:r>
            <a:r>
              <a:rPr kumimoji="0" lang="fr-FR" sz="2200" b="1" i="0" u="none" strike="noStrike" kern="0" cap="none" spc="0" normalizeH="0" baseline="0" noProof="0" dirty="0" err="1">
                <a:ln>
                  <a:noFill/>
                </a:ln>
                <a:solidFill>
                  <a:sysClr val="windowText" lastClr="000000"/>
                </a:solidFill>
                <a:effectLst/>
                <a:uLnTx/>
                <a:uFillTx/>
                <a:latin typeface="Calibri"/>
              </a:rPr>
              <a:t>Jenkinsfile</a:t>
            </a:r>
            <a:endParaRPr kumimoji="0" lang="fr-FR" sz="2200" b="1" i="0" u="none" strike="noStrike" kern="0" cap="none" spc="0" normalizeH="0" baseline="0" noProof="0" dirty="0">
              <a:ln>
                <a:noFill/>
              </a:ln>
              <a:solidFill>
                <a:sysClr val="windowText" lastClr="000000"/>
              </a:solidFill>
              <a:effectLst/>
              <a:uLnTx/>
              <a:uFillTx/>
              <a:latin typeface="Calibri"/>
            </a:endParaRPr>
          </a:p>
          <a:p>
            <a:pPr marR="0" lvl="0" defTabSz="914400" eaLnBrk="1" fontAlgn="auto" latinLnBrk="0" hangingPunct="1">
              <a:lnSpc>
                <a:spcPct val="150000"/>
              </a:lnSpc>
              <a:spcBef>
                <a:spcPts val="0"/>
              </a:spcBef>
              <a:spcAft>
                <a:spcPts val="0"/>
              </a:spcAft>
              <a:buClrTx/>
              <a:buSzTx/>
              <a:tabLst/>
              <a:defRPr/>
            </a:pP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pipeline {</a:t>
            </a:r>
          </a:p>
          <a:p>
            <a:pPr marR="0" lvl="0" defTabSz="914400" eaLnBrk="1" fontAlgn="auto" latinLnBrk="0" hangingPunct="1">
              <a:lnSpc>
                <a:spcPct val="150000"/>
              </a:lnSpc>
              <a:spcBef>
                <a:spcPts val="0"/>
              </a:spcBef>
              <a:spcAft>
                <a:spcPts val="0"/>
              </a:spcAft>
              <a:buClrTx/>
              <a:buSzTx/>
              <a:tabLst/>
              <a:defRPr/>
            </a:pP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    agent </a:t>
            </a:r>
            <a:r>
              <a:rPr kumimoji="0" lang="fr-FR" i="0" u="none" strike="noStrike" kern="0" cap="none" spc="0" normalizeH="0" baseline="0" noProof="0" dirty="0" err="1">
                <a:ln>
                  <a:noFill/>
                </a:ln>
                <a:solidFill>
                  <a:sysClr val="windowText" lastClr="000000"/>
                </a:solidFill>
                <a:effectLst/>
                <a:highlight>
                  <a:srgbClr val="C0C0C0"/>
                </a:highlight>
                <a:uLnTx/>
                <a:uFillTx/>
                <a:latin typeface="Calibri"/>
              </a:rPr>
              <a:t>any</a:t>
            </a:r>
            <a:endParaRPr kumimoji="0" lang="fr-FR" i="0" u="none" strike="noStrike" kern="0" cap="none" spc="0" normalizeH="0" baseline="0" noProof="0" dirty="0">
              <a:ln>
                <a:noFill/>
              </a:ln>
              <a:solidFill>
                <a:sysClr val="windowText" lastClr="000000"/>
              </a:solidFill>
              <a:effectLst/>
              <a:highlight>
                <a:srgbClr val="C0C0C0"/>
              </a:highlight>
              <a:uLnTx/>
              <a:uFillTx/>
              <a:latin typeface="Calibri"/>
            </a:endParaRPr>
          </a:p>
          <a:p>
            <a:pPr marR="0" lvl="0" defTabSz="914400" eaLnBrk="1" fontAlgn="auto" latinLnBrk="0" hangingPunct="1">
              <a:lnSpc>
                <a:spcPct val="150000"/>
              </a:lnSpc>
              <a:spcBef>
                <a:spcPts val="0"/>
              </a:spcBef>
              <a:spcAft>
                <a:spcPts val="0"/>
              </a:spcAft>
              <a:buClrTx/>
              <a:buSzTx/>
              <a:tabLst/>
              <a:defRPr/>
            </a:pP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    </a:t>
            </a:r>
            <a:r>
              <a:rPr kumimoji="0" lang="fr-FR" i="0" u="none" strike="noStrike" kern="0" cap="none" spc="0" normalizeH="0" baseline="0" noProof="0" dirty="0" err="1">
                <a:ln>
                  <a:noFill/>
                </a:ln>
                <a:solidFill>
                  <a:sysClr val="windowText" lastClr="000000"/>
                </a:solidFill>
                <a:effectLst/>
                <a:highlight>
                  <a:srgbClr val="C0C0C0"/>
                </a:highlight>
                <a:uLnTx/>
                <a:uFillTx/>
                <a:latin typeface="Calibri"/>
              </a:rPr>
              <a:t>environment</a:t>
            </a: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 {</a:t>
            </a:r>
          </a:p>
          <a:p>
            <a:pPr marR="0" lvl="0" defTabSz="914400" eaLnBrk="1" fontAlgn="auto" latinLnBrk="0" hangingPunct="1">
              <a:lnSpc>
                <a:spcPct val="150000"/>
              </a:lnSpc>
              <a:spcBef>
                <a:spcPts val="0"/>
              </a:spcBef>
              <a:spcAft>
                <a:spcPts val="0"/>
              </a:spcAft>
              <a:buClrTx/>
              <a:buSzTx/>
              <a:tabLst/>
              <a:defRPr/>
            </a:pP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        DOCKER_CREDENTIALS = </a:t>
            </a:r>
            <a:r>
              <a:rPr kumimoji="0" lang="fr-FR" i="0" u="none" strike="noStrike" kern="0" cap="none" spc="0" normalizeH="0" baseline="0" noProof="0" dirty="0" err="1">
                <a:ln>
                  <a:noFill/>
                </a:ln>
                <a:solidFill>
                  <a:sysClr val="windowText" lastClr="000000"/>
                </a:solidFill>
                <a:effectLst/>
                <a:highlight>
                  <a:srgbClr val="C0C0C0"/>
                </a:highlight>
                <a:uLnTx/>
                <a:uFillTx/>
                <a:latin typeface="Calibri"/>
              </a:rPr>
              <a:t>credentials</a:t>
            </a: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('docker-hub-</a:t>
            </a:r>
            <a:r>
              <a:rPr kumimoji="0" lang="fr-FR" i="0" u="none" strike="noStrike" kern="0" cap="none" spc="0" normalizeH="0" baseline="0" noProof="0" dirty="0" err="1">
                <a:ln>
                  <a:noFill/>
                </a:ln>
                <a:solidFill>
                  <a:sysClr val="windowText" lastClr="000000"/>
                </a:solidFill>
                <a:effectLst/>
                <a:highlight>
                  <a:srgbClr val="C0C0C0"/>
                </a:highlight>
                <a:uLnTx/>
                <a:uFillTx/>
                <a:latin typeface="Calibri"/>
              </a:rPr>
              <a:t>creds</a:t>
            </a: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a:t>
            </a:r>
          </a:p>
          <a:p>
            <a:pPr marR="0" lvl="0" defTabSz="914400" eaLnBrk="1" fontAlgn="auto" latinLnBrk="0" hangingPunct="1">
              <a:lnSpc>
                <a:spcPct val="150000"/>
              </a:lnSpc>
              <a:spcBef>
                <a:spcPts val="0"/>
              </a:spcBef>
              <a:spcAft>
                <a:spcPts val="0"/>
              </a:spcAft>
              <a:buClrTx/>
              <a:buSzTx/>
              <a:tabLst/>
              <a:defRPr/>
            </a:pP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    }    </a:t>
            </a:r>
          </a:p>
          <a:p>
            <a:pPr marR="0" lvl="0" defTabSz="914400" eaLnBrk="1" fontAlgn="auto" latinLnBrk="0" hangingPunct="1">
              <a:lnSpc>
                <a:spcPct val="150000"/>
              </a:lnSpc>
              <a:spcBef>
                <a:spcPts val="0"/>
              </a:spcBef>
              <a:spcAft>
                <a:spcPts val="0"/>
              </a:spcAft>
              <a:buClrTx/>
              <a:buSzTx/>
              <a:tabLst/>
              <a:defRPr/>
            </a:pP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stages { </a:t>
            </a:r>
          </a:p>
          <a:p>
            <a:pPr marR="0" lvl="0" defTabSz="914400" eaLnBrk="1" fontAlgn="auto" latinLnBrk="0" hangingPunct="1">
              <a:lnSpc>
                <a:spcPct val="150000"/>
              </a:lnSpc>
              <a:spcBef>
                <a:spcPts val="0"/>
              </a:spcBef>
              <a:spcAft>
                <a:spcPts val="0"/>
              </a:spcAft>
              <a:buClrTx/>
              <a:buSzTx/>
              <a:tabLst/>
              <a:defRPr/>
            </a:pP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       stage('Login to Docker Hub’) {</a:t>
            </a:r>
          </a:p>
          <a:p>
            <a:pPr marR="0" lvl="0" defTabSz="914400" eaLnBrk="1" fontAlgn="auto" latinLnBrk="0" hangingPunct="1">
              <a:lnSpc>
                <a:spcPct val="150000"/>
              </a:lnSpc>
              <a:spcBef>
                <a:spcPts val="0"/>
              </a:spcBef>
              <a:spcAft>
                <a:spcPts val="0"/>
              </a:spcAft>
              <a:buClrTx/>
              <a:buSzTx/>
              <a:tabLst/>
              <a:defRPr/>
            </a:pP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            </a:t>
            </a:r>
            <a:r>
              <a:rPr kumimoji="0" lang="fr-FR" i="0" u="none" strike="noStrike" kern="0" cap="none" spc="0" normalizeH="0" baseline="0" noProof="0" dirty="0" err="1">
                <a:ln>
                  <a:noFill/>
                </a:ln>
                <a:solidFill>
                  <a:sysClr val="windowText" lastClr="000000"/>
                </a:solidFill>
                <a:effectLst/>
                <a:highlight>
                  <a:srgbClr val="C0C0C0"/>
                </a:highlight>
                <a:uLnTx/>
                <a:uFillTx/>
                <a:latin typeface="Calibri"/>
              </a:rPr>
              <a:t>steps</a:t>
            </a: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 { </a:t>
            </a:r>
          </a:p>
          <a:p>
            <a:pPr marR="0" lvl="0" defTabSz="914400" eaLnBrk="1" fontAlgn="auto" latinLnBrk="0" hangingPunct="1">
              <a:lnSpc>
                <a:spcPct val="150000"/>
              </a:lnSpc>
              <a:spcBef>
                <a:spcPts val="0"/>
              </a:spcBef>
              <a:spcAft>
                <a:spcPts val="0"/>
              </a:spcAft>
              <a:buClrTx/>
              <a:buSzTx/>
              <a:tabLst/>
              <a:defRPr/>
            </a:pP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               sh '</a:t>
            </a:r>
            <a:r>
              <a:rPr kumimoji="0" lang="fr-FR" i="0" u="none" strike="noStrike" kern="0" cap="none" spc="0" normalizeH="0" baseline="0" noProof="0" dirty="0" err="1">
                <a:ln>
                  <a:noFill/>
                </a:ln>
                <a:solidFill>
                  <a:sysClr val="windowText" lastClr="000000"/>
                </a:solidFill>
                <a:effectLst/>
                <a:highlight>
                  <a:srgbClr val="C0C0C0"/>
                </a:highlight>
                <a:uLnTx/>
                <a:uFillTx/>
                <a:latin typeface="Calibri"/>
              </a:rPr>
              <a:t>echo</a:t>
            </a: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 $DOCKER_CREDENTIALS | docker login -u user --</a:t>
            </a:r>
            <a:r>
              <a:rPr kumimoji="0" lang="fr-FR" i="0" u="none" strike="noStrike" kern="0" cap="none" spc="0" normalizeH="0" baseline="0" noProof="0" dirty="0" err="1">
                <a:ln>
                  <a:noFill/>
                </a:ln>
                <a:solidFill>
                  <a:sysClr val="windowText" lastClr="000000"/>
                </a:solidFill>
                <a:effectLst/>
                <a:highlight>
                  <a:srgbClr val="C0C0C0"/>
                </a:highlight>
                <a:uLnTx/>
                <a:uFillTx/>
                <a:latin typeface="Calibri"/>
              </a:rPr>
              <a:t>password-stdin</a:t>
            </a: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a:t>
            </a:r>
          </a:p>
          <a:p>
            <a:pPr marR="0" lvl="0" defTabSz="914400" eaLnBrk="1" fontAlgn="auto" latinLnBrk="0" hangingPunct="1">
              <a:lnSpc>
                <a:spcPct val="150000"/>
              </a:lnSpc>
              <a:spcBef>
                <a:spcPts val="0"/>
              </a:spcBef>
              <a:spcAft>
                <a:spcPts val="0"/>
              </a:spcAft>
              <a:buClrTx/>
              <a:buSzTx/>
              <a:tabLst/>
              <a:defRPr/>
            </a:pP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            }</a:t>
            </a:r>
          </a:p>
          <a:p>
            <a:pPr marR="0" lvl="0" defTabSz="914400" eaLnBrk="1" fontAlgn="auto" latinLnBrk="0" hangingPunct="1">
              <a:lnSpc>
                <a:spcPct val="150000"/>
              </a:lnSpc>
              <a:spcBef>
                <a:spcPts val="0"/>
              </a:spcBef>
              <a:spcAft>
                <a:spcPts val="0"/>
              </a:spcAft>
              <a:buClrTx/>
              <a:buSzTx/>
              <a:tabLst/>
              <a:defRPr/>
            </a:pP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        }</a:t>
            </a:r>
          </a:p>
          <a:p>
            <a:pPr marR="0" lvl="0" defTabSz="914400" eaLnBrk="1" fontAlgn="auto" latinLnBrk="0" hangingPunct="1">
              <a:lnSpc>
                <a:spcPct val="150000"/>
              </a:lnSpc>
              <a:spcBef>
                <a:spcPts val="0"/>
              </a:spcBef>
              <a:spcAft>
                <a:spcPts val="0"/>
              </a:spcAft>
              <a:buClrTx/>
              <a:buSzTx/>
              <a:tabLst/>
              <a:defRPr/>
            </a:pP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    }</a:t>
            </a:r>
          </a:p>
          <a:p>
            <a:pPr marR="0" lvl="0" defTabSz="914400" eaLnBrk="1" fontAlgn="auto" latinLnBrk="0" hangingPunct="1">
              <a:lnSpc>
                <a:spcPct val="150000"/>
              </a:lnSpc>
              <a:spcBef>
                <a:spcPts val="0"/>
              </a:spcBef>
              <a:spcAft>
                <a:spcPts val="0"/>
              </a:spcAft>
              <a:buClrTx/>
              <a:buSzTx/>
              <a:tabLst/>
              <a:defRPr/>
            </a:pPr>
            <a:r>
              <a:rPr kumimoji="0" lang="fr-FR" i="0" u="none" strike="noStrike" kern="0" cap="none" spc="0" normalizeH="0" baseline="0" noProof="0" dirty="0">
                <a:ln>
                  <a:noFill/>
                </a:ln>
                <a:solidFill>
                  <a:sysClr val="windowText" lastClr="000000"/>
                </a:solidFill>
                <a:effectLst/>
                <a:highlight>
                  <a:srgbClr val="C0C0C0"/>
                </a:highlight>
                <a:uLnTx/>
                <a:uFillTx/>
                <a:latin typeface="Calibri"/>
              </a:rPr>
              <a:t>}</a:t>
            </a:r>
          </a:p>
        </p:txBody>
      </p:sp>
    </p:spTree>
    <p:extLst>
      <p:ext uri="{BB962C8B-B14F-4D97-AF65-F5344CB8AC3E}">
        <p14:creationId xmlns:p14="http://schemas.microsoft.com/office/powerpoint/2010/main" val="63239464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9B43E-1A0A-03DB-2BF9-F65188C3FEE2}"/>
            </a:ext>
          </a:extLst>
        </p:cNvPr>
        <p:cNvGrpSpPr/>
        <p:nvPr/>
      </p:nvGrpSpPr>
      <p:grpSpPr>
        <a:xfrm>
          <a:off x="0" y="0"/>
          <a:ext cx="0" cy="0"/>
          <a:chOff x="0" y="0"/>
          <a:chExt cx="0" cy="0"/>
        </a:xfrm>
      </p:grpSpPr>
      <p:pic>
        <p:nvPicPr>
          <p:cNvPr id="5" name="Picture 2" descr="http://www.gestion-360.fr/wpimages/wp53ad32cb_06.png">
            <a:extLst>
              <a:ext uri="{FF2B5EF4-FFF2-40B4-BE49-F238E27FC236}">
                <a16:creationId xmlns:a16="http://schemas.microsoft.com/office/drawing/2014/main" id="{AA3E4B31-73E3-9471-D1A0-BE8041673A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0145" y="2649609"/>
            <a:ext cx="2279005" cy="2195441"/>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5B7572EA-C28C-452E-A787-C88F1C49AB3D}"/>
              </a:ext>
            </a:extLst>
          </p:cNvPr>
          <p:cNvSpPr txBox="1"/>
          <p:nvPr/>
        </p:nvSpPr>
        <p:spPr>
          <a:xfrm>
            <a:off x="1377950" y="1644650"/>
            <a:ext cx="3359795" cy="204517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2800" b="1" i="0" u="none" strike="noStrike" kern="0" cap="none" spc="0" normalizeH="0" baseline="0" noProof="0" dirty="0">
                <a:ln>
                  <a:noFill/>
                </a:ln>
                <a:solidFill>
                  <a:sysClr val="windowText" lastClr="000000"/>
                </a:solidFill>
                <a:effectLst/>
                <a:uLnTx/>
                <a:uFillTx/>
                <a:latin typeface="Calibri"/>
              </a:rPr>
              <a:t>Travaux pratiques</a:t>
            </a:r>
          </a:p>
          <a:p>
            <a:pPr marL="0" marR="0" lvl="0" indent="0" defTabSz="91440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dirty="0">
              <a:ln>
                <a:noFill/>
              </a:ln>
              <a:solidFill>
                <a:sysClr val="windowText" lastClr="000000"/>
              </a:solidFill>
              <a:effectLst/>
              <a:uLnTx/>
              <a:uFillTx/>
              <a:latin typeface="Calibri"/>
            </a:endParaRP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000" b="0" i="0" u="none" strike="noStrike" kern="0" cap="none" spc="0" normalizeH="0" baseline="0" noProof="0" dirty="0">
                <a:ln>
                  <a:noFill/>
                </a:ln>
                <a:solidFill>
                  <a:sysClr val="windowText" lastClr="000000"/>
                </a:solidFill>
                <a:effectLst/>
                <a:uLnTx/>
                <a:uFillTx/>
                <a:latin typeface="Calibri"/>
              </a:rPr>
              <a:t>Ajout de variables et de </a:t>
            </a:r>
            <a:r>
              <a:rPr kumimoji="0" lang="fr-FR" sz="2000" b="0" i="0" u="none" strike="noStrike" kern="0" cap="none" spc="0" normalizeH="0" baseline="0" noProof="0" dirty="0" err="1">
                <a:ln>
                  <a:noFill/>
                </a:ln>
                <a:solidFill>
                  <a:sysClr val="windowText" lastClr="000000"/>
                </a:solidFill>
                <a:effectLst/>
                <a:uLnTx/>
                <a:uFillTx/>
                <a:latin typeface="Calibri"/>
              </a:rPr>
              <a:t>credentials</a:t>
            </a:r>
            <a:endParaRPr kumimoji="0" lang="fr-FR" sz="2000" b="0" i="0" u="none" strike="noStrike" kern="0" cap="none" spc="0" normalizeH="0" baseline="0" noProof="0" dirty="0">
              <a:ln>
                <a:noFill/>
              </a:ln>
              <a:solidFill>
                <a:sysClr val="windowText" lastClr="000000"/>
              </a:solidFill>
              <a:effectLst/>
              <a:uLnTx/>
              <a:uFillTx/>
              <a:latin typeface="Calibri"/>
            </a:endParaRP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000" b="0" i="0" u="none" strike="noStrike" kern="0" cap="none" spc="0" normalizeH="0" baseline="0" noProof="0" dirty="0">
                <a:ln>
                  <a:noFill/>
                </a:ln>
                <a:solidFill>
                  <a:sysClr val="windowText" lastClr="000000"/>
                </a:solidFill>
                <a:effectLst/>
                <a:uLnTx/>
                <a:uFillTx/>
                <a:latin typeface="Calibri"/>
              </a:rPr>
              <a:t>Gestion des artefacts</a:t>
            </a:r>
          </a:p>
        </p:txBody>
      </p:sp>
      <p:sp>
        <p:nvSpPr>
          <p:cNvPr id="7" name="Rectangle 6">
            <a:extLst>
              <a:ext uri="{FF2B5EF4-FFF2-40B4-BE49-F238E27FC236}">
                <a16:creationId xmlns:a16="http://schemas.microsoft.com/office/drawing/2014/main" id="{4945AC87-4200-ED04-63B7-4E72D88FBDD3}"/>
              </a:ext>
            </a:extLst>
          </p:cNvPr>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lang="fr-FR" sz="1200" spc="-25" dirty="0">
                <a:solidFill>
                  <a:prstClr val="white"/>
                </a:solidFill>
                <a:latin typeface="Calibri"/>
                <a:cs typeface="Calibri"/>
              </a:rPr>
              <a:t>7</a:t>
            </a:r>
            <a:r>
              <a:rPr kumimoji="0" lang="fr-FR" sz="1200" b="0" i="0" u="none" strike="noStrike" kern="0" cap="none" spc="-25" normalizeH="0" baseline="0" noProof="0" dirty="0">
                <a:ln>
                  <a:noFill/>
                </a:ln>
                <a:solidFill>
                  <a:prstClr val="white"/>
                </a:solidFill>
                <a:effectLst/>
                <a:uLnTx/>
                <a:uFillTx/>
                <a:latin typeface="Calibri"/>
                <a:cs typeface="Calibri"/>
              </a:rPr>
              <a:t>3</a:t>
            </a:r>
          </a:p>
        </p:txBody>
      </p:sp>
      <p:sp>
        <p:nvSpPr>
          <p:cNvPr id="2" name="object 15">
            <a:extLst>
              <a:ext uri="{FF2B5EF4-FFF2-40B4-BE49-F238E27FC236}">
                <a16:creationId xmlns:a16="http://schemas.microsoft.com/office/drawing/2014/main" id="{989067D2-65A9-0FED-3A18-A6E4C56EFCB6}"/>
              </a:ext>
            </a:extLst>
          </p:cNvPr>
          <p:cNvSpPr txBox="1"/>
          <p:nvPr/>
        </p:nvSpPr>
        <p:spPr>
          <a:xfrm>
            <a:off x="412750" y="196850"/>
            <a:ext cx="203200" cy="328295"/>
          </a:xfrm>
          <a:prstGeom prst="rect">
            <a:avLst/>
          </a:prstGeom>
        </p:spPr>
        <p:txBody>
          <a:bodyPr vert="horz" wrap="square" lIns="0" tIns="17145" rIns="0" bIns="0" rtlCol="0">
            <a:spAutoFit/>
          </a:bodyPr>
          <a:lstStyle/>
          <a:p>
            <a:pPr marL="12700">
              <a:lnSpc>
                <a:spcPct val="100000"/>
              </a:lnSpc>
              <a:spcBef>
                <a:spcPts val="135"/>
              </a:spcBef>
            </a:pPr>
            <a:r>
              <a:rPr lang="fr-FR" sz="2000" dirty="0"/>
              <a:t>🚀</a:t>
            </a:r>
            <a:endParaRPr sz="1950" dirty="0">
              <a:latin typeface="Calibri"/>
              <a:cs typeface="Calibri"/>
            </a:endParaRPr>
          </a:p>
        </p:txBody>
      </p:sp>
    </p:spTree>
    <p:extLst>
      <p:ext uri="{BB962C8B-B14F-4D97-AF65-F5344CB8AC3E}">
        <p14:creationId xmlns:p14="http://schemas.microsoft.com/office/powerpoint/2010/main" val="62162868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CE11D-6221-02AF-FB5E-10D085126910}"/>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8C04ABE1-EE33-79E3-F4CC-83B2EB414D15}"/>
              </a:ext>
            </a:extLst>
          </p:cNvPr>
          <p:cNvGrpSpPr/>
          <p:nvPr/>
        </p:nvGrpSpPr>
        <p:grpSpPr>
          <a:xfrm>
            <a:off x="-4762" y="-4762"/>
            <a:ext cx="3516312" cy="7566025"/>
            <a:chOff x="-4762" y="-4762"/>
            <a:chExt cx="4894580" cy="7566025"/>
          </a:xfrm>
          <a:solidFill>
            <a:schemeClr val="tx2">
              <a:lumMod val="75000"/>
            </a:schemeClr>
          </a:solidFill>
        </p:grpSpPr>
        <p:sp>
          <p:nvSpPr>
            <p:cNvPr id="3" name="object 3">
              <a:extLst>
                <a:ext uri="{FF2B5EF4-FFF2-40B4-BE49-F238E27FC236}">
                  <a16:creationId xmlns:a16="http://schemas.microsoft.com/office/drawing/2014/main" id="{D7872AAC-3026-40CC-AF52-78C99B49BBE1}"/>
                </a:ext>
              </a:extLst>
            </p:cNvPr>
            <p:cNvSpPr/>
            <p:nvPr/>
          </p:nvSpPr>
          <p:spPr>
            <a:xfrm>
              <a:off x="0" y="0"/>
              <a:ext cx="4885055" cy="7556500"/>
            </a:xfrm>
            <a:custGeom>
              <a:avLst/>
              <a:gdLst/>
              <a:ahLst/>
              <a:cxnLst/>
              <a:rect l="l" t="t" r="r" b="b"/>
              <a:pathLst>
                <a:path w="4885055" h="7556500">
                  <a:moveTo>
                    <a:pt x="0" y="0"/>
                  </a:moveTo>
                  <a:lnTo>
                    <a:pt x="4885024" y="0"/>
                  </a:lnTo>
                  <a:lnTo>
                    <a:pt x="4885024" y="7556499"/>
                  </a:lnTo>
                  <a:lnTo>
                    <a:pt x="0" y="7556499"/>
                  </a:lnTo>
                  <a:lnTo>
                    <a:pt x="0" y="0"/>
                  </a:lnTo>
                  <a:close/>
                </a:path>
              </a:pathLst>
            </a:custGeom>
            <a:grpFill/>
            <a:ln>
              <a:solidFill>
                <a:schemeClr val="accent5">
                  <a:lumMod val="50000"/>
                </a:schemeClr>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 name="object 4">
              <a:extLst>
                <a:ext uri="{FF2B5EF4-FFF2-40B4-BE49-F238E27FC236}">
                  <a16:creationId xmlns:a16="http://schemas.microsoft.com/office/drawing/2014/main" id="{A87056E7-9797-BF0D-913A-668B2E116C6A}"/>
                </a:ext>
              </a:extLst>
            </p:cNvPr>
            <p:cNvSpPr/>
            <p:nvPr/>
          </p:nvSpPr>
          <p:spPr>
            <a:xfrm>
              <a:off x="0" y="0"/>
              <a:ext cx="4885055" cy="7556500"/>
            </a:xfrm>
            <a:custGeom>
              <a:avLst/>
              <a:gdLst/>
              <a:ahLst/>
              <a:cxnLst/>
              <a:rect l="l" t="t" r="r" b="b"/>
              <a:pathLst>
                <a:path w="4885055" h="7556500">
                  <a:moveTo>
                    <a:pt x="0" y="0"/>
                  </a:moveTo>
                  <a:lnTo>
                    <a:pt x="4885024" y="0"/>
                  </a:lnTo>
                  <a:lnTo>
                    <a:pt x="4885024" y="7556499"/>
                  </a:lnTo>
                </a:path>
                <a:path w="4885055" h="7556500">
                  <a:moveTo>
                    <a:pt x="0" y="7556499"/>
                  </a:moveTo>
                  <a:lnTo>
                    <a:pt x="0" y="0"/>
                  </a:lnTo>
                </a:path>
              </a:pathLst>
            </a:custGeom>
            <a:grpFill/>
            <a:ln w="9524">
              <a:solidFill>
                <a:schemeClr val="accent5">
                  <a:lumMod val="50000"/>
                </a:schemeClr>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5" name="object 5">
            <a:extLst>
              <a:ext uri="{FF2B5EF4-FFF2-40B4-BE49-F238E27FC236}">
                <a16:creationId xmlns:a16="http://schemas.microsoft.com/office/drawing/2014/main" id="{600C0395-63D2-244D-1D2A-8FB79B8BD98E}"/>
              </a:ext>
            </a:extLst>
          </p:cNvPr>
          <p:cNvSpPr txBox="1"/>
          <p:nvPr/>
        </p:nvSpPr>
        <p:spPr>
          <a:xfrm>
            <a:off x="234950" y="882595"/>
            <a:ext cx="3188210" cy="2399439"/>
          </a:xfrm>
          <a:prstGeom prst="rect">
            <a:avLst/>
          </a:prstGeom>
        </p:spPr>
        <p:txBody>
          <a:bodyPr vert="horz" wrap="square" lIns="0" tIns="250190" rIns="0" bIns="0" rtlCol="0">
            <a:spAutoFit/>
          </a:bodyPr>
          <a:lstStyle/>
          <a:p>
            <a:pPr marL="196215" marR="0" lvl="0" indent="0" defTabSz="914400" eaLnBrk="1" fontAlgn="auto" latinLnBrk="0" hangingPunct="1">
              <a:lnSpc>
                <a:spcPct val="100000"/>
              </a:lnSpc>
              <a:spcBef>
                <a:spcPts val="1970"/>
              </a:spcBef>
              <a:spcAft>
                <a:spcPts val="0"/>
              </a:spcAft>
              <a:buClrTx/>
              <a:buSzTx/>
              <a:buFontTx/>
              <a:buNone/>
              <a:tabLst>
                <a:tab pos="708660" algn="l"/>
                <a:tab pos="1186815" algn="l"/>
              </a:tabLst>
              <a:defRPr/>
            </a:pPr>
            <a:r>
              <a:rPr kumimoji="0" sz="3600" b="0" i="0" u="none" strike="noStrike" kern="0" cap="none" spc="-25" normalizeH="0" baseline="0" noProof="0" dirty="0">
                <a:ln>
                  <a:noFill/>
                </a:ln>
                <a:solidFill>
                  <a:srgbClr val="FFFFFF"/>
                </a:solidFill>
                <a:effectLst/>
                <a:uLnTx/>
                <a:uFillTx/>
                <a:latin typeface="Calibri"/>
                <a:cs typeface="Calibri"/>
              </a:rPr>
              <a:t>//</a:t>
            </a:r>
            <a:r>
              <a:rPr kumimoji="0" sz="3600" b="0" i="0" u="none" strike="noStrike" kern="0" cap="none" spc="0" normalizeH="0" baseline="0" noProof="0" dirty="0">
                <a:ln>
                  <a:noFill/>
                </a:ln>
                <a:solidFill>
                  <a:srgbClr val="FFFFFF"/>
                </a:solidFill>
                <a:effectLst/>
                <a:uLnTx/>
                <a:uFillTx/>
                <a:latin typeface="Calibri"/>
                <a:cs typeface="Calibri"/>
              </a:rPr>
              <a:t>	</a:t>
            </a:r>
            <a:r>
              <a:rPr lang="fr-FR" sz="5400" b="1" spc="315" baseline="2314" dirty="0">
                <a:solidFill>
                  <a:srgbClr val="FFFFFF"/>
                </a:solidFill>
                <a:latin typeface="Calibri"/>
                <a:cs typeface="Calibri"/>
              </a:rPr>
              <a:t>F</a:t>
            </a:r>
            <a:r>
              <a:rPr kumimoji="0" sz="5400" b="1" i="0" u="none" strike="noStrike" kern="0" cap="none" spc="0" normalizeH="0" baseline="2314" noProof="0" dirty="0">
                <a:ln>
                  <a:noFill/>
                </a:ln>
                <a:solidFill>
                  <a:srgbClr val="FFFFFF"/>
                </a:solidFill>
                <a:effectLst/>
                <a:uLnTx/>
                <a:uFillTx/>
                <a:latin typeface="Calibri"/>
                <a:cs typeface="Calibri"/>
              </a:rPr>
              <a:t>	</a:t>
            </a:r>
            <a:r>
              <a:rPr kumimoji="0" sz="3600" b="0" i="0" u="none" strike="noStrike" kern="0" cap="none" spc="-25" normalizeH="0" baseline="0" noProof="0" dirty="0">
                <a:ln>
                  <a:noFill/>
                </a:ln>
                <a:solidFill>
                  <a:srgbClr val="FFFFFF"/>
                </a:solidFill>
                <a:effectLst/>
                <a:uLnTx/>
                <a:uFillTx/>
                <a:latin typeface="Calibri"/>
                <a:cs typeface="Calibri"/>
              </a:rPr>
              <a:t>//</a:t>
            </a:r>
            <a:endParaRPr kumimoji="0" sz="3600" b="0" i="0" u="none" strike="noStrike" kern="0" cap="none" spc="0" normalizeH="0" baseline="0" noProof="0" dirty="0">
              <a:ln>
                <a:noFill/>
              </a:ln>
              <a:solidFill>
                <a:sysClr val="windowText" lastClr="000000"/>
              </a:solidFill>
              <a:effectLst/>
              <a:uLnTx/>
              <a:uFillTx/>
              <a:latin typeface="Calibri"/>
              <a:cs typeface="Calibri"/>
            </a:endParaRPr>
          </a:p>
          <a:p>
            <a:pPr marL="12700" marR="0" lvl="0" indent="0" defTabSz="914400" eaLnBrk="1" fontAlgn="auto" latinLnBrk="0" hangingPunct="1">
              <a:lnSpc>
                <a:spcPct val="100000"/>
              </a:lnSpc>
              <a:spcBef>
                <a:spcPts val="1875"/>
              </a:spcBef>
              <a:spcAft>
                <a:spcPts val="0"/>
              </a:spcAft>
              <a:buClrTx/>
              <a:buSzTx/>
              <a:buFontTx/>
              <a:buNone/>
              <a:tabLst/>
              <a:defRPr/>
            </a:pPr>
            <a:r>
              <a:rPr kumimoji="0" sz="3600" b="1" i="0" u="none" strike="noStrike" kern="0" cap="none" spc="375" normalizeH="0" baseline="0" noProof="0" dirty="0">
                <a:ln>
                  <a:noFill/>
                </a:ln>
                <a:solidFill>
                  <a:srgbClr val="FFFFFF"/>
                </a:solidFill>
                <a:effectLst/>
                <a:uLnTx/>
                <a:uFillTx/>
                <a:latin typeface="Calibri"/>
                <a:cs typeface="Calibri"/>
              </a:rPr>
              <a:t>MODULE</a:t>
            </a:r>
            <a:r>
              <a:rPr kumimoji="0" sz="3600" b="1" i="0" u="none" strike="noStrike" kern="0" cap="none" spc="185" normalizeH="0" baseline="0" noProof="0" dirty="0">
                <a:ln>
                  <a:noFill/>
                </a:ln>
                <a:solidFill>
                  <a:srgbClr val="FFFFFF"/>
                </a:solidFill>
                <a:effectLst/>
                <a:uLnTx/>
                <a:uFillTx/>
                <a:latin typeface="Calibri"/>
                <a:cs typeface="Calibri"/>
              </a:rPr>
              <a:t> </a:t>
            </a:r>
            <a:r>
              <a:rPr lang="fr-FR" sz="3600" b="1" spc="160" dirty="0">
                <a:solidFill>
                  <a:srgbClr val="FFFFFF"/>
                </a:solidFill>
                <a:latin typeface="Calibri"/>
                <a:cs typeface="Calibri"/>
              </a:rPr>
              <a:t>6</a:t>
            </a:r>
            <a:r>
              <a:rPr kumimoji="0" sz="3600" b="1" i="0" u="none" strike="noStrike" kern="0" cap="none" spc="190" normalizeH="0" baseline="0" noProof="0" dirty="0">
                <a:ln>
                  <a:noFill/>
                </a:ln>
                <a:solidFill>
                  <a:srgbClr val="FFFFFF"/>
                </a:solidFill>
                <a:effectLst/>
                <a:uLnTx/>
                <a:uFillTx/>
                <a:latin typeface="Calibri"/>
                <a:cs typeface="Calibri"/>
              </a:rPr>
              <a:t> </a:t>
            </a:r>
            <a:r>
              <a:rPr kumimoji="0" sz="3600" b="1" i="0" u="none" strike="noStrike" kern="0" cap="none" spc="310" normalizeH="0" baseline="0" noProof="0" dirty="0">
                <a:ln>
                  <a:noFill/>
                </a:ln>
                <a:solidFill>
                  <a:srgbClr val="FFFFFF"/>
                </a:solidFill>
                <a:effectLst/>
                <a:uLnTx/>
                <a:uFillTx/>
                <a:latin typeface="Calibri"/>
                <a:cs typeface="Calibri"/>
              </a:rPr>
              <a:t>-</a:t>
            </a:r>
            <a:endParaRPr kumimoji="0" sz="3600" b="0" i="0" u="none" strike="noStrike" kern="0" cap="none" spc="0" normalizeH="0" baseline="0" noProof="0" dirty="0">
              <a:ln>
                <a:noFill/>
              </a:ln>
              <a:solidFill>
                <a:sysClr val="windowText" lastClr="000000"/>
              </a:solidFill>
              <a:effectLst/>
              <a:uLnTx/>
              <a:uFillTx/>
              <a:latin typeface="Calibri"/>
              <a:cs typeface="Calibri"/>
            </a:endParaRPr>
          </a:p>
          <a:p>
            <a:pPr marL="12700" marR="878205" lvl="0" indent="0" defTabSz="914400" eaLnBrk="1" fontAlgn="auto" latinLnBrk="0" hangingPunct="1">
              <a:lnSpc>
                <a:spcPct val="100699"/>
              </a:lnSpc>
              <a:spcBef>
                <a:spcPts val="0"/>
              </a:spcBef>
              <a:spcAft>
                <a:spcPts val="0"/>
              </a:spcAft>
              <a:buClrTx/>
              <a:buSzTx/>
              <a:buFontTx/>
              <a:buNone/>
              <a:tabLst/>
              <a:defRPr/>
            </a:pPr>
            <a:r>
              <a:rPr kumimoji="0" lang="fr-FR" sz="2600" b="1" i="0" u="none" strike="noStrike" kern="0" cap="none" spc="215" normalizeH="0" baseline="0" noProof="0" dirty="0">
                <a:ln>
                  <a:noFill/>
                </a:ln>
                <a:solidFill>
                  <a:srgbClr val="FFFFFF"/>
                </a:solidFill>
                <a:effectLst/>
                <a:uLnTx/>
                <a:uFillTx/>
                <a:latin typeface="Calibri"/>
                <a:cs typeface="Calibri"/>
              </a:rPr>
              <a:t>Optimisation des pipelines</a:t>
            </a:r>
            <a:endParaRPr kumimoji="0" sz="2600" b="0" i="0" u="none" strike="noStrike" kern="0" cap="none" spc="0" normalizeH="0" baseline="0" noProof="0" dirty="0">
              <a:ln>
                <a:noFill/>
              </a:ln>
              <a:solidFill>
                <a:sysClr val="windowText" lastClr="000000"/>
              </a:solidFill>
              <a:effectLst/>
              <a:uLnTx/>
              <a:uFillTx/>
              <a:latin typeface="Calibri"/>
              <a:cs typeface="Calibri"/>
            </a:endParaRPr>
          </a:p>
        </p:txBody>
      </p:sp>
      <p:sp>
        <p:nvSpPr>
          <p:cNvPr id="6" name="object 6">
            <a:extLst>
              <a:ext uri="{FF2B5EF4-FFF2-40B4-BE49-F238E27FC236}">
                <a16:creationId xmlns:a16="http://schemas.microsoft.com/office/drawing/2014/main" id="{8B0E62EB-44F5-ADF9-AD18-8B14B519743C}"/>
              </a:ext>
            </a:extLst>
          </p:cNvPr>
          <p:cNvSpPr txBox="1"/>
          <p:nvPr/>
        </p:nvSpPr>
        <p:spPr>
          <a:xfrm>
            <a:off x="4224094" y="1094705"/>
            <a:ext cx="5383456" cy="397545"/>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lang="fr-FR" sz="2500" b="1" i="0" u="none" strike="noStrike" kern="0" cap="none" spc="135" normalizeH="0" baseline="0" noProof="0" dirty="0">
                <a:ln>
                  <a:noFill/>
                </a:ln>
                <a:solidFill>
                  <a:srgbClr val="164052"/>
                </a:solidFill>
                <a:effectLst/>
                <a:uLnTx/>
                <a:uFillTx/>
                <a:latin typeface="Calibri"/>
                <a:cs typeface="Calibri"/>
              </a:rPr>
              <a:t>Relation entre jobs</a:t>
            </a:r>
          </a:p>
        </p:txBody>
      </p:sp>
      <p:grpSp>
        <p:nvGrpSpPr>
          <p:cNvPr id="7" name="object 7">
            <a:extLst>
              <a:ext uri="{FF2B5EF4-FFF2-40B4-BE49-F238E27FC236}">
                <a16:creationId xmlns:a16="http://schemas.microsoft.com/office/drawing/2014/main" id="{B83AE886-4C42-0A44-833C-BE84D8C7E99B}"/>
              </a:ext>
            </a:extLst>
          </p:cNvPr>
          <p:cNvGrpSpPr/>
          <p:nvPr/>
        </p:nvGrpSpPr>
        <p:grpSpPr>
          <a:xfrm>
            <a:off x="3274653" y="1023295"/>
            <a:ext cx="462915" cy="462915"/>
            <a:chOff x="4635613" y="2004242"/>
            <a:chExt cx="462915" cy="462915"/>
          </a:xfrm>
        </p:grpSpPr>
        <p:sp>
          <p:nvSpPr>
            <p:cNvPr id="8" name="object 8">
              <a:extLst>
                <a:ext uri="{FF2B5EF4-FFF2-40B4-BE49-F238E27FC236}">
                  <a16:creationId xmlns:a16="http://schemas.microsoft.com/office/drawing/2014/main" id="{0977B918-4AC8-DC61-0609-F220984166D8}"/>
                </a:ext>
              </a:extLst>
            </p:cNvPr>
            <p:cNvSpPr/>
            <p:nvPr/>
          </p:nvSpPr>
          <p:spPr>
            <a:xfrm>
              <a:off x="4649901" y="2018530"/>
              <a:ext cx="434340" cy="434340"/>
            </a:xfrm>
            <a:custGeom>
              <a:avLst/>
              <a:gdLst/>
              <a:ahLst/>
              <a:cxnLst/>
              <a:rect l="l" t="t" r="r" b="b"/>
              <a:pathLst>
                <a:path w="434339" h="434339">
                  <a:moveTo>
                    <a:pt x="217067" y="434134"/>
                  </a:moveTo>
                  <a:lnTo>
                    <a:pt x="167295" y="428402"/>
                  </a:lnTo>
                  <a:lnTo>
                    <a:pt x="121606" y="412072"/>
                  </a:lnTo>
                  <a:lnTo>
                    <a:pt x="81302" y="386447"/>
                  </a:lnTo>
                  <a:lnTo>
                    <a:pt x="47687" y="352832"/>
                  </a:lnTo>
                  <a:lnTo>
                    <a:pt x="22062" y="312528"/>
                  </a:lnTo>
                  <a:lnTo>
                    <a:pt x="5732" y="266839"/>
                  </a:lnTo>
                  <a:lnTo>
                    <a:pt x="0" y="217067"/>
                  </a:lnTo>
                  <a:lnTo>
                    <a:pt x="5732" y="167296"/>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4"/>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9">
              <a:extLst>
                <a:ext uri="{FF2B5EF4-FFF2-40B4-BE49-F238E27FC236}">
                  <a16:creationId xmlns:a16="http://schemas.microsoft.com/office/drawing/2014/main" id="{E82A9E7D-AE07-AA9E-C3E1-36D905D8C055}"/>
                </a:ext>
              </a:extLst>
            </p:cNvPr>
            <p:cNvSpPr/>
            <p:nvPr/>
          </p:nvSpPr>
          <p:spPr>
            <a:xfrm>
              <a:off x="4649901" y="2018530"/>
              <a:ext cx="434340" cy="434340"/>
            </a:xfrm>
            <a:custGeom>
              <a:avLst/>
              <a:gdLst/>
              <a:ahLst/>
              <a:cxnLst/>
              <a:rect l="l" t="t" r="r" b="b"/>
              <a:pathLst>
                <a:path w="434339" h="434339">
                  <a:moveTo>
                    <a:pt x="0" y="217067"/>
                  </a:moveTo>
                  <a:lnTo>
                    <a:pt x="5732" y="167296"/>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4"/>
                  </a:lnTo>
                  <a:lnTo>
                    <a:pt x="167295" y="428402"/>
                  </a:lnTo>
                  <a:lnTo>
                    <a:pt x="121606" y="412072"/>
                  </a:lnTo>
                  <a:lnTo>
                    <a:pt x="81302" y="386447"/>
                  </a:lnTo>
                  <a:lnTo>
                    <a:pt x="47687" y="352832"/>
                  </a:lnTo>
                  <a:lnTo>
                    <a:pt x="22062" y="312528"/>
                  </a:lnTo>
                  <a:lnTo>
                    <a:pt x="5732" y="266839"/>
                  </a:lnTo>
                  <a:lnTo>
                    <a:pt x="0" y="217067"/>
                  </a:lnTo>
                  <a:close/>
                </a:path>
              </a:pathLst>
            </a:custGeom>
            <a:ln w="28574">
              <a:solidFill>
                <a:srgbClr val="8CB93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0" name="object 10">
            <a:extLst>
              <a:ext uri="{FF2B5EF4-FFF2-40B4-BE49-F238E27FC236}">
                <a16:creationId xmlns:a16="http://schemas.microsoft.com/office/drawing/2014/main" id="{1566565B-1241-7CC2-4C1A-497785A86F2F}"/>
              </a:ext>
            </a:extLst>
          </p:cNvPr>
          <p:cNvSpPr txBox="1"/>
          <p:nvPr/>
        </p:nvSpPr>
        <p:spPr>
          <a:xfrm>
            <a:off x="3423160" y="1079456"/>
            <a:ext cx="166370" cy="328295"/>
          </a:xfrm>
          <a:prstGeom prst="rect">
            <a:avLst/>
          </a:prstGeom>
        </p:spPr>
        <p:txBody>
          <a:bodyPr vert="horz" wrap="square" lIns="0" tIns="17145" rIns="0" bIns="0" rtlCol="0">
            <a:spAutoFit/>
          </a:bodyPr>
          <a:lstStyle/>
          <a:p>
            <a:pPr marL="12700" marR="0" lvl="0" indent="0" defTabSz="914400" eaLnBrk="1" fontAlgn="auto" latinLnBrk="0" hangingPunct="1">
              <a:lnSpc>
                <a:spcPct val="100000"/>
              </a:lnSpc>
              <a:spcBef>
                <a:spcPts val="135"/>
              </a:spcBef>
              <a:spcAft>
                <a:spcPts val="0"/>
              </a:spcAft>
              <a:buClrTx/>
              <a:buSzTx/>
              <a:buFontTx/>
              <a:buNone/>
              <a:tabLst/>
              <a:defRPr/>
            </a:pPr>
            <a:r>
              <a:rPr kumimoji="0" lang="fr-FR" sz="1950" b="1" i="0" u="none" strike="noStrike" kern="0" cap="none" spc="55" normalizeH="0" baseline="0" noProof="0" dirty="0">
                <a:ln>
                  <a:noFill/>
                </a:ln>
                <a:solidFill>
                  <a:srgbClr val="8CB939"/>
                </a:solidFill>
                <a:effectLst/>
                <a:uLnTx/>
                <a:uFillTx/>
                <a:latin typeface="Calibri"/>
                <a:cs typeface="Calibri"/>
              </a:rPr>
              <a:t>1</a:t>
            </a:r>
            <a:endParaRPr kumimoji="0" sz="1950" b="0" i="0" u="none" strike="noStrike" kern="0" cap="none" spc="0" normalizeH="0" baseline="0" noProof="0" dirty="0">
              <a:ln>
                <a:noFill/>
              </a:ln>
              <a:solidFill>
                <a:sysClr val="windowText" lastClr="000000"/>
              </a:solidFill>
              <a:effectLst/>
              <a:uLnTx/>
              <a:uFillTx/>
              <a:latin typeface="Calibri"/>
              <a:cs typeface="Calibri"/>
            </a:endParaRPr>
          </a:p>
        </p:txBody>
      </p:sp>
      <p:grpSp>
        <p:nvGrpSpPr>
          <p:cNvPr id="21" name="object 21">
            <a:extLst>
              <a:ext uri="{FF2B5EF4-FFF2-40B4-BE49-F238E27FC236}">
                <a16:creationId xmlns:a16="http://schemas.microsoft.com/office/drawing/2014/main" id="{444CC1E7-8937-3CE8-0548-4940F5BA78D4}"/>
              </a:ext>
            </a:extLst>
          </p:cNvPr>
          <p:cNvGrpSpPr/>
          <p:nvPr/>
        </p:nvGrpSpPr>
        <p:grpSpPr>
          <a:xfrm>
            <a:off x="3274653" y="2477135"/>
            <a:ext cx="462915" cy="462915"/>
            <a:chOff x="4635613" y="4245542"/>
            <a:chExt cx="462915" cy="462915"/>
          </a:xfrm>
        </p:grpSpPr>
        <p:sp>
          <p:nvSpPr>
            <p:cNvPr id="22" name="object 22">
              <a:extLst>
                <a:ext uri="{FF2B5EF4-FFF2-40B4-BE49-F238E27FC236}">
                  <a16:creationId xmlns:a16="http://schemas.microsoft.com/office/drawing/2014/main" id="{947A3E15-F7DA-288C-C211-3C56714702ED}"/>
                </a:ext>
              </a:extLst>
            </p:cNvPr>
            <p:cNvSpPr/>
            <p:nvPr/>
          </p:nvSpPr>
          <p:spPr>
            <a:xfrm>
              <a:off x="4649901" y="4259829"/>
              <a:ext cx="434340" cy="434340"/>
            </a:xfrm>
            <a:custGeom>
              <a:avLst/>
              <a:gdLst/>
              <a:ahLst/>
              <a:cxnLst/>
              <a:rect l="l" t="t" r="r" b="b"/>
              <a:pathLst>
                <a:path w="434339" h="434339">
                  <a:moveTo>
                    <a:pt x="217067" y="434135"/>
                  </a:moveTo>
                  <a:lnTo>
                    <a:pt x="167295" y="428402"/>
                  </a:lnTo>
                  <a:lnTo>
                    <a:pt x="121606" y="412072"/>
                  </a:lnTo>
                  <a:lnTo>
                    <a:pt x="81302" y="386447"/>
                  </a:lnTo>
                  <a:lnTo>
                    <a:pt x="47687" y="352832"/>
                  </a:lnTo>
                  <a:lnTo>
                    <a:pt x="22062" y="312528"/>
                  </a:lnTo>
                  <a:lnTo>
                    <a:pt x="5732" y="266839"/>
                  </a:lnTo>
                  <a:lnTo>
                    <a:pt x="0" y="217067"/>
                  </a:ln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3" name="object 23">
              <a:extLst>
                <a:ext uri="{FF2B5EF4-FFF2-40B4-BE49-F238E27FC236}">
                  <a16:creationId xmlns:a16="http://schemas.microsoft.com/office/drawing/2014/main" id="{5F54DDCD-62DF-7899-5FAA-6619388B3493}"/>
                </a:ext>
              </a:extLst>
            </p:cNvPr>
            <p:cNvSpPr/>
            <p:nvPr/>
          </p:nvSpPr>
          <p:spPr>
            <a:xfrm>
              <a:off x="4649901" y="4259829"/>
              <a:ext cx="434340" cy="434340"/>
            </a:xfrm>
            <a:custGeom>
              <a:avLst/>
              <a:gdLst/>
              <a:ahLst/>
              <a:cxnLst/>
              <a:rect l="l" t="t" r="r" b="b"/>
              <a:pathLst>
                <a:path w="434339" h="434339">
                  <a:moveTo>
                    <a:pt x="0" y="217067"/>
                  </a:move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lnTo>
                    <a:pt x="167295" y="428402"/>
                  </a:lnTo>
                  <a:lnTo>
                    <a:pt x="121606" y="412072"/>
                  </a:lnTo>
                  <a:lnTo>
                    <a:pt x="81302" y="386447"/>
                  </a:lnTo>
                  <a:lnTo>
                    <a:pt x="47687" y="352832"/>
                  </a:lnTo>
                  <a:lnTo>
                    <a:pt x="22062" y="312528"/>
                  </a:lnTo>
                  <a:lnTo>
                    <a:pt x="5732" y="266839"/>
                  </a:lnTo>
                  <a:lnTo>
                    <a:pt x="0" y="217067"/>
                  </a:lnTo>
                  <a:close/>
                </a:path>
              </a:pathLst>
            </a:custGeom>
            <a:ln w="28574">
              <a:solidFill>
                <a:srgbClr val="8CB93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4" name="object 24">
            <a:extLst>
              <a:ext uri="{FF2B5EF4-FFF2-40B4-BE49-F238E27FC236}">
                <a16:creationId xmlns:a16="http://schemas.microsoft.com/office/drawing/2014/main" id="{460F8038-4CC0-92F5-3E73-C44337D2808A}"/>
              </a:ext>
            </a:extLst>
          </p:cNvPr>
          <p:cNvSpPr txBox="1"/>
          <p:nvPr/>
        </p:nvSpPr>
        <p:spPr>
          <a:xfrm>
            <a:off x="3423160" y="2533296"/>
            <a:ext cx="166370" cy="328295"/>
          </a:xfrm>
          <a:prstGeom prst="rect">
            <a:avLst/>
          </a:prstGeom>
        </p:spPr>
        <p:txBody>
          <a:bodyPr vert="horz" wrap="square" lIns="0" tIns="17145" rIns="0" bIns="0" rtlCol="0">
            <a:spAutoFit/>
          </a:bodyPr>
          <a:lstStyle/>
          <a:p>
            <a:pPr marL="12700" marR="0" lvl="0" indent="0" defTabSz="914400" eaLnBrk="1" fontAlgn="auto" latinLnBrk="0" hangingPunct="1">
              <a:lnSpc>
                <a:spcPct val="100000"/>
              </a:lnSpc>
              <a:spcBef>
                <a:spcPts val="135"/>
              </a:spcBef>
              <a:spcAft>
                <a:spcPts val="0"/>
              </a:spcAft>
              <a:buClrTx/>
              <a:buSzTx/>
              <a:buFontTx/>
              <a:buNone/>
              <a:tabLst/>
              <a:defRPr/>
            </a:pPr>
            <a:r>
              <a:rPr kumimoji="0" lang="fr-FR" sz="1950" b="1" i="0" u="none" strike="noStrike" kern="0" cap="none" spc="55" normalizeH="0" baseline="0" noProof="0" dirty="0">
                <a:ln>
                  <a:noFill/>
                </a:ln>
                <a:solidFill>
                  <a:srgbClr val="8CB939"/>
                </a:solidFill>
                <a:effectLst/>
                <a:uLnTx/>
                <a:uFillTx/>
                <a:latin typeface="Calibri"/>
                <a:cs typeface="Calibri"/>
              </a:rPr>
              <a:t>2</a:t>
            </a:r>
            <a:endParaRPr kumimoji="0" sz="1950" b="0" i="0" u="none" strike="noStrike" kern="0" cap="none" spc="0" normalizeH="0" baseline="0" noProof="0" dirty="0">
              <a:ln>
                <a:noFill/>
              </a:ln>
              <a:solidFill>
                <a:sysClr val="windowText" lastClr="000000"/>
              </a:solidFill>
              <a:effectLst/>
              <a:uLnTx/>
              <a:uFillTx/>
              <a:latin typeface="Calibri"/>
              <a:cs typeface="Calibri"/>
            </a:endParaRPr>
          </a:p>
        </p:txBody>
      </p:sp>
      <p:sp>
        <p:nvSpPr>
          <p:cNvPr id="25" name="object 25">
            <a:extLst>
              <a:ext uri="{FF2B5EF4-FFF2-40B4-BE49-F238E27FC236}">
                <a16:creationId xmlns:a16="http://schemas.microsoft.com/office/drawing/2014/main" id="{575FBC0B-CCC2-6FC9-98F6-AADDDA9765BE}"/>
              </a:ext>
            </a:extLst>
          </p:cNvPr>
          <p:cNvSpPr txBox="1"/>
          <p:nvPr/>
        </p:nvSpPr>
        <p:spPr>
          <a:xfrm>
            <a:off x="4208331" y="2526698"/>
            <a:ext cx="6472369" cy="39754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fr-FR" sz="2500" b="1" i="0" u="none" strike="noStrike" kern="0" cap="none" spc="200" normalizeH="0" baseline="0" noProof="0" dirty="0">
                <a:ln>
                  <a:noFill/>
                </a:ln>
                <a:solidFill>
                  <a:srgbClr val="164052"/>
                </a:solidFill>
                <a:effectLst/>
                <a:uLnTx/>
                <a:uFillTx/>
                <a:latin typeface="Calibri"/>
                <a:cs typeface="Calibri"/>
              </a:rPr>
              <a:t>Gestion des erreurs (post actions…)</a:t>
            </a:r>
          </a:p>
        </p:txBody>
      </p:sp>
      <p:sp>
        <p:nvSpPr>
          <p:cNvPr id="36" name="TextBox 35">
            <a:extLst>
              <a:ext uri="{FF2B5EF4-FFF2-40B4-BE49-F238E27FC236}">
                <a16:creationId xmlns:a16="http://schemas.microsoft.com/office/drawing/2014/main" id="{3CF5AA40-29CB-9C14-44DC-D612C46DBB9B}"/>
              </a:ext>
            </a:extLst>
          </p:cNvPr>
          <p:cNvSpPr txBox="1"/>
          <p:nvPr/>
        </p:nvSpPr>
        <p:spPr>
          <a:xfrm>
            <a:off x="9988550" y="7158851"/>
            <a:ext cx="5339166" cy="276999"/>
          </a:xfrm>
          <a:prstGeom prst="rect">
            <a:avLst/>
          </a:prstGeom>
          <a:noFill/>
        </p:spPr>
        <p:txBody>
          <a:bodyPr wrap="square">
            <a:spAutoFit/>
          </a:bodyPr>
          <a:lstStyle/>
          <a:p>
            <a:pPr marL="80010" marR="0" lvl="0" indent="0" defTabSz="914400" eaLnBrk="1" fontAlgn="auto" latinLnBrk="0" hangingPunct="1">
              <a:lnSpc>
                <a:spcPct val="100000"/>
              </a:lnSpc>
              <a:spcBef>
                <a:spcPts val="65"/>
              </a:spcBef>
              <a:spcAft>
                <a:spcPts val="0"/>
              </a:spcAft>
              <a:buClrTx/>
              <a:buSzTx/>
              <a:buFontTx/>
              <a:buNone/>
              <a:tabLst/>
              <a:defRPr/>
            </a:pPr>
            <a:fld id="{81D60167-4931-47E6-BA6A-407CBD079E47}" type="slidenum">
              <a:rPr kumimoji="0" lang="fr-FR" sz="1200" b="0" i="0" u="none" strike="noStrike" kern="0" cap="none" spc="-25" normalizeH="0" baseline="0" noProof="0" smtClean="0">
                <a:ln>
                  <a:noFill/>
                </a:ln>
                <a:solidFill>
                  <a:prstClr val="white"/>
                </a:solidFill>
                <a:effectLst/>
                <a:uLnTx/>
                <a:uFillTx/>
                <a:latin typeface="Calibri"/>
                <a:cs typeface="Calibri"/>
              </a:rPr>
              <a:pPr marL="80010" marR="0" lvl="0" indent="0" defTabSz="914400" eaLnBrk="1" fontAlgn="auto" latinLnBrk="0" hangingPunct="1">
                <a:lnSpc>
                  <a:spcPct val="100000"/>
                </a:lnSpc>
                <a:spcBef>
                  <a:spcPts val="65"/>
                </a:spcBef>
                <a:spcAft>
                  <a:spcPts val="0"/>
                </a:spcAft>
                <a:buClrTx/>
                <a:buSzTx/>
                <a:buFontTx/>
                <a:buNone/>
                <a:tabLst/>
                <a:defRPr/>
              </a:pPr>
              <a:t>74</a:t>
            </a:fld>
            <a:endParaRPr kumimoji="0" lang="fr-FR" sz="1200" b="0" i="0" u="none" strike="noStrike" kern="0" cap="none" spc="-25" normalizeH="0" baseline="0" noProof="0" dirty="0">
              <a:ln>
                <a:noFill/>
              </a:ln>
              <a:solidFill>
                <a:prstClr val="white"/>
              </a:solidFill>
              <a:effectLst/>
              <a:uLnTx/>
              <a:uFillTx/>
              <a:latin typeface="Calibri"/>
              <a:cs typeface="Calibri"/>
            </a:endParaRPr>
          </a:p>
        </p:txBody>
      </p:sp>
      <p:grpSp>
        <p:nvGrpSpPr>
          <p:cNvPr id="11" name="object 21">
            <a:extLst>
              <a:ext uri="{FF2B5EF4-FFF2-40B4-BE49-F238E27FC236}">
                <a16:creationId xmlns:a16="http://schemas.microsoft.com/office/drawing/2014/main" id="{6B33471B-E206-2604-92F8-8971B4D85FA1}"/>
              </a:ext>
            </a:extLst>
          </p:cNvPr>
          <p:cNvGrpSpPr/>
          <p:nvPr/>
        </p:nvGrpSpPr>
        <p:grpSpPr>
          <a:xfrm>
            <a:off x="3282950" y="3924935"/>
            <a:ext cx="462915" cy="462915"/>
            <a:chOff x="4635613" y="4245542"/>
            <a:chExt cx="462915" cy="462915"/>
          </a:xfrm>
        </p:grpSpPr>
        <p:sp>
          <p:nvSpPr>
            <p:cNvPr id="12" name="object 22">
              <a:extLst>
                <a:ext uri="{FF2B5EF4-FFF2-40B4-BE49-F238E27FC236}">
                  <a16:creationId xmlns:a16="http://schemas.microsoft.com/office/drawing/2014/main" id="{3447227C-5B0C-7B34-DE43-F2FC8D49EE91}"/>
                </a:ext>
              </a:extLst>
            </p:cNvPr>
            <p:cNvSpPr/>
            <p:nvPr/>
          </p:nvSpPr>
          <p:spPr>
            <a:xfrm>
              <a:off x="4649901" y="4259829"/>
              <a:ext cx="434340" cy="434340"/>
            </a:xfrm>
            <a:custGeom>
              <a:avLst/>
              <a:gdLst/>
              <a:ahLst/>
              <a:cxnLst/>
              <a:rect l="l" t="t" r="r" b="b"/>
              <a:pathLst>
                <a:path w="434339" h="434339">
                  <a:moveTo>
                    <a:pt x="217067" y="434135"/>
                  </a:moveTo>
                  <a:lnTo>
                    <a:pt x="167295" y="428402"/>
                  </a:lnTo>
                  <a:lnTo>
                    <a:pt x="121606" y="412072"/>
                  </a:lnTo>
                  <a:lnTo>
                    <a:pt x="81302" y="386447"/>
                  </a:lnTo>
                  <a:lnTo>
                    <a:pt x="47687" y="352832"/>
                  </a:lnTo>
                  <a:lnTo>
                    <a:pt x="22062" y="312528"/>
                  </a:lnTo>
                  <a:lnTo>
                    <a:pt x="5732" y="266839"/>
                  </a:lnTo>
                  <a:lnTo>
                    <a:pt x="0" y="217067"/>
                  </a:ln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3" name="object 23">
              <a:extLst>
                <a:ext uri="{FF2B5EF4-FFF2-40B4-BE49-F238E27FC236}">
                  <a16:creationId xmlns:a16="http://schemas.microsoft.com/office/drawing/2014/main" id="{854E3061-7372-966D-A6CA-99707A8DEFF9}"/>
                </a:ext>
              </a:extLst>
            </p:cNvPr>
            <p:cNvSpPr/>
            <p:nvPr/>
          </p:nvSpPr>
          <p:spPr>
            <a:xfrm>
              <a:off x="4649901" y="4259829"/>
              <a:ext cx="434340" cy="434340"/>
            </a:xfrm>
            <a:custGeom>
              <a:avLst/>
              <a:gdLst/>
              <a:ahLst/>
              <a:cxnLst/>
              <a:rect l="l" t="t" r="r" b="b"/>
              <a:pathLst>
                <a:path w="434339" h="434339">
                  <a:moveTo>
                    <a:pt x="0" y="217067"/>
                  </a:move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lnTo>
                    <a:pt x="167295" y="428402"/>
                  </a:lnTo>
                  <a:lnTo>
                    <a:pt x="121606" y="412072"/>
                  </a:lnTo>
                  <a:lnTo>
                    <a:pt x="81302" y="386447"/>
                  </a:lnTo>
                  <a:lnTo>
                    <a:pt x="47687" y="352832"/>
                  </a:lnTo>
                  <a:lnTo>
                    <a:pt x="22062" y="312528"/>
                  </a:lnTo>
                  <a:lnTo>
                    <a:pt x="5732" y="266839"/>
                  </a:lnTo>
                  <a:lnTo>
                    <a:pt x="0" y="217067"/>
                  </a:lnTo>
                  <a:close/>
                </a:path>
              </a:pathLst>
            </a:custGeom>
            <a:ln w="28574">
              <a:solidFill>
                <a:srgbClr val="8CB93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4" name="object 24">
            <a:extLst>
              <a:ext uri="{FF2B5EF4-FFF2-40B4-BE49-F238E27FC236}">
                <a16:creationId xmlns:a16="http://schemas.microsoft.com/office/drawing/2014/main" id="{9C1FE1CD-BE70-5EE4-4026-88A08A83C1C7}"/>
              </a:ext>
            </a:extLst>
          </p:cNvPr>
          <p:cNvSpPr txBox="1"/>
          <p:nvPr/>
        </p:nvSpPr>
        <p:spPr>
          <a:xfrm>
            <a:off x="3431457" y="3981096"/>
            <a:ext cx="166370" cy="328295"/>
          </a:xfrm>
          <a:prstGeom prst="rect">
            <a:avLst/>
          </a:prstGeom>
        </p:spPr>
        <p:txBody>
          <a:bodyPr vert="horz" wrap="square" lIns="0" tIns="17145" rIns="0" bIns="0" rtlCol="0">
            <a:spAutoFit/>
          </a:bodyPr>
          <a:lstStyle/>
          <a:p>
            <a:pPr marL="12700" marR="0" lvl="0" indent="0" defTabSz="914400" eaLnBrk="1" fontAlgn="auto" latinLnBrk="0" hangingPunct="1">
              <a:lnSpc>
                <a:spcPct val="100000"/>
              </a:lnSpc>
              <a:spcBef>
                <a:spcPts val="135"/>
              </a:spcBef>
              <a:spcAft>
                <a:spcPts val="0"/>
              </a:spcAft>
              <a:buClrTx/>
              <a:buSzTx/>
              <a:buFontTx/>
              <a:buNone/>
              <a:tabLst/>
              <a:defRPr/>
            </a:pPr>
            <a:r>
              <a:rPr kumimoji="0" lang="fr-FR" sz="1950" b="1" i="0" u="none" strike="noStrike" kern="0" cap="none" spc="55" normalizeH="0" baseline="0" noProof="0" dirty="0">
                <a:ln>
                  <a:noFill/>
                </a:ln>
                <a:solidFill>
                  <a:srgbClr val="8CB939"/>
                </a:solidFill>
                <a:effectLst/>
                <a:uLnTx/>
                <a:uFillTx/>
                <a:latin typeface="Calibri"/>
                <a:cs typeface="Calibri"/>
              </a:rPr>
              <a:t>3</a:t>
            </a:r>
            <a:endParaRPr kumimoji="0" sz="1950" b="0" i="0" u="none" strike="noStrike" kern="0" cap="none" spc="0" normalizeH="0" baseline="0" noProof="0" dirty="0">
              <a:ln>
                <a:noFill/>
              </a:ln>
              <a:solidFill>
                <a:sysClr val="windowText" lastClr="000000"/>
              </a:solidFill>
              <a:effectLst/>
              <a:uLnTx/>
              <a:uFillTx/>
              <a:latin typeface="Calibri"/>
              <a:cs typeface="Calibri"/>
            </a:endParaRPr>
          </a:p>
        </p:txBody>
      </p:sp>
      <p:sp>
        <p:nvSpPr>
          <p:cNvPr id="15" name="object 25">
            <a:extLst>
              <a:ext uri="{FF2B5EF4-FFF2-40B4-BE49-F238E27FC236}">
                <a16:creationId xmlns:a16="http://schemas.microsoft.com/office/drawing/2014/main" id="{A2490B9C-AC25-A073-7A1C-3699911A42D3}"/>
              </a:ext>
            </a:extLst>
          </p:cNvPr>
          <p:cNvSpPr txBox="1"/>
          <p:nvPr/>
        </p:nvSpPr>
        <p:spPr>
          <a:xfrm>
            <a:off x="4216628" y="3974498"/>
            <a:ext cx="6085019" cy="39754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fr-FR" sz="2500" b="1" i="0" u="none" strike="noStrike" kern="0" cap="none" spc="200" normalizeH="0" baseline="0" noProof="0" dirty="0">
                <a:ln>
                  <a:noFill/>
                </a:ln>
                <a:solidFill>
                  <a:srgbClr val="164052"/>
                </a:solidFill>
                <a:effectLst/>
                <a:uLnTx/>
                <a:uFillTx/>
                <a:latin typeface="Calibri"/>
                <a:cs typeface="Calibri"/>
              </a:rPr>
              <a:t>Exécution en parallèle</a:t>
            </a:r>
          </a:p>
        </p:txBody>
      </p:sp>
      <p:sp>
        <p:nvSpPr>
          <p:cNvPr id="16" name="object 6">
            <a:extLst>
              <a:ext uri="{FF2B5EF4-FFF2-40B4-BE49-F238E27FC236}">
                <a16:creationId xmlns:a16="http://schemas.microsoft.com/office/drawing/2014/main" id="{0BA5B621-7D53-EA44-7EB0-03B215D6716A}"/>
              </a:ext>
            </a:extLst>
          </p:cNvPr>
          <p:cNvSpPr txBox="1"/>
          <p:nvPr/>
        </p:nvSpPr>
        <p:spPr>
          <a:xfrm>
            <a:off x="4232390" y="5378450"/>
            <a:ext cx="5603759" cy="397545"/>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lang="fr-FR" sz="2500" b="1" i="0" u="none" strike="noStrike" kern="0" cap="none" spc="135" normalizeH="0" baseline="0" noProof="0" dirty="0">
                <a:ln>
                  <a:noFill/>
                </a:ln>
                <a:solidFill>
                  <a:srgbClr val="164052"/>
                </a:solidFill>
                <a:effectLst/>
                <a:uLnTx/>
                <a:uFillTx/>
                <a:latin typeface="Calibri"/>
                <a:cs typeface="Calibri"/>
              </a:rPr>
              <a:t>Pipelines multi configurés (matrix)</a:t>
            </a:r>
          </a:p>
        </p:txBody>
      </p:sp>
      <p:grpSp>
        <p:nvGrpSpPr>
          <p:cNvPr id="17" name="object 7">
            <a:extLst>
              <a:ext uri="{FF2B5EF4-FFF2-40B4-BE49-F238E27FC236}">
                <a16:creationId xmlns:a16="http://schemas.microsoft.com/office/drawing/2014/main" id="{E2878BA6-26A2-EC29-B33B-9A2817A09DF6}"/>
              </a:ext>
            </a:extLst>
          </p:cNvPr>
          <p:cNvGrpSpPr/>
          <p:nvPr/>
        </p:nvGrpSpPr>
        <p:grpSpPr>
          <a:xfrm>
            <a:off x="3282950" y="5366695"/>
            <a:ext cx="462915" cy="462915"/>
            <a:chOff x="4635613" y="2004242"/>
            <a:chExt cx="462915" cy="462915"/>
          </a:xfrm>
        </p:grpSpPr>
        <p:sp>
          <p:nvSpPr>
            <p:cNvPr id="18" name="object 8">
              <a:extLst>
                <a:ext uri="{FF2B5EF4-FFF2-40B4-BE49-F238E27FC236}">
                  <a16:creationId xmlns:a16="http://schemas.microsoft.com/office/drawing/2014/main" id="{A5BCB0CD-92D4-02C5-D958-3ACDB81AFD09}"/>
                </a:ext>
              </a:extLst>
            </p:cNvPr>
            <p:cNvSpPr/>
            <p:nvPr/>
          </p:nvSpPr>
          <p:spPr>
            <a:xfrm>
              <a:off x="4649901" y="2018530"/>
              <a:ext cx="434340" cy="434340"/>
            </a:xfrm>
            <a:custGeom>
              <a:avLst/>
              <a:gdLst/>
              <a:ahLst/>
              <a:cxnLst/>
              <a:rect l="l" t="t" r="r" b="b"/>
              <a:pathLst>
                <a:path w="434339" h="434339">
                  <a:moveTo>
                    <a:pt x="217067" y="434134"/>
                  </a:moveTo>
                  <a:lnTo>
                    <a:pt x="167295" y="428402"/>
                  </a:lnTo>
                  <a:lnTo>
                    <a:pt x="121606" y="412072"/>
                  </a:lnTo>
                  <a:lnTo>
                    <a:pt x="81302" y="386447"/>
                  </a:lnTo>
                  <a:lnTo>
                    <a:pt x="47687" y="352832"/>
                  </a:lnTo>
                  <a:lnTo>
                    <a:pt x="22062" y="312528"/>
                  </a:lnTo>
                  <a:lnTo>
                    <a:pt x="5732" y="266839"/>
                  </a:lnTo>
                  <a:lnTo>
                    <a:pt x="0" y="217067"/>
                  </a:lnTo>
                  <a:lnTo>
                    <a:pt x="5732" y="167296"/>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4"/>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 name="object 9">
              <a:extLst>
                <a:ext uri="{FF2B5EF4-FFF2-40B4-BE49-F238E27FC236}">
                  <a16:creationId xmlns:a16="http://schemas.microsoft.com/office/drawing/2014/main" id="{8B720406-3CE2-973C-E86F-84C0D2AC39A4}"/>
                </a:ext>
              </a:extLst>
            </p:cNvPr>
            <p:cNvSpPr/>
            <p:nvPr/>
          </p:nvSpPr>
          <p:spPr>
            <a:xfrm>
              <a:off x="4649901" y="2018530"/>
              <a:ext cx="434340" cy="434340"/>
            </a:xfrm>
            <a:custGeom>
              <a:avLst/>
              <a:gdLst/>
              <a:ahLst/>
              <a:cxnLst/>
              <a:rect l="l" t="t" r="r" b="b"/>
              <a:pathLst>
                <a:path w="434339" h="434339">
                  <a:moveTo>
                    <a:pt x="0" y="217067"/>
                  </a:moveTo>
                  <a:lnTo>
                    <a:pt x="5732" y="167296"/>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4"/>
                  </a:lnTo>
                  <a:lnTo>
                    <a:pt x="167295" y="428402"/>
                  </a:lnTo>
                  <a:lnTo>
                    <a:pt x="121606" y="412072"/>
                  </a:lnTo>
                  <a:lnTo>
                    <a:pt x="81302" y="386447"/>
                  </a:lnTo>
                  <a:lnTo>
                    <a:pt x="47687" y="352832"/>
                  </a:lnTo>
                  <a:lnTo>
                    <a:pt x="22062" y="312528"/>
                  </a:lnTo>
                  <a:lnTo>
                    <a:pt x="5732" y="266839"/>
                  </a:lnTo>
                  <a:lnTo>
                    <a:pt x="0" y="217067"/>
                  </a:lnTo>
                  <a:close/>
                </a:path>
              </a:pathLst>
            </a:custGeom>
            <a:ln w="28574">
              <a:solidFill>
                <a:srgbClr val="8CB93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0" name="object 10">
            <a:extLst>
              <a:ext uri="{FF2B5EF4-FFF2-40B4-BE49-F238E27FC236}">
                <a16:creationId xmlns:a16="http://schemas.microsoft.com/office/drawing/2014/main" id="{FC24B2CB-6B56-87FF-CF22-7B5735D97267}"/>
              </a:ext>
            </a:extLst>
          </p:cNvPr>
          <p:cNvSpPr txBox="1"/>
          <p:nvPr/>
        </p:nvSpPr>
        <p:spPr>
          <a:xfrm>
            <a:off x="3431457" y="5422856"/>
            <a:ext cx="166370" cy="328295"/>
          </a:xfrm>
          <a:prstGeom prst="rect">
            <a:avLst/>
          </a:prstGeom>
        </p:spPr>
        <p:txBody>
          <a:bodyPr vert="horz" wrap="square" lIns="0" tIns="17145" rIns="0" bIns="0" rtlCol="0">
            <a:spAutoFit/>
          </a:bodyPr>
          <a:lstStyle/>
          <a:p>
            <a:pPr marL="12700" marR="0" lvl="0" indent="0" defTabSz="914400" eaLnBrk="1" fontAlgn="auto" latinLnBrk="0" hangingPunct="1">
              <a:lnSpc>
                <a:spcPct val="100000"/>
              </a:lnSpc>
              <a:spcBef>
                <a:spcPts val="135"/>
              </a:spcBef>
              <a:spcAft>
                <a:spcPts val="0"/>
              </a:spcAft>
              <a:buClrTx/>
              <a:buSzTx/>
              <a:buFontTx/>
              <a:buNone/>
              <a:tabLst/>
              <a:defRPr/>
            </a:pPr>
            <a:r>
              <a:rPr kumimoji="0" lang="fr-FR" sz="1950" b="1" i="0" u="none" strike="noStrike" kern="0" cap="none" spc="55" normalizeH="0" baseline="0" noProof="0" dirty="0">
                <a:ln>
                  <a:noFill/>
                </a:ln>
                <a:solidFill>
                  <a:srgbClr val="8CB939"/>
                </a:solidFill>
                <a:effectLst/>
                <a:uLnTx/>
                <a:uFillTx/>
                <a:latin typeface="Calibri"/>
                <a:cs typeface="Calibri"/>
              </a:rPr>
              <a:t>4</a:t>
            </a:r>
            <a:endParaRPr kumimoji="0" sz="1950" b="0" i="0" u="none" strike="noStrike" kern="0" cap="none" spc="0" normalizeH="0" baseline="0" noProof="0" dirty="0">
              <a:ln>
                <a:noFill/>
              </a:ln>
              <a:solidFill>
                <a:sysClr val="windowText" lastClr="000000"/>
              </a:solidFill>
              <a:effectLst/>
              <a:uLnTx/>
              <a:uFillTx/>
              <a:latin typeface="Calibri"/>
              <a:cs typeface="Calibri"/>
            </a:endParaRPr>
          </a:p>
        </p:txBody>
      </p:sp>
    </p:spTree>
    <p:extLst>
      <p:ext uri="{BB962C8B-B14F-4D97-AF65-F5344CB8AC3E}">
        <p14:creationId xmlns:p14="http://schemas.microsoft.com/office/powerpoint/2010/main" val="225728889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138B0-CF64-CAAB-4EE7-A7162B7AA4B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9F6FD87-3921-F0A9-745C-FB428A7B0AA5}"/>
              </a:ext>
            </a:extLst>
          </p:cNvPr>
          <p:cNvSpPr>
            <a:spLocks noGrp="1"/>
          </p:cNvSpPr>
          <p:nvPr>
            <p:ph type="title"/>
          </p:nvPr>
        </p:nvSpPr>
        <p:spPr>
          <a:xfrm>
            <a:off x="1054048" y="98310"/>
            <a:ext cx="9350642" cy="553998"/>
          </a:xfrm>
        </p:spPr>
        <p:txBody>
          <a:bodyPr/>
          <a:lstStyle/>
          <a:p>
            <a:r>
              <a:rPr lang="fr-FR" b="1" spc="125" dirty="0"/>
              <a:t>Relation entre jobs</a:t>
            </a:r>
          </a:p>
        </p:txBody>
      </p:sp>
      <p:sp>
        <p:nvSpPr>
          <p:cNvPr id="5" name="object 2">
            <a:extLst>
              <a:ext uri="{FF2B5EF4-FFF2-40B4-BE49-F238E27FC236}">
                <a16:creationId xmlns:a16="http://schemas.microsoft.com/office/drawing/2014/main" id="{A40A0656-98A3-6251-66EF-55771AFD4261}"/>
              </a:ext>
            </a:extLst>
          </p:cNvPr>
          <p:cNvSpPr txBox="1"/>
          <p:nvPr/>
        </p:nvSpPr>
        <p:spPr>
          <a:xfrm>
            <a:off x="463550"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1</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8" name="Espace réservé du contenu 2">
            <a:extLst>
              <a:ext uri="{FF2B5EF4-FFF2-40B4-BE49-F238E27FC236}">
                <a16:creationId xmlns:a16="http://schemas.microsoft.com/office/drawing/2014/main" id="{62F154E1-B503-9149-3E76-D8436FDE4471}"/>
              </a:ext>
            </a:extLst>
          </p:cNvPr>
          <p:cNvSpPr txBox="1">
            <a:spLocks/>
          </p:cNvSpPr>
          <p:nvPr/>
        </p:nvSpPr>
        <p:spPr>
          <a:xfrm>
            <a:off x="463550" y="1568450"/>
            <a:ext cx="10515600" cy="4848225"/>
          </a:xfrm>
          <a:prstGeom prst="rect">
            <a:avLst/>
          </a:prstGeom>
        </p:spPr>
        <p:txBody>
          <a:bodyPr wrap="square" lIns="0" tIns="0" rIns="0" bIns="0">
            <a:normAutofit/>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269B9039-1912-135B-F2A1-B9FEB25E8C4E}"/>
              </a:ext>
            </a:extLst>
          </p:cNvPr>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lang="fr-FR" sz="1200" spc="-25" dirty="0">
                <a:solidFill>
                  <a:prstClr val="white"/>
                </a:solidFill>
                <a:latin typeface="Calibri"/>
                <a:cs typeface="Calibri"/>
              </a:rPr>
              <a:t>75</a:t>
            </a:r>
            <a:endParaRPr kumimoji="0" lang="fr-FR" sz="1200" b="0" i="0" u="none" strike="noStrike" kern="0" cap="none" spc="-25" normalizeH="0" baseline="0" noProof="0" dirty="0">
              <a:ln>
                <a:noFill/>
              </a:ln>
              <a:solidFill>
                <a:prstClr val="white"/>
              </a:solidFill>
              <a:effectLst/>
              <a:uLnTx/>
              <a:uFillTx/>
              <a:latin typeface="Calibri"/>
              <a:cs typeface="Calibri"/>
            </a:endParaRPr>
          </a:p>
        </p:txBody>
      </p:sp>
      <p:sp>
        <p:nvSpPr>
          <p:cNvPr id="11" name="TextBox 10">
            <a:extLst>
              <a:ext uri="{FF2B5EF4-FFF2-40B4-BE49-F238E27FC236}">
                <a16:creationId xmlns:a16="http://schemas.microsoft.com/office/drawing/2014/main" id="{027329F1-2E17-7662-1085-2BFB49391E89}"/>
              </a:ext>
            </a:extLst>
          </p:cNvPr>
          <p:cNvSpPr txBox="1"/>
          <p:nvPr/>
        </p:nvSpPr>
        <p:spPr>
          <a:xfrm>
            <a:off x="539750" y="1174148"/>
            <a:ext cx="9636340" cy="2071208"/>
          </a:xfrm>
          <a:prstGeom prst="rect">
            <a:avLst/>
          </a:prstGeom>
          <a:noFill/>
        </p:spPr>
        <p:txBody>
          <a:bodyPr wrap="square">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kumimoji="0" lang="fr-FR" sz="2200" b="1" i="0" u="none" strike="noStrike" kern="0" cap="none" spc="0" normalizeH="0" baseline="0" noProof="0" dirty="0">
                <a:ln>
                  <a:noFill/>
                </a:ln>
                <a:solidFill>
                  <a:sysClr val="windowText" lastClr="000000"/>
                </a:solidFill>
                <a:effectLst/>
                <a:uLnTx/>
                <a:uFillTx/>
                <a:latin typeface="Calibri"/>
              </a:rPr>
              <a:t>Relation entre jobs?</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Calibri"/>
              </a:rPr>
              <a:t>Dépendances entre jobs (exécution séquentielle ou parallèle)</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Calibri"/>
              </a:rPr>
              <a:t>Améliorer la modularité et la maintenance</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Calibri"/>
              </a:rPr>
              <a:t>Faciliter le </a:t>
            </a:r>
            <a:r>
              <a:rPr kumimoji="0" lang="fr-FR" sz="2200" i="0" u="none" strike="noStrike" kern="0" cap="none" spc="0" normalizeH="0" baseline="0" noProof="0" dirty="0" err="1">
                <a:ln>
                  <a:noFill/>
                </a:ln>
                <a:solidFill>
                  <a:sysClr val="windowText" lastClr="000000"/>
                </a:solidFill>
                <a:effectLst/>
                <a:uLnTx/>
                <a:uFillTx/>
                <a:latin typeface="Calibri"/>
              </a:rPr>
              <a:t>debugging</a:t>
            </a:r>
            <a:r>
              <a:rPr kumimoji="0" lang="fr-FR" sz="2200" i="0" u="none" strike="noStrike" kern="0" cap="none" spc="0" normalizeH="0" baseline="0" noProof="0" dirty="0">
                <a:ln>
                  <a:noFill/>
                </a:ln>
                <a:solidFill>
                  <a:sysClr val="windowText" lastClr="000000"/>
                </a:solidFill>
                <a:effectLst/>
                <a:uLnTx/>
                <a:uFillTx/>
                <a:latin typeface="Calibri"/>
              </a:rPr>
              <a:t> et le suivi des </a:t>
            </a:r>
            <a:r>
              <a:rPr kumimoji="0" lang="fr-FR" sz="2200" i="0" u="none" strike="noStrike" kern="0" cap="none" spc="0" normalizeH="0" baseline="0" noProof="0" dirty="0" err="1">
                <a:ln>
                  <a:noFill/>
                </a:ln>
                <a:solidFill>
                  <a:sysClr val="windowText" lastClr="000000"/>
                </a:solidFill>
                <a:effectLst/>
                <a:uLnTx/>
                <a:uFillTx/>
                <a:latin typeface="Calibri"/>
              </a:rPr>
              <a:t>builds</a:t>
            </a:r>
            <a:endParaRPr kumimoji="0" lang="fr-FR" sz="2200" i="0" u="none" strike="noStrike" kern="0" cap="none" spc="0" normalizeH="0" baseline="0" noProof="0" dirty="0">
              <a:ln>
                <a:noFill/>
              </a:ln>
              <a:solidFill>
                <a:sysClr val="windowText" lastClr="000000"/>
              </a:solidFill>
              <a:effectLst/>
              <a:uLnTx/>
              <a:uFillTx/>
              <a:latin typeface="Calibri"/>
            </a:endParaRPr>
          </a:p>
        </p:txBody>
      </p:sp>
      <p:sp>
        <p:nvSpPr>
          <p:cNvPr id="7" name="TextBox 6">
            <a:extLst>
              <a:ext uri="{FF2B5EF4-FFF2-40B4-BE49-F238E27FC236}">
                <a16:creationId xmlns:a16="http://schemas.microsoft.com/office/drawing/2014/main" id="{35E34F90-F8D6-4C41-A816-C0021EF3652C}"/>
              </a:ext>
            </a:extLst>
          </p:cNvPr>
          <p:cNvSpPr txBox="1"/>
          <p:nvPr/>
        </p:nvSpPr>
        <p:spPr>
          <a:xfrm>
            <a:off x="536956" y="3626196"/>
            <a:ext cx="4679932" cy="2579039"/>
          </a:xfrm>
          <a:prstGeom prst="rect">
            <a:avLst/>
          </a:prstGeom>
          <a:noFill/>
        </p:spPr>
        <p:txBody>
          <a:bodyPr wrap="square">
            <a:spAutoFit/>
          </a:bodyPr>
          <a:lstStyle/>
          <a:p>
            <a:pPr marR="0" lvl="0" defTabSz="914400" eaLnBrk="1" fontAlgn="auto" latinLnBrk="0" hangingPunct="1">
              <a:lnSpc>
                <a:spcPct val="150000"/>
              </a:lnSpc>
              <a:spcBef>
                <a:spcPts val="0"/>
              </a:spcBef>
              <a:spcAft>
                <a:spcPts val="0"/>
              </a:spcAft>
              <a:buClrTx/>
              <a:buSzTx/>
              <a:tabLst/>
              <a:defRPr/>
            </a:pPr>
            <a:r>
              <a:rPr kumimoji="0" lang="fr-FR" sz="2200" b="1" i="0" u="none" strike="noStrike" kern="0" cap="none" spc="0" normalizeH="0" baseline="0" noProof="0" dirty="0">
                <a:ln>
                  <a:noFill/>
                </a:ln>
                <a:solidFill>
                  <a:sysClr val="windowText" lastClr="000000"/>
                </a:solidFill>
                <a:effectLst/>
                <a:uLnTx/>
                <a:uFillTx/>
                <a:latin typeface="Calibri"/>
              </a:rPr>
              <a:t>Utilisation des pipelines pour chaîner des jobs</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Calibri"/>
              </a:rPr>
              <a:t>Job déclencheur (Trigger)</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Calibri"/>
              </a:rPr>
              <a:t>Utilisation de </a:t>
            </a:r>
            <a:r>
              <a:rPr kumimoji="0" lang="fr-FR" sz="2200" i="0" u="none" strike="noStrike" kern="0" cap="none" spc="0" normalizeH="0" baseline="0" noProof="0" dirty="0" err="1">
                <a:ln>
                  <a:noFill/>
                </a:ln>
                <a:solidFill>
                  <a:sysClr val="windowText" lastClr="000000"/>
                </a:solidFill>
                <a:effectLst/>
                <a:uLnTx/>
                <a:uFillTx/>
                <a:latin typeface="Calibri"/>
              </a:rPr>
              <a:t>build</a:t>
            </a:r>
            <a:r>
              <a:rPr kumimoji="0" lang="fr-FR" sz="2200" i="0" u="none" strike="noStrike" kern="0" cap="none" spc="0" normalizeH="0" baseline="0" noProof="0" dirty="0">
                <a:ln>
                  <a:noFill/>
                </a:ln>
                <a:solidFill>
                  <a:sysClr val="windowText" lastClr="000000"/>
                </a:solidFill>
                <a:effectLst/>
                <a:uLnTx/>
                <a:uFillTx/>
                <a:latin typeface="Calibri"/>
              </a:rPr>
              <a:t> pour appeler un autre job</a:t>
            </a:r>
          </a:p>
        </p:txBody>
      </p:sp>
      <p:sp>
        <p:nvSpPr>
          <p:cNvPr id="10" name="TextBox 9">
            <a:extLst>
              <a:ext uri="{FF2B5EF4-FFF2-40B4-BE49-F238E27FC236}">
                <a16:creationId xmlns:a16="http://schemas.microsoft.com/office/drawing/2014/main" id="{9012C8C9-1F28-0553-9383-53EE43574C9B}"/>
              </a:ext>
            </a:extLst>
          </p:cNvPr>
          <p:cNvSpPr txBox="1"/>
          <p:nvPr/>
        </p:nvSpPr>
        <p:spPr>
          <a:xfrm>
            <a:off x="5416550" y="3720921"/>
            <a:ext cx="4800600" cy="3170099"/>
          </a:xfrm>
          <a:prstGeom prst="rect">
            <a:avLst/>
          </a:prstGeom>
          <a:noFill/>
        </p:spPr>
        <p:txBody>
          <a:bodyPr wrap="square">
            <a:spAutoFit/>
          </a:bodyPr>
          <a:lstStyle/>
          <a:p>
            <a:r>
              <a:rPr lang="fr-FR" sz="2000" dirty="0">
                <a:highlight>
                  <a:srgbClr val="C0C0C0"/>
                </a:highlight>
                <a:latin typeface="Calibri"/>
              </a:rPr>
              <a:t>pipeline {</a:t>
            </a:r>
          </a:p>
          <a:p>
            <a:r>
              <a:rPr lang="fr-FR" sz="2000" dirty="0">
                <a:highlight>
                  <a:srgbClr val="C0C0C0"/>
                </a:highlight>
                <a:latin typeface="Calibri"/>
              </a:rPr>
              <a:t>    agent </a:t>
            </a:r>
            <a:r>
              <a:rPr lang="fr-FR" sz="2000" dirty="0" err="1">
                <a:highlight>
                  <a:srgbClr val="C0C0C0"/>
                </a:highlight>
                <a:latin typeface="Calibri"/>
              </a:rPr>
              <a:t>any</a:t>
            </a:r>
            <a:endParaRPr lang="fr-FR" sz="2000" dirty="0">
              <a:highlight>
                <a:srgbClr val="C0C0C0"/>
              </a:highlight>
              <a:latin typeface="Calibri"/>
            </a:endParaRPr>
          </a:p>
          <a:p>
            <a:r>
              <a:rPr lang="fr-FR" sz="2000" dirty="0">
                <a:highlight>
                  <a:srgbClr val="C0C0C0"/>
                </a:highlight>
                <a:latin typeface="Calibri"/>
              </a:rPr>
              <a:t>    stages {</a:t>
            </a:r>
          </a:p>
          <a:p>
            <a:r>
              <a:rPr lang="fr-FR" sz="2000" dirty="0">
                <a:highlight>
                  <a:srgbClr val="C0C0C0"/>
                </a:highlight>
                <a:latin typeface="Calibri"/>
              </a:rPr>
              <a:t>        stage('Trigger Job’) {</a:t>
            </a:r>
          </a:p>
          <a:p>
            <a:r>
              <a:rPr lang="fr-FR" sz="2000" dirty="0">
                <a:highlight>
                  <a:srgbClr val="C0C0C0"/>
                </a:highlight>
                <a:latin typeface="Calibri"/>
              </a:rPr>
              <a:t>            </a:t>
            </a:r>
            <a:r>
              <a:rPr lang="fr-FR" sz="2000" dirty="0" err="1">
                <a:highlight>
                  <a:srgbClr val="C0C0C0"/>
                </a:highlight>
                <a:latin typeface="Calibri"/>
              </a:rPr>
              <a:t>steps</a:t>
            </a:r>
            <a:r>
              <a:rPr lang="fr-FR" sz="2000" dirty="0">
                <a:highlight>
                  <a:srgbClr val="C0C0C0"/>
                </a:highlight>
                <a:latin typeface="Calibri"/>
              </a:rPr>
              <a:t> {</a:t>
            </a:r>
          </a:p>
          <a:p>
            <a:r>
              <a:rPr lang="fr-FR" sz="2000" dirty="0">
                <a:highlight>
                  <a:srgbClr val="C0C0C0"/>
                </a:highlight>
                <a:latin typeface="Calibri"/>
              </a:rPr>
              <a:t>                </a:t>
            </a:r>
            <a:r>
              <a:rPr lang="fr-FR" sz="2000" dirty="0" err="1">
                <a:highlight>
                  <a:srgbClr val="C0C0C0"/>
                </a:highlight>
                <a:latin typeface="Calibri"/>
              </a:rPr>
              <a:t>build</a:t>
            </a:r>
            <a:r>
              <a:rPr lang="fr-FR" sz="2000" dirty="0">
                <a:highlight>
                  <a:srgbClr val="C0C0C0"/>
                </a:highlight>
                <a:latin typeface="Calibri"/>
              </a:rPr>
              <a:t> job: '</a:t>
            </a:r>
            <a:r>
              <a:rPr lang="fr-FR" sz="2000" dirty="0" err="1">
                <a:highlight>
                  <a:srgbClr val="C0C0C0"/>
                </a:highlight>
                <a:latin typeface="Calibri"/>
              </a:rPr>
              <a:t>AnotherJob</a:t>
            </a:r>
            <a:r>
              <a:rPr lang="fr-FR" sz="2000" dirty="0">
                <a:highlight>
                  <a:srgbClr val="C0C0C0"/>
                </a:highlight>
                <a:latin typeface="Calibri"/>
              </a:rPr>
              <a:t>', </a:t>
            </a:r>
            <a:r>
              <a:rPr lang="fr-FR" sz="2000" dirty="0" err="1">
                <a:highlight>
                  <a:srgbClr val="C0C0C0"/>
                </a:highlight>
                <a:latin typeface="Calibri"/>
              </a:rPr>
              <a:t>wait</a:t>
            </a:r>
            <a:r>
              <a:rPr lang="fr-FR" sz="2000" dirty="0">
                <a:highlight>
                  <a:srgbClr val="C0C0C0"/>
                </a:highlight>
                <a:latin typeface="Calibri"/>
              </a:rPr>
              <a:t>: </a:t>
            </a:r>
            <a:r>
              <a:rPr lang="fr-FR" sz="2000" dirty="0" err="1">
                <a:highlight>
                  <a:srgbClr val="C0C0C0"/>
                </a:highlight>
                <a:latin typeface="Calibri"/>
              </a:rPr>
              <a:t>true</a:t>
            </a:r>
            <a:endParaRPr lang="fr-FR" sz="2000" dirty="0">
              <a:highlight>
                <a:srgbClr val="C0C0C0"/>
              </a:highlight>
              <a:latin typeface="Calibri"/>
            </a:endParaRPr>
          </a:p>
          <a:p>
            <a:r>
              <a:rPr lang="fr-FR" sz="2000" dirty="0">
                <a:highlight>
                  <a:srgbClr val="C0C0C0"/>
                </a:highlight>
                <a:latin typeface="Calibri"/>
              </a:rPr>
              <a:t>            }</a:t>
            </a:r>
          </a:p>
          <a:p>
            <a:r>
              <a:rPr lang="fr-FR" sz="2000" dirty="0">
                <a:highlight>
                  <a:srgbClr val="C0C0C0"/>
                </a:highlight>
                <a:latin typeface="Calibri"/>
              </a:rPr>
              <a:t>        } </a:t>
            </a:r>
          </a:p>
          <a:p>
            <a:r>
              <a:rPr lang="fr-FR" sz="2000" dirty="0">
                <a:highlight>
                  <a:srgbClr val="C0C0C0"/>
                </a:highlight>
                <a:latin typeface="Calibri"/>
              </a:rPr>
              <a:t>   }</a:t>
            </a:r>
          </a:p>
          <a:p>
            <a:r>
              <a:rPr lang="fr-FR" sz="2000" dirty="0">
                <a:highlight>
                  <a:srgbClr val="C0C0C0"/>
                </a:highlight>
                <a:latin typeface="Calibri"/>
              </a:rPr>
              <a:t>}</a:t>
            </a:r>
          </a:p>
        </p:txBody>
      </p:sp>
    </p:spTree>
    <p:extLst>
      <p:ext uri="{BB962C8B-B14F-4D97-AF65-F5344CB8AC3E}">
        <p14:creationId xmlns:p14="http://schemas.microsoft.com/office/powerpoint/2010/main" val="276082551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465F2-C531-2469-CC53-B66C0AF600D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CA13CDE-2189-C810-BD94-EAE42B498BF9}"/>
              </a:ext>
            </a:extLst>
          </p:cNvPr>
          <p:cNvSpPr>
            <a:spLocks noGrp="1"/>
          </p:cNvSpPr>
          <p:nvPr>
            <p:ph type="title"/>
          </p:nvPr>
        </p:nvSpPr>
        <p:spPr>
          <a:xfrm>
            <a:off x="1054048" y="98310"/>
            <a:ext cx="9350642" cy="553998"/>
          </a:xfrm>
        </p:spPr>
        <p:txBody>
          <a:bodyPr/>
          <a:lstStyle/>
          <a:p>
            <a:r>
              <a:rPr lang="fr-FR" b="1" spc="125" dirty="0"/>
              <a:t>Gestion des erreurs (post actions)</a:t>
            </a:r>
          </a:p>
        </p:txBody>
      </p:sp>
      <p:sp>
        <p:nvSpPr>
          <p:cNvPr id="5" name="object 2">
            <a:extLst>
              <a:ext uri="{FF2B5EF4-FFF2-40B4-BE49-F238E27FC236}">
                <a16:creationId xmlns:a16="http://schemas.microsoft.com/office/drawing/2014/main" id="{30135A36-09AE-1B2A-B196-DD8906833634}"/>
              </a:ext>
            </a:extLst>
          </p:cNvPr>
          <p:cNvSpPr txBox="1"/>
          <p:nvPr/>
        </p:nvSpPr>
        <p:spPr>
          <a:xfrm>
            <a:off x="463550"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2</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8" name="Espace réservé du contenu 2">
            <a:extLst>
              <a:ext uri="{FF2B5EF4-FFF2-40B4-BE49-F238E27FC236}">
                <a16:creationId xmlns:a16="http://schemas.microsoft.com/office/drawing/2014/main" id="{FDA8FD6E-0412-266D-711D-9ECE3D9B9CC3}"/>
              </a:ext>
            </a:extLst>
          </p:cNvPr>
          <p:cNvSpPr txBox="1">
            <a:spLocks/>
          </p:cNvSpPr>
          <p:nvPr/>
        </p:nvSpPr>
        <p:spPr>
          <a:xfrm>
            <a:off x="463550" y="1568450"/>
            <a:ext cx="10515600" cy="4848225"/>
          </a:xfrm>
          <a:prstGeom prst="rect">
            <a:avLst/>
          </a:prstGeom>
        </p:spPr>
        <p:txBody>
          <a:bodyPr wrap="square" lIns="0" tIns="0" rIns="0" bIns="0">
            <a:normAutofit/>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C0E887B6-31D5-4A48-8F68-D7E19278D3DE}"/>
              </a:ext>
            </a:extLst>
          </p:cNvPr>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lang="fr-FR" sz="1200" spc="-25" dirty="0">
                <a:solidFill>
                  <a:prstClr val="white"/>
                </a:solidFill>
                <a:latin typeface="Calibri"/>
                <a:cs typeface="Calibri"/>
              </a:rPr>
              <a:t>76</a:t>
            </a:r>
            <a:endParaRPr kumimoji="0" lang="fr-FR" sz="1200" b="0" i="0" u="none" strike="noStrike" kern="0" cap="none" spc="-25" normalizeH="0" baseline="0" noProof="0" dirty="0">
              <a:ln>
                <a:noFill/>
              </a:ln>
              <a:solidFill>
                <a:prstClr val="white"/>
              </a:solidFill>
              <a:effectLst/>
              <a:uLnTx/>
              <a:uFillTx/>
              <a:latin typeface="Calibri"/>
              <a:cs typeface="Calibri"/>
            </a:endParaRPr>
          </a:p>
        </p:txBody>
      </p:sp>
      <p:sp>
        <p:nvSpPr>
          <p:cNvPr id="11" name="TextBox 10">
            <a:extLst>
              <a:ext uri="{FF2B5EF4-FFF2-40B4-BE49-F238E27FC236}">
                <a16:creationId xmlns:a16="http://schemas.microsoft.com/office/drawing/2014/main" id="{50CEFCF4-5B65-DC75-D2AD-11535C48D1CA}"/>
              </a:ext>
            </a:extLst>
          </p:cNvPr>
          <p:cNvSpPr txBox="1"/>
          <p:nvPr/>
        </p:nvSpPr>
        <p:spPr>
          <a:xfrm>
            <a:off x="539750" y="958850"/>
            <a:ext cx="9636340" cy="2071208"/>
          </a:xfrm>
          <a:prstGeom prst="rect">
            <a:avLst/>
          </a:prstGeom>
          <a:noFill/>
        </p:spPr>
        <p:txBody>
          <a:bodyPr wrap="square">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kumimoji="0" lang="fr-FR" sz="2200" b="1" i="0" u="none" strike="noStrike" kern="0" cap="none" spc="0" normalizeH="0" baseline="0" noProof="0" dirty="0">
                <a:ln>
                  <a:noFill/>
                </a:ln>
                <a:solidFill>
                  <a:sysClr val="windowText" lastClr="000000"/>
                </a:solidFill>
                <a:effectLst/>
                <a:uLnTx/>
                <a:uFillTx/>
                <a:latin typeface="Calibri"/>
              </a:rPr>
              <a:t>Pourquoi gérer les erreurs ?</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Calibri"/>
              </a:rPr>
              <a:t>Identifier rapidement les échecs</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Calibri"/>
              </a:rPr>
              <a:t>Appliquer des actions correctives</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Calibri"/>
              </a:rPr>
              <a:t>Améliorer la fiabilité des </a:t>
            </a:r>
            <a:r>
              <a:rPr kumimoji="0" lang="fr-FR" sz="2200" i="0" u="none" strike="noStrike" kern="0" cap="none" spc="0" normalizeH="0" baseline="0" noProof="0" dirty="0" err="1">
                <a:ln>
                  <a:noFill/>
                </a:ln>
                <a:solidFill>
                  <a:sysClr val="windowText" lastClr="000000"/>
                </a:solidFill>
                <a:effectLst/>
                <a:uLnTx/>
                <a:uFillTx/>
                <a:latin typeface="Calibri"/>
              </a:rPr>
              <a:t>builds</a:t>
            </a:r>
            <a:endParaRPr kumimoji="0" lang="fr-FR" sz="2200" i="0" u="none" strike="noStrike" kern="0" cap="none" spc="0" normalizeH="0" baseline="0" noProof="0" dirty="0">
              <a:ln>
                <a:noFill/>
              </a:ln>
              <a:solidFill>
                <a:sysClr val="windowText" lastClr="000000"/>
              </a:solidFill>
              <a:effectLst/>
              <a:uLnTx/>
              <a:uFillTx/>
              <a:latin typeface="Calibri"/>
            </a:endParaRPr>
          </a:p>
        </p:txBody>
      </p:sp>
      <p:sp>
        <p:nvSpPr>
          <p:cNvPr id="7" name="TextBox 6">
            <a:extLst>
              <a:ext uri="{FF2B5EF4-FFF2-40B4-BE49-F238E27FC236}">
                <a16:creationId xmlns:a16="http://schemas.microsoft.com/office/drawing/2014/main" id="{A073707D-DB83-ED2D-3752-F5ED3E8D5F44}"/>
              </a:ext>
            </a:extLst>
          </p:cNvPr>
          <p:cNvSpPr txBox="1"/>
          <p:nvPr/>
        </p:nvSpPr>
        <p:spPr>
          <a:xfrm>
            <a:off x="536956" y="3092450"/>
            <a:ext cx="5260594" cy="4291944"/>
          </a:xfrm>
          <a:prstGeom prst="rect">
            <a:avLst/>
          </a:prstGeom>
          <a:noFill/>
        </p:spPr>
        <p:txBody>
          <a:bodyPr wrap="square">
            <a:spAutoFit/>
          </a:bodyPr>
          <a:lstStyle/>
          <a:p>
            <a:pPr marR="0" lvl="0" defTabSz="914400" eaLnBrk="1" fontAlgn="auto" latinLnBrk="0" hangingPunct="1">
              <a:lnSpc>
                <a:spcPct val="150000"/>
              </a:lnSpc>
              <a:spcBef>
                <a:spcPts val="0"/>
              </a:spcBef>
              <a:spcAft>
                <a:spcPts val="0"/>
              </a:spcAft>
              <a:buClrTx/>
              <a:buSzTx/>
              <a:tabLst/>
              <a:defRPr/>
            </a:pPr>
            <a:r>
              <a:rPr kumimoji="0" lang="fr-FR" sz="2200" b="1" i="0" u="none" strike="noStrike" kern="0" cap="none" spc="0" normalizeH="0" baseline="0" noProof="0" dirty="0">
                <a:ln>
                  <a:noFill/>
                </a:ln>
                <a:solidFill>
                  <a:sysClr val="windowText" lastClr="000000"/>
                </a:solidFill>
                <a:effectLst/>
                <a:uLnTx/>
                <a:uFillTx/>
                <a:latin typeface="Calibri"/>
              </a:rPr>
              <a:t>Utilisation des pipelines pour chaîner des jobs</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lang="fr-FR" sz="2000" dirty="0" err="1">
                <a:highlight>
                  <a:srgbClr val="C0C0C0"/>
                </a:highlight>
                <a:latin typeface="Calibri"/>
              </a:rPr>
              <a:t>always</a:t>
            </a:r>
            <a:r>
              <a:rPr lang="fr-FR" sz="2000" dirty="0">
                <a:highlight>
                  <a:srgbClr val="C0C0C0"/>
                </a:highlight>
                <a:latin typeface="Calibri"/>
              </a:rPr>
              <a:t> {} </a:t>
            </a:r>
            <a:r>
              <a:rPr lang="fr-FR" sz="2000" dirty="0">
                <a:latin typeface="Calibri"/>
              </a:rPr>
              <a:t>: Exécuté dans tous les cas</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lang="fr-FR" sz="2000" dirty="0" err="1">
                <a:highlight>
                  <a:srgbClr val="C0C0C0"/>
                </a:highlight>
                <a:latin typeface="Calibri"/>
              </a:rPr>
              <a:t>success</a:t>
            </a:r>
            <a:r>
              <a:rPr lang="fr-FR" sz="2000" dirty="0">
                <a:highlight>
                  <a:srgbClr val="C0C0C0"/>
                </a:highlight>
                <a:latin typeface="Calibri"/>
              </a:rPr>
              <a:t> {} </a:t>
            </a:r>
            <a:r>
              <a:rPr lang="fr-FR" sz="2000" dirty="0">
                <a:latin typeface="Calibri"/>
              </a:rPr>
              <a:t>: Exécuté seulement si le pipeline réussit</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lang="fr-FR" sz="2000" dirty="0" err="1">
                <a:highlight>
                  <a:srgbClr val="C0C0C0"/>
                </a:highlight>
                <a:latin typeface="Calibri"/>
              </a:rPr>
              <a:t>failure</a:t>
            </a:r>
            <a:r>
              <a:rPr lang="fr-FR" sz="2000" dirty="0">
                <a:highlight>
                  <a:srgbClr val="C0C0C0"/>
                </a:highlight>
                <a:latin typeface="Calibri"/>
              </a:rPr>
              <a:t> {} </a:t>
            </a:r>
            <a:r>
              <a:rPr lang="fr-FR" sz="2000" dirty="0">
                <a:latin typeface="Calibri"/>
              </a:rPr>
              <a:t>: Exécuté en cas d’échec</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lang="fr-FR" sz="2000" dirty="0" err="1">
                <a:highlight>
                  <a:srgbClr val="C0C0C0"/>
                </a:highlight>
                <a:latin typeface="Calibri"/>
              </a:rPr>
              <a:t>unstable</a:t>
            </a:r>
            <a:r>
              <a:rPr lang="fr-FR" sz="2000" dirty="0">
                <a:highlight>
                  <a:srgbClr val="C0C0C0"/>
                </a:highlight>
                <a:latin typeface="Calibri"/>
              </a:rPr>
              <a:t> {} </a:t>
            </a:r>
            <a:r>
              <a:rPr lang="fr-FR" sz="2000" dirty="0">
                <a:latin typeface="Calibri"/>
              </a:rPr>
              <a:t>: Exécuté si le job est instable</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lang="fr-FR" sz="2000" dirty="0" err="1">
                <a:highlight>
                  <a:srgbClr val="C0C0C0"/>
                </a:highlight>
                <a:latin typeface="Calibri"/>
              </a:rPr>
              <a:t>changed</a:t>
            </a:r>
            <a:r>
              <a:rPr lang="fr-FR" sz="2000" dirty="0">
                <a:highlight>
                  <a:srgbClr val="C0C0C0"/>
                </a:highlight>
                <a:latin typeface="Calibri"/>
              </a:rPr>
              <a:t> {} </a:t>
            </a:r>
            <a:r>
              <a:rPr lang="fr-FR" sz="2000" dirty="0">
                <a:latin typeface="Calibri"/>
              </a:rPr>
              <a:t>: Exécuté uniquement si l’état du </a:t>
            </a:r>
            <a:r>
              <a:rPr lang="fr-FR" sz="2000" dirty="0" err="1">
                <a:latin typeface="Calibri"/>
              </a:rPr>
              <a:t>build</a:t>
            </a:r>
            <a:r>
              <a:rPr lang="fr-FR" sz="2000" dirty="0">
                <a:latin typeface="Calibri"/>
              </a:rPr>
              <a:t> change</a:t>
            </a:r>
          </a:p>
        </p:txBody>
      </p:sp>
      <p:sp>
        <p:nvSpPr>
          <p:cNvPr id="4" name="TextBox 3">
            <a:extLst>
              <a:ext uri="{FF2B5EF4-FFF2-40B4-BE49-F238E27FC236}">
                <a16:creationId xmlns:a16="http://schemas.microsoft.com/office/drawing/2014/main" id="{2FC21C3C-71E0-DBB2-A570-7278103E217C}"/>
              </a:ext>
            </a:extLst>
          </p:cNvPr>
          <p:cNvSpPr txBox="1"/>
          <p:nvPr/>
        </p:nvSpPr>
        <p:spPr>
          <a:xfrm>
            <a:off x="6178550" y="1340944"/>
            <a:ext cx="4267200" cy="5632311"/>
          </a:xfrm>
          <a:prstGeom prst="rect">
            <a:avLst/>
          </a:prstGeom>
          <a:noFill/>
        </p:spPr>
        <p:txBody>
          <a:bodyPr wrap="square">
            <a:spAutoFit/>
          </a:bodyPr>
          <a:lstStyle/>
          <a:p>
            <a:r>
              <a:rPr lang="fr-FR" sz="2000" dirty="0">
                <a:highlight>
                  <a:srgbClr val="C0C0C0"/>
                </a:highlight>
                <a:latin typeface="Calibri"/>
              </a:rPr>
              <a:t>pipeline {</a:t>
            </a:r>
          </a:p>
          <a:p>
            <a:r>
              <a:rPr lang="fr-FR" sz="2000" dirty="0">
                <a:highlight>
                  <a:srgbClr val="C0C0C0"/>
                </a:highlight>
                <a:latin typeface="Calibri"/>
              </a:rPr>
              <a:t>    agent </a:t>
            </a:r>
            <a:r>
              <a:rPr lang="fr-FR" sz="2000" dirty="0" err="1">
                <a:highlight>
                  <a:srgbClr val="C0C0C0"/>
                </a:highlight>
                <a:latin typeface="Calibri"/>
              </a:rPr>
              <a:t>any</a:t>
            </a:r>
            <a:endParaRPr lang="fr-FR" sz="2000" dirty="0">
              <a:highlight>
                <a:srgbClr val="C0C0C0"/>
              </a:highlight>
              <a:latin typeface="Calibri"/>
            </a:endParaRPr>
          </a:p>
          <a:p>
            <a:r>
              <a:rPr lang="fr-FR" sz="2000" dirty="0">
                <a:highlight>
                  <a:srgbClr val="C0C0C0"/>
                </a:highlight>
                <a:latin typeface="Calibri"/>
              </a:rPr>
              <a:t>    stages {</a:t>
            </a:r>
          </a:p>
          <a:p>
            <a:r>
              <a:rPr lang="fr-FR" sz="2000" dirty="0">
                <a:highlight>
                  <a:srgbClr val="C0C0C0"/>
                </a:highlight>
                <a:latin typeface="Calibri"/>
              </a:rPr>
              <a:t>        stage('Test’) {</a:t>
            </a:r>
          </a:p>
          <a:p>
            <a:r>
              <a:rPr lang="fr-FR" sz="2000" dirty="0">
                <a:highlight>
                  <a:srgbClr val="C0C0C0"/>
                </a:highlight>
                <a:latin typeface="Calibri"/>
              </a:rPr>
              <a:t>            </a:t>
            </a:r>
            <a:r>
              <a:rPr lang="fr-FR" sz="2000" dirty="0" err="1">
                <a:highlight>
                  <a:srgbClr val="C0C0C0"/>
                </a:highlight>
                <a:latin typeface="Calibri"/>
              </a:rPr>
              <a:t>steps</a:t>
            </a:r>
            <a:r>
              <a:rPr lang="fr-FR" sz="2000" dirty="0">
                <a:highlight>
                  <a:srgbClr val="C0C0C0"/>
                </a:highlight>
                <a:latin typeface="Calibri"/>
              </a:rPr>
              <a:t> {</a:t>
            </a:r>
          </a:p>
          <a:p>
            <a:r>
              <a:rPr lang="fr-FR" sz="2000" dirty="0">
                <a:highlight>
                  <a:srgbClr val="C0C0C0"/>
                </a:highlight>
                <a:latin typeface="Calibri"/>
              </a:rPr>
              <a:t>                sh 'exit 1' // Simule une erreur</a:t>
            </a:r>
          </a:p>
          <a:p>
            <a:r>
              <a:rPr lang="fr-FR" sz="2000" dirty="0">
                <a:highlight>
                  <a:srgbClr val="C0C0C0"/>
                </a:highlight>
                <a:latin typeface="Calibri"/>
              </a:rPr>
              <a:t>            }</a:t>
            </a:r>
          </a:p>
          <a:p>
            <a:r>
              <a:rPr lang="fr-FR" sz="2000" dirty="0">
                <a:highlight>
                  <a:srgbClr val="C0C0C0"/>
                </a:highlight>
                <a:latin typeface="Calibri"/>
              </a:rPr>
              <a:t>        }</a:t>
            </a:r>
          </a:p>
          <a:p>
            <a:r>
              <a:rPr lang="fr-FR" sz="2000" dirty="0">
                <a:highlight>
                  <a:srgbClr val="C0C0C0"/>
                </a:highlight>
                <a:latin typeface="Calibri"/>
              </a:rPr>
              <a:t>    }</a:t>
            </a:r>
          </a:p>
          <a:p>
            <a:r>
              <a:rPr lang="fr-FR" sz="2000" dirty="0">
                <a:highlight>
                  <a:srgbClr val="C0C0C0"/>
                </a:highlight>
                <a:latin typeface="Calibri"/>
              </a:rPr>
              <a:t>    post {</a:t>
            </a:r>
          </a:p>
          <a:p>
            <a:r>
              <a:rPr lang="fr-FR" sz="2000" dirty="0">
                <a:highlight>
                  <a:srgbClr val="C0C0C0"/>
                </a:highlight>
                <a:latin typeface="Calibri"/>
              </a:rPr>
              <a:t>        </a:t>
            </a:r>
            <a:r>
              <a:rPr lang="fr-FR" sz="2000" dirty="0" err="1">
                <a:highlight>
                  <a:srgbClr val="C0C0C0"/>
                </a:highlight>
                <a:latin typeface="Calibri"/>
              </a:rPr>
              <a:t>failure</a:t>
            </a:r>
            <a:r>
              <a:rPr lang="fr-FR" sz="2000" dirty="0">
                <a:highlight>
                  <a:srgbClr val="C0C0C0"/>
                </a:highlight>
                <a:latin typeface="Calibri"/>
              </a:rPr>
              <a:t> {</a:t>
            </a:r>
          </a:p>
          <a:p>
            <a:r>
              <a:rPr lang="fr-FR" sz="2000" dirty="0">
                <a:highlight>
                  <a:srgbClr val="C0C0C0"/>
                </a:highlight>
                <a:latin typeface="Calibri"/>
              </a:rPr>
              <a:t>            </a:t>
            </a:r>
            <a:r>
              <a:rPr lang="fr-FR" sz="2000" dirty="0" err="1">
                <a:highlight>
                  <a:srgbClr val="C0C0C0"/>
                </a:highlight>
                <a:latin typeface="Calibri"/>
              </a:rPr>
              <a:t>echo</a:t>
            </a:r>
            <a:r>
              <a:rPr lang="fr-FR" sz="2000" dirty="0">
                <a:highlight>
                  <a:srgbClr val="C0C0C0"/>
                </a:highlight>
                <a:latin typeface="Calibri"/>
              </a:rPr>
              <a:t> 'Le </a:t>
            </a:r>
            <a:r>
              <a:rPr lang="fr-FR" sz="2000" dirty="0" err="1">
                <a:highlight>
                  <a:srgbClr val="C0C0C0"/>
                </a:highlight>
                <a:latin typeface="Calibri"/>
              </a:rPr>
              <a:t>build</a:t>
            </a:r>
            <a:r>
              <a:rPr lang="fr-FR" sz="2000" dirty="0">
                <a:highlight>
                  <a:srgbClr val="C0C0C0"/>
                </a:highlight>
                <a:latin typeface="Calibri"/>
              </a:rPr>
              <a:t> a échoué !’</a:t>
            </a:r>
          </a:p>
          <a:p>
            <a:r>
              <a:rPr lang="fr-FR" sz="2000" dirty="0">
                <a:highlight>
                  <a:srgbClr val="C0C0C0"/>
                </a:highlight>
                <a:latin typeface="Calibri"/>
              </a:rPr>
              <a:t>        }</a:t>
            </a:r>
          </a:p>
          <a:p>
            <a:r>
              <a:rPr lang="fr-FR" sz="2000" dirty="0">
                <a:highlight>
                  <a:srgbClr val="C0C0C0"/>
                </a:highlight>
                <a:latin typeface="Calibri"/>
              </a:rPr>
              <a:t>        </a:t>
            </a:r>
            <a:r>
              <a:rPr lang="fr-FR" sz="2000" dirty="0" err="1">
                <a:highlight>
                  <a:srgbClr val="C0C0C0"/>
                </a:highlight>
                <a:latin typeface="Calibri"/>
              </a:rPr>
              <a:t>success</a:t>
            </a:r>
            <a:r>
              <a:rPr lang="fr-FR" sz="2000" dirty="0">
                <a:highlight>
                  <a:srgbClr val="C0C0C0"/>
                </a:highlight>
                <a:latin typeface="Calibri"/>
              </a:rPr>
              <a:t> {</a:t>
            </a:r>
          </a:p>
          <a:p>
            <a:r>
              <a:rPr lang="fr-FR" sz="2000" dirty="0">
                <a:highlight>
                  <a:srgbClr val="C0C0C0"/>
                </a:highlight>
                <a:latin typeface="Calibri"/>
              </a:rPr>
              <a:t>            </a:t>
            </a:r>
            <a:r>
              <a:rPr lang="fr-FR" sz="2000" dirty="0" err="1">
                <a:highlight>
                  <a:srgbClr val="C0C0C0"/>
                </a:highlight>
                <a:latin typeface="Calibri"/>
              </a:rPr>
              <a:t>echo</a:t>
            </a:r>
            <a:r>
              <a:rPr lang="fr-FR" sz="2000" dirty="0">
                <a:highlight>
                  <a:srgbClr val="C0C0C0"/>
                </a:highlight>
                <a:latin typeface="Calibri"/>
              </a:rPr>
              <a:t> 'Le </a:t>
            </a:r>
            <a:r>
              <a:rPr lang="fr-FR" sz="2000" dirty="0" err="1">
                <a:highlight>
                  <a:srgbClr val="C0C0C0"/>
                </a:highlight>
                <a:latin typeface="Calibri"/>
              </a:rPr>
              <a:t>build</a:t>
            </a:r>
            <a:r>
              <a:rPr lang="fr-FR" sz="2000" dirty="0">
                <a:highlight>
                  <a:srgbClr val="C0C0C0"/>
                </a:highlight>
                <a:latin typeface="Calibri"/>
              </a:rPr>
              <a:t> a réussi !’</a:t>
            </a:r>
          </a:p>
          <a:p>
            <a:r>
              <a:rPr lang="fr-FR" sz="2000" dirty="0">
                <a:highlight>
                  <a:srgbClr val="C0C0C0"/>
                </a:highlight>
                <a:latin typeface="Calibri"/>
              </a:rPr>
              <a:t>        }</a:t>
            </a:r>
          </a:p>
          <a:p>
            <a:r>
              <a:rPr lang="fr-FR" sz="2000" dirty="0">
                <a:highlight>
                  <a:srgbClr val="C0C0C0"/>
                </a:highlight>
                <a:latin typeface="Calibri"/>
              </a:rPr>
              <a:t>    }</a:t>
            </a:r>
          </a:p>
          <a:p>
            <a:r>
              <a:rPr lang="fr-FR" sz="2000" dirty="0">
                <a:highlight>
                  <a:srgbClr val="C0C0C0"/>
                </a:highlight>
                <a:latin typeface="Calibri"/>
              </a:rPr>
              <a:t>}</a:t>
            </a:r>
          </a:p>
        </p:txBody>
      </p:sp>
    </p:spTree>
    <p:extLst>
      <p:ext uri="{BB962C8B-B14F-4D97-AF65-F5344CB8AC3E}">
        <p14:creationId xmlns:p14="http://schemas.microsoft.com/office/powerpoint/2010/main" val="373821586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39FC5-8435-7A2C-BAF8-CB94376F3FC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72C1FF2-30D4-5418-BF4D-98E64BEFD0BC}"/>
              </a:ext>
            </a:extLst>
          </p:cNvPr>
          <p:cNvSpPr>
            <a:spLocks noGrp="1"/>
          </p:cNvSpPr>
          <p:nvPr>
            <p:ph type="title"/>
          </p:nvPr>
        </p:nvSpPr>
        <p:spPr>
          <a:xfrm>
            <a:off x="1054048" y="98310"/>
            <a:ext cx="9350642" cy="553998"/>
          </a:xfrm>
        </p:spPr>
        <p:txBody>
          <a:bodyPr/>
          <a:lstStyle/>
          <a:p>
            <a:r>
              <a:rPr lang="fr-FR" b="1" spc="125" dirty="0"/>
              <a:t>Exécution en parallèle</a:t>
            </a:r>
          </a:p>
        </p:txBody>
      </p:sp>
      <p:sp>
        <p:nvSpPr>
          <p:cNvPr id="5" name="object 2">
            <a:extLst>
              <a:ext uri="{FF2B5EF4-FFF2-40B4-BE49-F238E27FC236}">
                <a16:creationId xmlns:a16="http://schemas.microsoft.com/office/drawing/2014/main" id="{92C0D473-D7DC-B4D7-4C6A-FA3E42320112}"/>
              </a:ext>
            </a:extLst>
          </p:cNvPr>
          <p:cNvSpPr txBox="1"/>
          <p:nvPr/>
        </p:nvSpPr>
        <p:spPr>
          <a:xfrm>
            <a:off x="463550"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fr-FR" sz="2400" b="0" i="0" u="none" strike="noStrike" kern="0" cap="none" spc="0" normalizeH="0" baseline="0" noProof="0" dirty="0">
                <a:ln>
                  <a:noFill/>
                </a:ln>
                <a:solidFill>
                  <a:sysClr val="windowText" lastClr="000000"/>
                </a:solidFill>
                <a:effectLst/>
                <a:uLnTx/>
                <a:uFillTx/>
                <a:latin typeface="Calibri"/>
                <a:cs typeface="Calibri"/>
              </a:rPr>
              <a:t>3</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8" name="Espace réservé du contenu 2">
            <a:extLst>
              <a:ext uri="{FF2B5EF4-FFF2-40B4-BE49-F238E27FC236}">
                <a16:creationId xmlns:a16="http://schemas.microsoft.com/office/drawing/2014/main" id="{955A3790-094D-A393-ABE9-EA66A261D97E}"/>
              </a:ext>
            </a:extLst>
          </p:cNvPr>
          <p:cNvSpPr txBox="1">
            <a:spLocks/>
          </p:cNvSpPr>
          <p:nvPr/>
        </p:nvSpPr>
        <p:spPr>
          <a:xfrm>
            <a:off x="463550" y="1568450"/>
            <a:ext cx="10515600" cy="4848225"/>
          </a:xfrm>
          <a:prstGeom prst="rect">
            <a:avLst/>
          </a:prstGeom>
        </p:spPr>
        <p:txBody>
          <a:bodyPr wrap="square" lIns="0" tIns="0" rIns="0" bIns="0">
            <a:normAutofit/>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C6E9486C-1E92-48AF-B4B7-A5DA968AC705}"/>
              </a:ext>
            </a:extLst>
          </p:cNvPr>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lang="fr-FR" sz="1200" spc="-25" dirty="0">
                <a:solidFill>
                  <a:prstClr val="white"/>
                </a:solidFill>
                <a:latin typeface="Calibri"/>
                <a:cs typeface="Calibri"/>
              </a:rPr>
              <a:t>77</a:t>
            </a:r>
            <a:endParaRPr kumimoji="0" lang="fr-FR" sz="1200" b="0" i="0" u="none" strike="noStrike" kern="0" cap="none" spc="-25" normalizeH="0" baseline="0" noProof="0" dirty="0">
              <a:ln>
                <a:noFill/>
              </a:ln>
              <a:solidFill>
                <a:prstClr val="white"/>
              </a:solidFill>
              <a:effectLst/>
              <a:uLnTx/>
              <a:uFillTx/>
              <a:latin typeface="Calibri"/>
              <a:cs typeface="Calibri"/>
            </a:endParaRPr>
          </a:p>
        </p:txBody>
      </p:sp>
      <p:sp>
        <p:nvSpPr>
          <p:cNvPr id="11" name="TextBox 10">
            <a:extLst>
              <a:ext uri="{FF2B5EF4-FFF2-40B4-BE49-F238E27FC236}">
                <a16:creationId xmlns:a16="http://schemas.microsoft.com/office/drawing/2014/main" id="{1B7BEFDD-5CD0-5AA6-F577-4519A930E2B5}"/>
              </a:ext>
            </a:extLst>
          </p:cNvPr>
          <p:cNvSpPr txBox="1"/>
          <p:nvPr/>
        </p:nvSpPr>
        <p:spPr>
          <a:xfrm>
            <a:off x="539750" y="958850"/>
            <a:ext cx="3657600" cy="3594702"/>
          </a:xfrm>
          <a:prstGeom prst="rect">
            <a:avLst/>
          </a:prstGeom>
          <a:noFill/>
        </p:spPr>
        <p:txBody>
          <a:bodyPr wrap="square">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kumimoji="0" lang="fr-FR" sz="2200" b="1" i="0" u="none" strike="noStrike" kern="0" cap="none" spc="0" normalizeH="0" baseline="0" noProof="0" dirty="0">
                <a:ln>
                  <a:noFill/>
                </a:ln>
                <a:solidFill>
                  <a:sysClr val="windowText" lastClr="000000"/>
                </a:solidFill>
                <a:effectLst/>
                <a:uLnTx/>
                <a:uFillTx/>
                <a:latin typeface="Calibri"/>
              </a:rPr>
              <a:t>Pourquoi exécuter en parallèle ?</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Calibri"/>
              </a:rPr>
              <a:t>Réduire le temps de </a:t>
            </a:r>
            <a:r>
              <a:rPr kumimoji="0" lang="fr-FR" sz="2200" i="0" u="none" strike="noStrike" kern="0" cap="none" spc="0" normalizeH="0" baseline="0" noProof="0" dirty="0" err="1">
                <a:ln>
                  <a:noFill/>
                </a:ln>
                <a:solidFill>
                  <a:sysClr val="windowText" lastClr="000000"/>
                </a:solidFill>
                <a:effectLst/>
                <a:uLnTx/>
                <a:uFillTx/>
                <a:latin typeface="Calibri"/>
              </a:rPr>
              <a:t>build</a:t>
            </a:r>
            <a:endParaRPr kumimoji="0" lang="fr-FR" sz="2200" i="0" u="none" strike="noStrike" kern="0" cap="none" spc="0" normalizeH="0" baseline="0" noProof="0" dirty="0">
              <a:ln>
                <a:noFill/>
              </a:ln>
              <a:solidFill>
                <a:sysClr val="windowText" lastClr="000000"/>
              </a:solidFill>
              <a:effectLst/>
              <a:uLnTx/>
              <a:uFillTx/>
              <a:latin typeface="Calibri"/>
            </a:endParaRP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Calibri"/>
              </a:rPr>
              <a:t>Exécuter des tâches indépendantes simultanément</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Calibri"/>
              </a:rPr>
              <a:t>Améliorer l’efficacité</a:t>
            </a:r>
          </a:p>
        </p:txBody>
      </p:sp>
      <p:sp>
        <p:nvSpPr>
          <p:cNvPr id="7" name="TextBox 6">
            <a:extLst>
              <a:ext uri="{FF2B5EF4-FFF2-40B4-BE49-F238E27FC236}">
                <a16:creationId xmlns:a16="http://schemas.microsoft.com/office/drawing/2014/main" id="{B528CD1F-FE0C-6937-D291-79543B2111C8}"/>
              </a:ext>
            </a:extLst>
          </p:cNvPr>
          <p:cNvSpPr txBox="1"/>
          <p:nvPr/>
        </p:nvSpPr>
        <p:spPr>
          <a:xfrm>
            <a:off x="4956556" y="1035050"/>
            <a:ext cx="5260594" cy="6447919"/>
          </a:xfrm>
          <a:prstGeom prst="rect">
            <a:avLst/>
          </a:prstGeom>
          <a:noFill/>
        </p:spPr>
        <p:txBody>
          <a:bodyPr wrap="square">
            <a:spAutoFit/>
          </a:bodyPr>
          <a:lstStyle/>
          <a:p>
            <a:pPr>
              <a:lnSpc>
                <a:spcPct val="150000"/>
              </a:lnSpc>
              <a:defRPr/>
            </a:pPr>
            <a:r>
              <a:rPr lang="fr-FR" sz="2200" b="1" dirty="0">
                <a:latin typeface="Calibri"/>
              </a:rPr>
              <a:t>Pipeline avec exécution en parallèle</a:t>
            </a:r>
          </a:p>
          <a:p>
            <a:pPr marR="0" lvl="0" defTabSz="914400" eaLnBrk="1" fontAlgn="auto" latinLnBrk="0" hangingPunct="1">
              <a:spcBef>
                <a:spcPts val="0"/>
              </a:spcBef>
              <a:spcAft>
                <a:spcPts val="0"/>
              </a:spcAft>
              <a:buClrTx/>
              <a:buSzTx/>
              <a:tabLst/>
              <a:defRPr/>
            </a:pPr>
            <a:r>
              <a:rPr lang="fr-FR" sz="2000" dirty="0">
                <a:highlight>
                  <a:srgbClr val="C0C0C0"/>
                </a:highlight>
                <a:latin typeface="Calibri"/>
              </a:rPr>
              <a:t>pipeline {</a:t>
            </a:r>
          </a:p>
          <a:p>
            <a:pPr marR="0" lvl="0" defTabSz="914400" eaLnBrk="1" fontAlgn="auto" latinLnBrk="0" hangingPunct="1">
              <a:spcBef>
                <a:spcPts val="0"/>
              </a:spcBef>
              <a:spcAft>
                <a:spcPts val="0"/>
              </a:spcAft>
              <a:buClrTx/>
              <a:buSzTx/>
              <a:tabLst/>
              <a:defRPr/>
            </a:pPr>
            <a:r>
              <a:rPr lang="fr-FR" sz="2000" dirty="0">
                <a:highlight>
                  <a:srgbClr val="C0C0C0"/>
                </a:highlight>
                <a:latin typeface="Calibri"/>
              </a:rPr>
              <a:t>    agent </a:t>
            </a:r>
            <a:r>
              <a:rPr lang="fr-FR" sz="2000" dirty="0" err="1">
                <a:highlight>
                  <a:srgbClr val="C0C0C0"/>
                </a:highlight>
                <a:latin typeface="Calibri"/>
              </a:rPr>
              <a:t>any</a:t>
            </a:r>
            <a:endParaRPr lang="fr-FR" sz="2000" dirty="0">
              <a:highlight>
                <a:srgbClr val="C0C0C0"/>
              </a:highlight>
              <a:latin typeface="Calibri"/>
            </a:endParaRPr>
          </a:p>
          <a:p>
            <a:pPr marR="0" lvl="0" defTabSz="914400" eaLnBrk="1" fontAlgn="auto" latinLnBrk="0" hangingPunct="1">
              <a:spcBef>
                <a:spcPts val="0"/>
              </a:spcBef>
              <a:spcAft>
                <a:spcPts val="0"/>
              </a:spcAft>
              <a:buClrTx/>
              <a:buSzTx/>
              <a:tabLst/>
              <a:defRPr/>
            </a:pPr>
            <a:r>
              <a:rPr lang="fr-FR" sz="2000" dirty="0">
                <a:highlight>
                  <a:srgbClr val="C0C0C0"/>
                </a:highlight>
                <a:latin typeface="Calibri"/>
              </a:rPr>
              <a:t>    stages {</a:t>
            </a:r>
          </a:p>
          <a:p>
            <a:pPr marR="0" lvl="0" defTabSz="914400" eaLnBrk="1" fontAlgn="auto" latinLnBrk="0" hangingPunct="1">
              <a:spcBef>
                <a:spcPts val="0"/>
              </a:spcBef>
              <a:spcAft>
                <a:spcPts val="0"/>
              </a:spcAft>
              <a:buClrTx/>
              <a:buSzTx/>
              <a:tabLst/>
              <a:defRPr/>
            </a:pPr>
            <a:r>
              <a:rPr lang="fr-FR" sz="2000" dirty="0">
                <a:highlight>
                  <a:srgbClr val="C0C0C0"/>
                </a:highlight>
                <a:latin typeface="Calibri"/>
              </a:rPr>
              <a:t>        stage('Tests en parallèle’) {</a:t>
            </a:r>
          </a:p>
          <a:p>
            <a:pPr marR="0" lvl="0" defTabSz="914400" eaLnBrk="1" fontAlgn="auto" latinLnBrk="0" hangingPunct="1">
              <a:spcBef>
                <a:spcPts val="0"/>
              </a:spcBef>
              <a:spcAft>
                <a:spcPts val="0"/>
              </a:spcAft>
              <a:buClrTx/>
              <a:buSzTx/>
              <a:tabLst/>
              <a:defRPr/>
            </a:pPr>
            <a:r>
              <a:rPr lang="fr-FR" sz="2000" dirty="0">
                <a:highlight>
                  <a:srgbClr val="C0C0C0"/>
                </a:highlight>
                <a:latin typeface="Calibri"/>
              </a:rPr>
              <a:t>            </a:t>
            </a:r>
            <a:r>
              <a:rPr lang="fr-FR" sz="2000" dirty="0" err="1">
                <a:highlight>
                  <a:srgbClr val="C0C0C0"/>
                </a:highlight>
                <a:latin typeface="Calibri"/>
              </a:rPr>
              <a:t>parallel</a:t>
            </a:r>
            <a:r>
              <a:rPr lang="fr-FR" sz="2000" dirty="0">
                <a:highlight>
                  <a:srgbClr val="C0C0C0"/>
                </a:highlight>
                <a:latin typeface="Calibri"/>
              </a:rPr>
              <a:t> {</a:t>
            </a:r>
          </a:p>
          <a:p>
            <a:pPr marR="0" lvl="0" defTabSz="914400" eaLnBrk="1" fontAlgn="auto" latinLnBrk="0" hangingPunct="1">
              <a:spcBef>
                <a:spcPts val="0"/>
              </a:spcBef>
              <a:spcAft>
                <a:spcPts val="0"/>
              </a:spcAft>
              <a:buClrTx/>
              <a:buSzTx/>
              <a:tabLst/>
              <a:defRPr/>
            </a:pPr>
            <a:r>
              <a:rPr lang="fr-FR" sz="2000" dirty="0">
                <a:highlight>
                  <a:srgbClr val="C0C0C0"/>
                </a:highlight>
                <a:latin typeface="Calibri"/>
              </a:rPr>
              <a:t>                stage('Unit Tests’) {</a:t>
            </a:r>
          </a:p>
          <a:p>
            <a:pPr marR="0" lvl="0" defTabSz="914400" eaLnBrk="1" fontAlgn="auto" latinLnBrk="0" hangingPunct="1">
              <a:spcBef>
                <a:spcPts val="0"/>
              </a:spcBef>
              <a:spcAft>
                <a:spcPts val="0"/>
              </a:spcAft>
              <a:buClrTx/>
              <a:buSzTx/>
              <a:tabLst/>
              <a:defRPr/>
            </a:pPr>
            <a:r>
              <a:rPr lang="fr-FR" sz="2000" dirty="0">
                <a:highlight>
                  <a:srgbClr val="C0C0C0"/>
                </a:highlight>
                <a:latin typeface="Calibri"/>
              </a:rPr>
              <a:t>                    </a:t>
            </a:r>
            <a:r>
              <a:rPr lang="fr-FR" sz="2000" dirty="0" err="1">
                <a:highlight>
                  <a:srgbClr val="C0C0C0"/>
                </a:highlight>
                <a:latin typeface="Calibri"/>
              </a:rPr>
              <a:t>steps</a:t>
            </a:r>
            <a:r>
              <a:rPr lang="fr-FR" sz="2000" dirty="0">
                <a:highlight>
                  <a:srgbClr val="C0C0C0"/>
                </a:highlight>
                <a:latin typeface="Calibri"/>
              </a:rPr>
              <a:t> { </a:t>
            </a:r>
          </a:p>
          <a:p>
            <a:pPr marR="0" lvl="0" defTabSz="914400" eaLnBrk="1" fontAlgn="auto" latinLnBrk="0" hangingPunct="1">
              <a:spcBef>
                <a:spcPts val="0"/>
              </a:spcBef>
              <a:spcAft>
                <a:spcPts val="0"/>
              </a:spcAft>
              <a:buClrTx/>
              <a:buSzTx/>
              <a:tabLst/>
              <a:defRPr/>
            </a:pPr>
            <a:r>
              <a:rPr lang="fr-FR" sz="2000" dirty="0">
                <a:highlight>
                  <a:srgbClr val="C0C0C0"/>
                </a:highlight>
                <a:latin typeface="Calibri"/>
              </a:rPr>
              <a:t>                       sh '</a:t>
            </a:r>
            <a:r>
              <a:rPr lang="fr-FR" sz="2000" dirty="0" err="1">
                <a:highlight>
                  <a:srgbClr val="C0C0C0"/>
                </a:highlight>
                <a:latin typeface="Calibri"/>
              </a:rPr>
              <a:t>mvn</a:t>
            </a:r>
            <a:r>
              <a:rPr lang="fr-FR" sz="2000" dirty="0">
                <a:highlight>
                  <a:srgbClr val="C0C0C0"/>
                </a:highlight>
                <a:latin typeface="Calibri"/>
              </a:rPr>
              <a:t> test’</a:t>
            </a:r>
          </a:p>
          <a:p>
            <a:pPr marR="0" lvl="0" defTabSz="914400" eaLnBrk="1" fontAlgn="auto" latinLnBrk="0" hangingPunct="1">
              <a:spcBef>
                <a:spcPts val="0"/>
              </a:spcBef>
              <a:spcAft>
                <a:spcPts val="0"/>
              </a:spcAft>
              <a:buClrTx/>
              <a:buSzTx/>
              <a:tabLst/>
              <a:defRPr/>
            </a:pPr>
            <a:r>
              <a:rPr lang="fr-FR" sz="2000" dirty="0">
                <a:highlight>
                  <a:srgbClr val="C0C0C0"/>
                </a:highlight>
                <a:latin typeface="Calibri"/>
              </a:rPr>
              <a:t>                    }</a:t>
            </a:r>
          </a:p>
          <a:p>
            <a:pPr marR="0" lvl="0" defTabSz="914400" eaLnBrk="1" fontAlgn="auto" latinLnBrk="0" hangingPunct="1">
              <a:spcBef>
                <a:spcPts val="0"/>
              </a:spcBef>
              <a:spcAft>
                <a:spcPts val="0"/>
              </a:spcAft>
              <a:buClrTx/>
              <a:buSzTx/>
              <a:tabLst/>
              <a:defRPr/>
            </a:pPr>
            <a:r>
              <a:rPr lang="fr-FR" sz="2000" dirty="0">
                <a:highlight>
                  <a:srgbClr val="C0C0C0"/>
                </a:highlight>
                <a:latin typeface="Calibri"/>
              </a:rPr>
              <a:t>                }</a:t>
            </a:r>
          </a:p>
          <a:p>
            <a:pPr marR="0" lvl="0" defTabSz="914400" eaLnBrk="1" fontAlgn="auto" latinLnBrk="0" hangingPunct="1">
              <a:spcBef>
                <a:spcPts val="0"/>
              </a:spcBef>
              <a:spcAft>
                <a:spcPts val="0"/>
              </a:spcAft>
              <a:buClrTx/>
              <a:buSzTx/>
              <a:tabLst/>
              <a:defRPr/>
            </a:pPr>
            <a:r>
              <a:rPr lang="fr-FR" sz="2000" dirty="0">
                <a:highlight>
                  <a:srgbClr val="C0C0C0"/>
                </a:highlight>
                <a:latin typeface="Calibri"/>
              </a:rPr>
              <a:t>                stage('</a:t>
            </a:r>
            <a:r>
              <a:rPr lang="fr-FR" sz="2000" dirty="0" err="1">
                <a:highlight>
                  <a:srgbClr val="C0C0C0"/>
                </a:highlight>
                <a:latin typeface="Calibri"/>
              </a:rPr>
              <a:t>Linting</a:t>
            </a:r>
            <a:r>
              <a:rPr lang="fr-FR" sz="2000" dirty="0">
                <a:highlight>
                  <a:srgbClr val="C0C0C0"/>
                </a:highlight>
                <a:latin typeface="Calibri"/>
              </a:rPr>
              <a:t>’) {</a:t>
            </a:r>
          </a:p>
          <a:p>
            <a:pPr marR="0" lvl="0" defTabSz="914400" eaLnBrk="1" fontAlgn="auto" latinLnBrk="0" hangingPunct="1">
              <a:spcBef>
                <a:spcPts val="0"/>
              </a:spcBef>
              <a:spcAft>
                <a:spcPts val="0"/>
              </a:spcAft>
              <a:buClrTx/>
              <a:buSzTx/>
              <a:tabLst/>
              <a:defRPr/>
            </a:pPr>
            <a:r>
              <a:rPr lang="fr-FR" sz="2000" dirty="0">
                <a:highlight>
                  <a:srgbClr val="C0C0C0"/>
                </a:highlight>
                <a:latin typeface="Calibri"/>
              </a:rPr>
              <a:t>                    </a:t>
            </a:r>
            <a:r>
              <a:rPr lang="fr-FR" sz="2000" dirty="0" err="1">
                <a:highlight>
                  <a:srgbClr val="C0C0C0"/>
                </a:highlight>
                <a:latin typeface="Calibri"/>
              </a:rPr>
              <a:t>steps</a:t>
            </a:r>
            <a:r>
              <a:rPr lang="fr-FR" sz="2000" dirty="0">
                <a:highlight>
                  <a:srgbClr val="C0C0C0"/>
                </a:highlight>
                <a:latin typeface="Calibri"/>
              </a:rPr>
              <a:t> { </a:t>
            </a:r>
          </a:p>
          <a:p>
            <a:pPr marR="0" lvl="0" defTabSz="914400" eaLnBrk="1" fontAlgn="auto" latinLnBrk="0" hangingPunct="1">
              <a:spcBef>
                <a:spcPts val="0"/>
              </a:spcBef>
              <a:spcAft>
                <a:spcPts val="0"/>
              </a:spcAft>
              <a:buClrTx/>
              <a:buSzTx/>
              <a:tabLst/>
              <a:defRPr/>
            </a:pPr>
            <a:r>
              <a:rPr lang="fr-FR" sz="2000" dirty="0">
                <a:highlight>
                  <a:srgbClr val="C0C0C0"/>
                </a:highlight>
                <a:latin typeface="Calibri"/>
              </a:rPr>
              <a:t>                       sh '</a:t>
            </a:r>
            <a:r>
              <a:rPr lang="fr-FR" sz="2000" dirty="0" err="1">
                <a:highlight>
                  <a:srgbClr val="C0C0C0"/>
                </a:highlight>
                <a:latin typeface="Calibri"/>
              </a:rPr>
              <a:t>eslint</a:t>
            </a:r>
            <a:r>
              <a:rPr lang="fr-FR" sz="2000" dirty="0">
                <a:highlight>
                  <a:srgbClr val="C0C0C0"/>
                </a:highlight>
                <a:latin typeface="Calibri"/>
              </a:rPr>
              <a:t> src/’</a:t>
            </a:r>
          </a:p>
          <a:p>
            <a:pPr marR="0" lvl="0" defTabSz="914400" eaLnBrk="1" fontAlgn="auto" latinLnBrk="0" hangingPunct="1">
              <a:spcBef>
                <a:spcPts val="0"/>
              </a:spcBef>
              <a:spcAft>
                <a:spcPts val="0"/>
              </a:spcAft>
              <a:buClrTx/>
              <a:buSzTx/>
              <a:tabLst/>
              <a:defRPr/>
            </a:pPr>
            <a:r>
              <a:rPr lang="fr-FR" sz="2000" dirty="0">
                <a:highlight>
                  <a:srgbClr val="C0C0C0"/>
                </a:highlight>
                <a:latin typeface="Calibri"/>
              </a:rPr>
              <a:t>                    }</a:t>
            </a:r>
          </a:p>
          <a:p>
            <a:pPr marR="0" lvl="0" defTabSz="914400" eaLnBrk="1" fontAlgn="auto" latinLnBrk="0" hangingPunct="1">
              <a:spcBef>
                <a:spcPts val="0"/>
              </a:spcBef>
              <a:spcAft>
                <a:spcPts val="0"/>
              </a:spcAft>
              <a:buClrTx/>
              <a:buSzTx/>
              <a:tabLst/>
              <a:defRPr/>
            </a:pPr>
            <a:r>
              <a:rPr lang="fr-FR" sz="2000" dirty="0">
                <a:highlight>
                  <a:srgbClr val="C0C0C0"/>
                </a:highlight>
                <a:latin typeface="Calibri"/>
              </a:rPr>
              <a:t>                }</a:t>
            </a:r>
          </a:p>
          <a:p>
            <a:pPr marR="0" lvl="0" defTabSz="914400" eaLnBrk="1" fontAlgn="auto" latinLnBrk="0" hangingPunct="1">
              <a:spcBef>
                <a:spcPts val="0"/>
              </a:spcBef>
              <a:spcAft>
                <a:spcPts val="0"/>
              </a:spcAft>
              <a:buClrTx/>
              <a:buSzTx/>
              <a:tabLst/>
              <a:defRPr/>
            </a:pPr>
            <a:r>
              <a:rPr lang="fr-FR" sz="2000" dirty="0">
                <a:highlight>
                  <a:srgbClr val="C0C0C0"/>
                </a:highlight>
                <a:latin typeface="Calibri"/>
              </a:rPr>
              <a:t>            }</a:t>
            </a:r>
          </a:p>
          <a:p>
            <a:pPr marR="0" lvl="0" defTabSz="914400" eaLnBrk="1" fontAlgn="auto" latinLnBrk="0" hangingPunct="1">
              <a:spcBef>
                <a:spcPts val="0"/>
              </a:spcBef>
              <a:spcAft>
                <a:spcPts val="0"/>
              </a:spcAft>
              <a:buClrTx/>
              <a:buSzTx/>
              <a:tabLst/>
              <a:defRPr/>
            </a:pPr>
            <a:r>
              <a:rPr lang="fr-FR" sz="2000" dirty="0">
                <a:highlight>
                  <a:srgbClr val="C0C0C0"/>
                </a:highlight>
                <a:latin typeface="Calibri"/>
              </a:rPr>
              <a:t>        }</a:t>
            </a:r>
          </a:p>
          <a:p>
            <a:pPr marR="0" lvl="0" defTabSz="914400" eaLnBrk="1" fontAlgn="auto" latinLnBrk="0" hangingPunct="1">
              <a:spcBef>
                <a:spcPts val="0"/>
              </a:spcBef>
              <a:spcAft>
                <a:spcPts val="0"/>
              </a:spcAft>
              <a:buClrTx/>
              <a:buSzTx/>
              <a:tabLst/>
              <a:defRPr/>
            </a:pPr>
            <a:r>
              <a:rPr lang="fr-FR" sz="2000" dirty="0">
                <a:highlight>
                  <a:srgbClr val="C0C0C0"/>
                </a:highlight>
                <a:latin typeface="Calibri"/>
              </a:rPr>
              <a:t>    }</a:t>
            </a:r>
          </a:p>
          <a:p>
            <a:pPr marR="0" lvl="0" defTabSz="914400" eaLnBrk="1" fontAlgn="auto" latinLnBrk="0" hangingPunct="1">
              <a:spcBef>
                <a:spcPts val="0"/>
              </a:spcBef>
              <a:spcAft>
                <a:spcPts val="0"/>
              </a:spcAft>
              <a:buClrTx/>
              <a:buSzTx/>
              <a:tabLst/>
              <a:defRPr/>
            </a:pPr>
            <a:r>
              <a:rPr lang="fr-FR" sz="2000" dirty="0">
                <a:highlight>
                  <a:srgbClr val="C0C0C0"/>
                </a:highlight>
                <a:latin typeface="Calibri"/>
              </a:rPr>
              <a:t>}</a:t>
            </a:r>
          </a:p>
        </p:txBody>
      </p:sp>
    </p:spTree>
    <p:extLst>
      <p:ext uri="{BB962C8B-B14F-4D97-AF65-F5344CB8AC3E}">
        <p14:creationId xmlns:p14="http://schemas.microsoft.com/office/powerpoint/2010/main" val="225849805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BCEC1-D8BC-3CFD-2C93-A4ADB84EE01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830E10F-30E6-4153-BEF2-081F2D947C80}"/>
              </a:ext>
            </a:extLst>
          </p:cNvPr>
          <p:cNvSpPr>
            <a:spLocks noGrp="1"/>
          </p:cNvSpPr>
          <p:nvPr>
            <p:ph type="title"/>
          </p:nvPr>
        </p:nvSpPr>
        <p:spPr>
          <a:xfrm>
            <a:off x="1054048" y="98310"/>
            <a:ext cx="9350642" cy="553998"/>
          </a:xfrm>
        </p:spPr>
        <p:txBody>
          <a:bodyPr/>
          <a:lstStyle/>
          <a:p>
            <a:r>
              <a:rPr lang="fr-FR" b="1" spc="125" dirty="0"/>
              <a:t>Pipelines multi configurés (matrix)</a:t>
            </a:r>
          </a:p>
        </p:txBody>
      </p:sp>
      <p:sp>
        <p:nvSpPr>
          <p:cNvPr id="5" name="object 2">
            <a:extLst>
              <a:ext uri="{FF2B5EF4-FFF2-40B4-BE49-F238E27FC236}">
                <a16:creationId xmlns:a16="http://schemas.microsoft.com/office/drawing/2014/main" id="{404479F9-7401-7581-9F6A-CEB8F6B640E5}"/>
              </a:ext>
            </a:extLst>
          </p:cNvPr>
          <p:cNvSpPr txBox="1"/>
          <p:nvPr/>
        </p:nvSpPr>
        <p:spPr>
          <a:xfrm>
            <a:off x="463550"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4</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8" name="Espace réservé du contenu 2">
            <a:extLst>
              <a:ext uri="{FF2B5EF4-FFF2-40B4-BE49-F238E27FC236}">
                <a16:creationId xmlns:a16="http://schemas.microsoft.com/office/drawing/2014/main" id="{EE6C6261-BBA8-A434-3D81-0D89800416BE}"/>
              </a:ext>
            </a:extLst>
          </p:cNvPr>
          <p:cNvSpPr txBox="1">
            <a:spLocks/>
          </p:cNvSpPr>
          <p:nvPr/>
        </p:nvSpPr>
        <p:spPr>
          <a:xfrm>
            <a:off x="463550" y="1568450"/>
            <a:ext cx="10515600" cy="4848225"/>
          </a:xfrm>
          <a:prstGeom prst="rect">
            <a:avLst/>
          </a:prstGeom>
        </p:spPr>
        <p:txBody>
          <a:bodyPr wrap="square" lIns="0" tIns="0" rIns="0" bIns="0">
            <a:normAutofit/>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AC6BA426-F58A-A0DA-55AA-4CAD7920645F}"/>
              </a:ext>
            </a:extLst>
          </p:cNvPr>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lang="fr-FR" sz="1200" spc="-25" dirty="0">
                <a:solidFill>
                  <a:prstClr val="white"/>
                </a:solidFill>
                <a:latin typeface="Calibri"/>
                <a:cs typeface="Calibri"/>
              </a:rPr>
              <a:t>78</a:t>
            </a:r>
            <a:endParaRPr kumimoji="0" lang="fr-FR" sz="1200" b="0" i="0" u="none" strike="noStrike" kern="0" cap="none" spc="-25" normalizeH="0" baseline="0" noProof="0" dirty="0">
              <a:ln>
                <a:noFill/>
              </a:ln>
              <a:solidFill>
                <a:prstClr val="white"/>
              </a:solidFill>
              <a:effectLst/>
              <a:uLnTx/>
              <a:uFillTx/>
              <a:latin typeface="Calibri"/>
              <a:cs typeface="Calibri"/>
            </a:endParaRPr>
          </a:p>
        </p:txBody>
      </p:sp>
      <p:sp>
        <p:nvSpPr>
          <p:cNvPr id="11" name="TextBox 10">
            <a:extLst>
              <a:ext uri="{FF2B5EF4-FFF2-40B4-BE49-F238E27FC236}">
                <a16:creationId xmlns:a16="http://schemas.microsoft.com/office/drawing/2014/main" id="{25E64D79-AA37-3EEB-04C3-A26DFA557078}"/>
              </a:ext>
            </a:extLst>
          </p:cNvPr>
          <p:cNvSpPr txBox="1"/>
          <p:nvPr/>
        </p:nvSpPr>
        <p:spPr>
          <a:xfrm>
            <a:off x="539750" y="958850"/>
            <a:ext cx="3657600" cy="3594702"/>
          </a:xfrm>
          <a:prstGeom prst="rect">
            <a:avLst/>
          </a:prstGeom>
          <a:noFill/>
        </p:spPr>
        <p:txBody>
          <a:bodyPr wrap="square">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kumimoji="0" lang="fr-FR" sz="2200" b="1" i="0" u="none" strike="noStrike" kern="0" cap="none" spc="0" normalizeH="0" baseline="0" noProof="0" dirty="0">
                <a:ln>
                  <a:noFill/>
                </a:ln>
                <a:solidFill>
                  <a:sysClr val="windowText" lastClr="000000"/>
                </a:solidFill>
                <a:effectLst/>
                <a:uLnTx/>
                <a:uFillTx/>
                <a:latin typeface="Calibri"/>
              </a:rPr>
              <a:t>Pourquoi utiliser une configuration matricielle ?</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Calibri"/>
              </a:rPr>
              <a:t>Tester sur plusieurs plateformes, versions ou configurations</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Calibri"/>
              </a:rPr>
              <a:t>Éviter la duplication de code dans le pipeline</a:t>
            </a:r>
          </a:p>
        </p:txBody>
      </p:sp>
      <p:sp>
        <p:nvSpPr>
          <p:cNvPr id="7" name="TextBox 6">
            <a:extLst>
              <a:ext uri="{FF2B5EF4-FFF2-40B4-BE49-F238E27FC236}">
                <a16:creationId xmlns:a16="http://schemas.microsoft.com/office/drawing/2014/main" id="{4BDFB8BF-8D32-2444-19AD-EDEDCAC71E17}"/>
              </a:ext>
            </a:extLst>
          </p:cNvPr>
          <p:cNvSpPr txBox="1"/>
          <p:nvPr/>
        </p:nvSpPr>
        <p:spPr>
          <a:xfrm>
            <a:off x="4956556" y="911731"/>
            <a:ext cx="5260594" cy="6694140"/>
          </a:xfrm>
          <a:prstGeom prst="rect">
            <a:avLst/>
          </a:prstGeom>
          <a:noFill/>
        </p:spPr>
        <p:txBody>
          <a:bodyPr wrap="square">
            <a:spAutoFit/>
          </a:bodyPr>
          <a:lstStyle/>
          <a:p>
            <a:pPr>
              <a:lnSpc>
                <a:spcPct val="150000"/>
              </a:lnSpc>
              <a:defRPr/>
            </a:pPr>
            <a:r>
              <a:rPr lang="fr-FR" sz="2200" b="1" dirty="0">
                <a:latin typeface="Calibri"/>
              </a:rPr>
              <a:t>Exemple de pipeline matrix</a:t>
            </a:r>
          </a:p>
          <a:p>
            <a:pPr>
              <a:defRPr/>
            </a:pPr>
            <a:r>
              <a:rPr lang="fr-FR" dirty="0">
                <a:highlight>
                  <a:srgbClr val="C0C0C0"/>
                </a:highlight>
                <a:latin typeface="Calibri"/>
              </a:rPr>
              <a:t>pipeline {</a:t>
            </a:r>
          </a:p>
          <a:p>
            <a:pPr>
              <a:defRPr/>
            </a:pPr>
            <a:r>
              <a:rPr lang="fr-FR" dirty="0">
                <a:highlight>
                  <a:srgbClr val="C0C0C0"/>
                </a:highlight>
                <a:latin typeface="Calibri"/>
              </a:rPr>
              <a:t>    agent </a:t>
            </a:r>
            <a:r>
              <a:rPr lang="fr-FR" dirty="0" err="1">
                <a:highlight>
                  <a:srgbClr val="C0C0C0"/>
                </a:highlight>
                <a:latin typeface="Calibri"/>
              </a:rPr>
              <a:t>any</a:t>
            </a:r>
            <a:endParaRPr lang="fr-FR" dirty="0">
              <a:highlight>
                <a:srgbClr val="C0C0C0"/>
              </a:highlight>
              <a:latin typeface="Calibri"/>
            </a:endParaRPr>
          </a:p>
          <a:p>
            <a:pPr>
              <a:defRPr/>
            </a:pPr>
            <a:r>
              <a:rPr lang="fr-FR" dirty="0">
                <a:highlight>
                  <a:srgbClr val="C0C0C0"/>
                </a:highlight>
                <a:latin typeface="Calibri"/>
              </a:rPr>
              <a:t>    matrix {</a:t>
            </a:r>
          </a:p>
          <a:p>
            <a:pPr>
              <a:defRPr/>
            </a:pPr>
            <a:r>
              <a:rPr lang="fr-FR" dirty="0">
                <a:highlight>
                  <a:srgbClr val="C0C0C0"/>
                </a:highlight>
                <a:latin typeface="Calibri"/>
              </a:rPr>
              <a:t>        axes {</a:t>
            </a:r>
          </a:p>
          <a:p>
            <a:pPr>
              <a:defRPr/>
            </a:pPr>
            <a:r>
              <a:rPr lang="fr-FR" dirty="0">
                <a:highlight>
                  <a:srgbClr val="C0C0C0"/>
                </a:highlight>
                <a:latin typeface="Calibri"/>
              </a:rPr>
              <a:t>            axis {</a:t>
            </a:r>
          </a:p>
          <a:p>
            <a:pPr>
              <a:defRPr/>
            </a:pPr>
            <a:r>
              <a:rPr lang="fr-FR" dirty="0">
                <a:highlight>
                  <a:srgbClr val="C0C0C0"/>
                </a:highlight>
                <a:latin typeface="Calibri"/>
              </a:rPr>
              <a:t>                </a:t>
            </a:r>
            <a:r>
              <a:rPr lang="fr-FR" dirty="0" err="1">
                <a:highlight>
                  <a:srgbClr val="C0C0C0"/>
                </a:highlight>
                <a:latin typeface="Calibri"/>
              </a:rPr>
              <a:t>name</a:t>
            </a:r>
            <a:r>
              <a:rPr lang="fr-FR" dirty="0">
                <a:highlight>
                  <a:srgbClr val="C0C0C0"/>
                </a:highlight>
                <a:latin typeface="Calibri"/>
              </a:rPr>
              <a:t> 'JDK’</a:t>
            </a:r>
          </a:p>
          <a:p>
            <a:pPr>
              <a:defRPr/>
            </a:pPr>
            <a:r>
              <a:rPr lang="fr-FR" dirty="0">
                <a:highlight>
                  <a:srgbClr val="C0C0C0"/>
                </a:highlight>
                <a:latin typeface="Calibri"/>
              </a:rPr>
              <a:t>                values 'JDK8', 'JDK11’</a:t>
            </a:r>
          </a:p>
          <a:p>
            <a:pPr>
              <a:defRPr/>
            </a:pPr>
            <a:r>
              <a:rPr lang="fr-FR" dirty="0">
                <a:highlight>
                  <a:srgbClr val="C0C0C0"/>
                </a:highlight>
                <a:latin typeface="Calibri"/>
              </a:rPr>
              <a:t>            }</a:t>
            </a:r>
          </a:p>
          <a:p>
            <a:pPr>
              <a:defRPr/>
            </a:pPr>
            <a:r>
              <a:rPr lang="fr-FR" dirty="0">
                <a:highlight>
                  <a:srgbClr val="C0C0C0"/>
                </a:highlight>
                <a:latin typeface="Calibri"/>
              </a:rPr>
              <a:t>            axis {</a:t>
            </a:r>
          </a:p>
          <a:p>
            <a:pPr>
              <a:defRPr/>
            </a:pPr>
            <a:r>
              <a:rPr lang="fr-FR" dirty="0">
                <a:highlight>
                  <a:srgbClr val="C0C0C0"/>
                </a:highlight>
                <a:latin typeface="Calibri"/>
              </a:rPr>
              <a:t>                </a:t>
            </a:r>
            <a:r>
              <a:rPr lang="fr-FR" dirty="0" err="1">
                <a:highlight>
                  <a:srgbClr val="C0C0C0"/>
                </a:highlight>
                <a:latin typeface="Calibri"/>
              </a:rPr>
              <a:t>name</a:t>
            </a:r>
            <a:r>
              <a:rPr lang="fr-FR" dirty="0">
                <a:highlight>
                  <a:srgbClr val="C0C0C0"/>
                </a:highlight>
                <a:latin typeface="Calibri"/>
              </a:rPr>
              <a:t> 'OS’</a:t>
            </a:r>
          </a:p>
          <a:p>
            <a:pPr>
              <a:defRPr/>
            </a:pPr>
            <a:r>
              <a:rPr lang="fr-FR" dirty="0">
                <a:highlight>
                  <a:srgbClr val="C0C0C0"/>
                </a:highlight>
                <a:latin typeface="Calibri"/>
              </a:rPr>
              <a:t>                values 'Ubuntu', 'Windows’</a:t>
            </a:r>
          </a:p>
          <a:p>
            <a:pPr>
              <a:defRPr/>
            </a:pPr>
            <a:r>
              <a:rPr lang="fr-FR" dirty="0">
                <a:highlight>
                  <a:srgbClr val="C0C0C0"/>
                </a:highlight>
                <a:latin typeface="Calibri"/>
              </a:rPr>
              <a:t>            }</a:t>
            </a:r>
          </a:p>
          <a:p>
            <a:pPr>
              <a:defRPr/>
            </a:pPr>
            <a:r>
              <a:rPr lang="fr-FR" dirty="0">
                <a:highlight>
                  <a:srgbClr val="C0C0C0"/>
                </a:highlight>
                <a:latin typeface="Calibri"/>
              </a:rPr>
              <a:t>        }</a:t>
            </a:r>
          </a:p>
          <a:p>
            <a:pPr>
              <a:defRPr/>
            </a:pPr>
            <a:r>
              <a:rPr lang="fr-FR" dirty="0">
                <a:highlight>
                  <a:srgbClr val="C0C0C0"/>
                </a:highlight>
                <a:latin typeface="Calibri"/>
              </a:rPr>
              <a:t>        stages {</a:t>
            </a:r>
          </a:p>
          <a:p>
            <a:pPr>
              <a:defRPr/>
            </a:pPr>
            <a:r>
              <a:rPr lang="fr-FR" dirty="0">
                <a:highlight>
                  <a:srgbClr val="C0C0C0"/>
                </a:highlight>
                <a:latin typeface="Calibri"/>
              </a:rPr>
              <a:t>            stage('</a:t>
            </a:r>
            <a:r>
              <a:rPr lang="fr-FR" dirty="0" err="1">
                <a:highlight>
                  <a:srgbClr val="C0C0C0"/>
                </a:highlight>
                <a:latin typeface="Calibri"/>
              </a:rPr>
              <a:t>Build</a:t>
            </a:r>
            <a:r>
              <a:rPr lang="fr-FR" dirty="0">
                <a:highlight>
                  <a:srgbClr val="C0C0C0"/>
                </a:highlight>
                <a:latin typeface="Calibri"/>
              </a:rPr>
              <a:t>’) {</a:t>
            </a:r>
          </a:p>
          <a:p>
            <a:pPr>
              <a:defRPr/>
            </a:pPr>
            <a:r>
              <a:rPr lang="fr-FR" dirty="0">
                <a:highlight>
                  <a:srgbClr val="C0C0C0"/>
                </a:highlight>
                <a:latin typeface="Calibri"/>
              </a:rPr>
              <a:t>                </a:t>
            </a:r>
            <a:r>
              <a:rPr lang="fr-FR" dirty="0" err="1">
                <a:highlight>
                  <a:srgbClr val="C0C0C0"/>
                </a:highlight>
                <a:latin typeface="Calibri"/>
              </a:rPr>
              <a:t>steps</a:t>
            </a:r>
            <a:r>
              <a:rPr lang="fr-FR" dirty="0">
                <a:highlight>
                  <a:srgbClr val="C0C0C0"/>
                </a:highlight>
                <a:latin typeface="Calibri"/>
              </a:rPr>
              <a:t> {</a:t>
            </a:r>
          </a:p>
          <a:p>
            <a:pPr>
              <a:defRPr/>
            </a:pPr>
            <a:r>
              <a:rPr lang="fr-FR" dirty="0">
                <a:highlight>
                  <a:srgbClr val="C0C0C0"/>
                </a:highlight>
                <a:latin typeface="Calibri"/>
              </a:rPr>
              <a:t>                    </a:t>
            </a:r>
            <a:r>
              <a:rPr lang="fr-FR" dirty="0" err="1">
                <a:highlight>
                  <a:srgbClr val="C0C0C0"/>
                </a:highlight>
                <a:latin typeface="Calibri"/>
              </a:rPr>
              <a:t>echo</a:t>
            </a:r>
            <a:r>
              <a:rPr lang="fr-FR" dirty="0">
                <a:highlight>
                  <a:srgbClr val="C0C0C0"/>
                </a:highlight>
                <a:latin typeface="Calibri"/>
              </a:rPr>
              <a:t> "Building on ${OS} </a:t>
            </a:r>
            <a:r>
              <a:rPr lang="fr-FR" dirty="0" err="1">
                <a:highlight>
                  <a:srgbClr val="C0C0C0"/>
                </a:highlight>
                <a:latin typeface="Calibri"/>
              </a:rPr>
              <a:t>with</a:t>
            </a:r>
            <a:r>
              <a:rPr lang="fr-FR" dirty="0">
                <a:highlight>
                  <a:srgbClr val="C0C0C0"/>
                </a:highlight>
                <a:latin typeface="Calibri"/>
              </a:rPr>
              <a:t> ${JDK}« </a:t>
            </a:r>
          </a:p>
          <a:p>
            <a:pPr>
              <a:defRPr/>
            </a:pPr>
            <a:r>
              <a:rPr lang="fr-FR" dirty="0">
                <a:highlight>
                  <a:srgbClr val="C0C0C0"/>
                </a:highlight>
                <a:latin typeface="Calibri"/>
              </a:rPr>
              <a:t>                }</a:t>
            </a:r>
          </a:p>
          <a:p>
            <a:pPr>
              <a:defRPr/>
            </a:pPr>
            <a:r>
              <a:rPr lang="fr-FR" dirty="0">
                <a:highlight>
                  <a:srgbClr val="C0C0C0"/>
                </a:highlight>
                <a:latin typeface="Calibri"/>
              </a:rPr>
              <a:t>            }</a:t>
            </a:r>
          </a:p>
          <a:p>
            <a:pPr>
              <a:defRPr/>
            </a:pPr>
            <a:r>
              <a:rPr lang="fr-FR" dirty="0">
                <a:highlight>
                  <a:srgbClr val="C0C0C0"/>
                </a:highlight>
                <a:latin typeface="Calibri"/>
              </a:rPr>
              <a:t>        }</a:t>
            </a:r>
          </a:p>
          <a:p>
            <a:pPr>
              <a:defRPr/>
            </a:pPr>
            <a:r>
              <a:rPr lang="fr-FR" dirty="0">
                <a:highlight>
                  <a:srgbClr val="C0C0C0"/>
                </a:highlight>
                <a:latin typeface="Calibri"/>
              </a:rPr>
              <a:t>    }</a:t>
            </a:r>
          </a:p>
          <a:p>
            <a:pPr>
              <a:defRPr/>
            </a:pPr>
            <a:r>
              <a:rPr lang="fr-FR" dirty="0">
                <a:highlight>
                  <a:srgbClr val="C0C0C0"/>
                </a:highlight>
                <a:latin typeface="Calibri"/>
              </a:rPr>
              <a:t>}</a:t>
            </a:r>
          </a:p>
        </p:txBody>
      </p:sp>
    </p:spTree>
    <p:extLst>
      <p:ext uri="{BB962C8B-B14F-4D97-AF65-F5344CB8AC3E}">
        <p14:creationId xmlns:p14="http://schemas.microsoft.com/office/powerpoint/2010/main" val="373578980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92A4D-1A08-7012-72E5-E3452608AA87}"/>
            </a:ext>
          </a:extLst>
        </p:cNvPr>
        <p:cNvGrpSpPr/>
        <p:nvPr/>
      </p:nvGrpSpPr>
      <p:grpSpPr>
        <a:xfrm>
          <a:off x="0" y="0"/>
          <a:ext cx="0" cy="0"/>
          <a:chOff x="0" y="0"/>
          <a:chExt cx="0" cy="0"/>
        </a:xfrm>
      </p:grpSpPr>
      <p:pic>
        <p:nvPicPr>
          <p:cNvPr id="5" name="Picture 2" descr="http://www.gestion-360.fr/wpimages/wp53ad32cb_06.png">
            <a:extLst>
              <a:ext uri="{FF2B5EF4-FFF2-40B4-BE49-F238E27FC236}">
                <a16:creationId xmlns:a16="http://schemas.microsoft.com/office/drawing/2014/main" id="{314B2C37-C374-69AA-32A6-011BE41B6C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0145" y="2649609"/>
            <a:ext cx="2279005" cy="2195441"/>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044E4FBF-6FBF-63A2-875C-063E317B6FDC}"/>
              </a:ext>
            </a:extLst>
          </p:cNvPr>
          <p:cNvSpPr txBox="1"/>
          <p:nvPr/>
        </p:nvSpPr>
        <p:spPr>
          <a:xfrm>
            <a:off x="1377950" y="1644650"/>
            <a:ext cx="3359795" cy="204517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2800" b="1" i="0" u="none" strike="noStrike" kern="0" cap="none" spc="0" normalizeH="0" baseline="0" noProof="0" dirty="0">
                <a:ln>
                  <a:noFill/>
                </a:ln>
                <a:solidFill>
                  <a:sysClr val="windowText" lastClr="000000"/>
                </a:solidFill>
                <a:effectLst/>
                <a:uLnTx/>
                <a:uFillTx/>
                <a:latin typeface="Calibri"/>
              </a:rPr>
              <a:t>Travaux pratiques</a:t>
            </a:r>
          </a:p>
          <a:p>
            <a:pPr marL="0" marR="0" lvl="0" indent="0" defTabSz="91440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dirty="0">
              <a:ln>
                <a:noFill/>
              </a:ln>
              <a:solidFill>
                <a:sysClr val="windowText" lastClr="000000"/>
              </a:solidFill>
              <a:effectLst/>
              <a:uLnTx/>
              <a:uFillTx/>
              <a:latin typeface="Calibri"/>
            </a:endParaRP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000" b="0" i="0" u="none" strike="noStrike" kern="0" cap="none" spc="0" normalizeH="0" baseline="0" noProof="0" dirty="0">
                <a:ln>
                  <a:noFill/>
                </a:ln>
                <a:solidFill>
                  <a:sysClr val="windowText" lastClr="000000"/>
                </a:solidFill>
                <a:effectLst/>
                <a:uLnTx/>
                <a:uFillTx/>
                <a:latin typeface="Calibri"/>
              </a:rPr>
              <a:t>Mise en place de tâches parallèles</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000" b="0" i="0" u="none" strike="noStrike" kern="0" cap="none" spc="0" normalizeH="0" baseline="0" noProof="0" dirty="0">
                <a:ln>
                  <a:noFill/>
                </a:ln>
                <a:solidFill>
                  <a:sysClr val="windowText" lastClr="000000"/>
                </a:solidFill>
                <a:effectLst/>
                <a:uLnTx/>
                <a:uFillTx/>
                <a:latin typeface="Calibri"/>
              </a:rPr>
              <a:t>Gestion des erreurs</a:t>
            </a:r>
          </a:p>
        </p:txBody>
      </p:sp>
      <p:sp>
        <p:nvSpPr>
          <p:cNvPr id="7" name="Rectangle 6">
            <a:extLst>
              <a:ext uri="{FF2B5EF4-FFF2-40B4-BE49-F238E27FC236}">
                <a16:creationId xmlns:a16="http://schemas.microsoft.com/office/drawing/2014/main" id="{FFA7339F-3E73-BE29-9259-AEF9AA892528}"/>
              </a:ext>
            </a:extLst>
          </p:cNvPr>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lang="fr-FR" sz="1200" spc="-25" dirty="0">
                <a:solidFill>
                  <a:prstClr val="white"/>
                </a:solidFill>
                <a:latin typeface="Calibri"/>
                <a:cs typeface="Calibri"/>
              </a:rPr>
              <a:t>79</a:t>
            </a:r>
            <a:endParaRPr kumimoji="0" lang="fr-FR" sz="1200" b="0" i="0" u="none" strike="noStrike" kern="0" cap="none" spc="-25" normalizeH="0" baseline="0" noProof="0" dirty="0">
              <a:ln>
                <a:noFill/>
              </a:ln>
              <a:solidFill>
                <a:prstClr val="white"/>
              </a:solidFill>
              <a:effectLst/>
              <a:uLnTx/>
              <a:uFillTx/>
              <a:latin typeface="Calibri"/>
              <a:cs typeface="Calibri"/>
            </a:endParaRPr>
          </a:p>
        </p:txBody>
      </p:sp>
      <p:sp>
        <p:nvSpPr>
          <p:cNvPr id="2" name="object 15">
            <a:extLst>
              <a:ext uri="{FF2B5EF4-FFF2-40B4-BE49-F238E27FC236}">
                <a16:creationId xmlns:a16="http://schemas.microsoft.com/office/drawing/2014/main" id="{D6ADBB74-A340-21C5-A96B-8BAAB5272098}"/>
              </a:ext>
            </a:extLst>
          </p:cNvPr>
          <p:cNvSpPr txBox="1"/>
          <p:nvPr/>
        </p:nvSpPr>
        <p:spPr>
          <a:xfrm>
            <a:off x="387350" y="196850"/>
            <a:ext cx="203200" cy="328295"/>
          </a:xfrm>
          <a:prstGeom prst="rect">
            <a:avLst/>
          </a:prstGeom>
        </p:spPr>
        <p:txBody>
          <a:bodyPr vert="horz" wrap="square" lIns="0" tIns="17145" rIns="0" bIns="0" rtlCol="0">
            <a:spAutoFit/>
          </a:bodyPr>
          <a:lstStyle/>
          <a:p>
            <a:pPr marL="12700">
              <a:lnSpc>
                <a:spcPct val="100000"/>
              </a:lnSpc>
              <a:spcBef>
                <a:spcPts val="135"/>
              </a:spcBef>
            </a:pPr>
            <a:r>
              <a:rPr lang="fr-FR" sz="2000" dirty="0"/>
              <a:t>🚀</a:t>
            </a:r>
            <a:endParaRPr sz="1950" dirty="0">
              <a:latin typeface="Calibri"/>
              <a:cs typeface="Calibri"/>
            </a:endParaRPr>
          </a:p>
        </p:txBody>
      </p:sp>
    </p:spTree>
    <p:extLst>
      <p:ext uri="{BB962C8B-B14F-4D97-AF65-F5344CB8AC3E}">
        <p14:creationId xmlns:p14="http://schemas.microsoft.com/office/powerpoint/2010/main" val="362721157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8F3AC-6C2D-5737-1488-4FE6561341CF}"/>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47874A38-9141-02AF-05B5-B2524F6880F9}"/>
              </a:ext>
            </a:extLst>
          </p:cNvPr>
          <p:cNvGrpSpPr/>
          <p:nvPr/>
        </p:nvGrpSpPr>
        <p:grpSpPr>
          <a:xfrm>
            <a:off x="-4762" y="-4762"/>
            <a:ext cx="3516312" cy="7566025"/>
            <a:chOff x="-4762" y="-4762"/>
            <a:chExt cx="4894580" cy="7566025"/>
          </a:xfrm>
          <a:solidFill>
            <a:schemeClr val="tx2">
              <a:lumMod val="75000"/>
            </a:schemeClr>
          </a:solidFill>
        </p:grpSpPr>
        <p:sp>
          <p:nvSpPr>
            <p:cNvPr id="3" name="object 3">
              <a:extLst>
                <a:ext uri="{FF2B5EF4-FFF2-40B4-BE49-F238E27FC236}">
                  <a16:creationId xmlns:a16="http://schemas.microsoft.com/office/drawing/2014/main" id="{366564D5-D6B1-22BC-1B92-69BA25BDF2C9}"/>
                </a:ext>
              </a:extLst>
            </p:cNvPr>
            <p:cNvSpPr/>
            <p:nvPr/>
          </p:nvSpPr>
          <p:spPr>
            <a:xfrm>
              <a:off x="0" y="0"/>
              <a:ext cx="4885055" cy="7556500"/>
            </a:xfrm>
            <a:custGeom>
              <a:avLst/>
              <a:gdLst/>
              <a:ahLst/>
              <a:cxnLst/>
              <a:rect l="l" t="t" r="r" b="b"/>
              <a:pathLst>
                <a:path w="4885055" h="7556500">
                  <a:moveTo>
                    <a:pt x="0" y="0"/>
                  </a:moveTo>
                  <a:lnTo>
                    <a:pt x="4885024" y="0"/>
                  </a:lnTo>
                  <a:lnTo>
                    <a:pt x="4885024" y="7556499"/>
                  </a:lnTo>
                  <a:lnTo>
                    <a:pt x="0" y="7556499"/>
                  </a:lnTo>
                  <a:lnTo>
                    <a:pt x="0" y="0"/>
                  </a:lnTo>
                  <a:close/>
                </a:path>
              </a:pathLst>
            </a:custGeom>
            <a:grpFill/>
            <a:ln>
              <a:solidFill>
                <a:schemeClr val="accent5">
                  <a:lumMod val="50000"/>
                </a:schemeClr>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 name="object 4">
              <a:extLst>
                <a:ext uri="{FF2B5EF4-FFF2-40B4-BE49-F238E27FC236}">
                  <a16:creationId xmlns:a16="http://schemas.microsoft.com/office/drawing/2014/main" id="{112C1ACE-B6A2-473E-0FC2-44C7A0048244}"/>
                </a:ext>
              </a:extLst>
            </p:cNvPr>
            <p:cNvSpPr/>
            <p:nvPr/>
          </p:nvSpPr>
          <p:spPr>
            <a:xfrm>
              <a:off x="0" y="0"/>
              <a:ext cx="4885055" cy="7556500"/>
            </a:xfrm>
            <a:custGeom>
              <a:avLst/>
              <a:gdLst/>
              <a:ahLst/>
              <a:cxnLst/>
              <a:rect l="l" t="t" r="r" b="b"/>
              <a:pathLst>
                <a:path w="4885055" h="7556500">
                  <a:moveTo>
                    <a:pt x="0" y="0"/>
                  </a:moveTo>
                  <a:lnTo>
                    <a:pt x="4885024" y="0"/>
                  </a:lnTo>
                  <a:lnTo>
                    <a:pt x="4885024" y="7556499"/>
                  </a:lnTo>
                </a:path>
                <a:path w="4885055" h="7556500">
                  <a:moveTo>
                    <a:pt x="0" y="7556499"/>
                  </a:moveTo>
                  <a:lnTo>
                    <a:pt x="0" y="0"/>
                  </a:lnTo>
                </a:path>
              </a:pathLst>
            </a:custGeom>
            <a:grpFill/>
            <a:ln w="9524">
              <a:solidFill>
                <a:schemeClr val="accent5">
                  <a:lumMod val="50000"/>
                </a:schemeClr>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5" name="object 5">
            <a:extLst>
              <a:ext uri="{FF2B5EF4-FFF2-40B4-BE49-F238E27FC236}">
                <a16:creationId xmlns:a16="http://schemas.microsoft.com/office/drawing/2014/main" id="{C838E5EA-06A2-E66D-A080-12E21F460D62}"/>
              </a:ext>
            </a:extLst>
          </p:cNvPr>
          <p:cNvSpPr txBox="1"/>
          <p:nvPr/>
        </p:nvSpPr>
        <p:spPr>
          <a:xfrm>
            <a:off x="234950" y="882595"/>
            <a:ext cx="3188210" cy="3611694"/>
          </a:xfrm>
          <a:prstGeom prst="rect">
            <a:avLst/>
          </a:prstGeom>
        </p:spPr>
        <p:txBody>
          <a:bodyPr vert="horz" wrap="square" lIns="0" tIns="250190" rIns="0" bIns="0" rtlCol="0">
            <a:spAutoFit/>
          </a:bodyPr>
          <a:lstStyle/>
          <a:p>
            <a:pPr marL="196215" marR="0" lvl="0" indent="0" defTabSz="914400" eaLnBrk="1" fontAlgn="auto" latinLnBrk="0" hangingPunct="1">
              <a:lnSpc>
                <a:spcPct val="100000"/>
              </a:lnSpc>
              <a:spcBef>
                <a:spcPts val="1970"/>
              </a:spcBef>
              <a:spcAft>
                <a:spcPts val="0"/>
              </a:spcAft>
              <a:buClrTx/>
              <a:buSzTx/>
              <a:buFontTx/>
              <a:buNone/>
              <a:tabLst>
                <a:tab pos="708660" algn="l"/>
                <a:tab pos="1186815" algn="l"/>
              </a:tabLst>
              <a:defRPr/>
            </a:pPr>
            <a:r>
              <a:rPr kumimoji="0" sz="3600" b="0" i="0" u="none" strike="noStrike" kern="0" cap="none" spc="-25" normalizeH="0" baseline="0" noProof="0" dirty="0">
                <a:ln>
                  <a:noFill/>
                </a:ln>
                <a:solidFill>
                  <a:srgbClr val="FFFFFF"/>
                </a:solidFill>
                <a:effectLst/>
                <a:uLnTx/>
                <a:uFillTx/>
                <a:latin typeface="Calibri"/>
                <a:cs typeface="Calibri"/>
              </a:rPr>
              <a:t>//</a:t>
            </a:r>
            <a:r>
              <a:rPr kumimoji="0" sz="3600" b="0" i="0" u="none" strike="noStrike" kern="0" cap="none" spc="0" normalizeH="0" baseline="0" noProof="0" dirty="0">
                <a:ln>
                  <a:noFill/>
                </a:ln>
                <a:solidFill>
                  <a:srgbClr val="FFFFFF"/>
                </a:solidFill>
                <a:effectLst/>
                <a:uLnTx/>
                <a:uFillTx/>
                <a:latin typeface="Calibri"/>
                <a:cs typeface="Calibri"/>
              </a:rPr>
              <a:t>	</a:t>
            </a:r>
            <a:r>
              <a:rPr lang="fr-FR" sz="5400" b="1" spc="315" baseline="2314" dirty="0">
                <a:solidFill>
                  <a:srgbClr val="FFFFFF"/>
                </a:solidFill>
                <a:latin typeface="Calibri"/>
                <a:cs typeface="Calibri"/>
              </a:rPr>
              <a:t>G</a:t>
            </a:r>
            <a:r>
              <a:rPr kumimoji="0" sz="5400" b="1" i="0" u="none" strike="noStrike" kern="0" cap="none" spc="0" normalizeH="0" baseline="2314" noProof="0" dirty="0">
                <a:ln>
                  <a:noFill/>
                </a:ln>
                <a:solidFill>
                  <a:srgbClr val="FFFFFF"/>
                </a:solidFill>
                <a:effectLst/>
                <a:uLnTx/>
                <a:uFillTx/>
                <a:latin typeface="Calibri"/>
                <a:cs typeface="Calibri"/>
              </a:rPr>
              <a:t>	</a:t>
            </a:r>
            <a:r>
              <a:rPr kumimoji="0" sz="3600" b="0" i="0" u="none" strike="noStrike" kern="0" cap="none" spc="-25" normalizeH="0" baseline="0" noProof="0" dirty="0">
                <a:ln>
                  <a:noFill/>
                </a:ln>
                <a:solidFill>
                  <a:srgbClr val="FFFFFF"/>
                </a:solidFill>
                <a:effectLst/>
                <a:uLnTx/>
                <a:uFillTx/>
                <a:latin typeface="Calibri"/>
                <a:cs typeface="Calibri"/>
              </a:rPr>
              <a:t>//</a:t>
            </a:r>
            <a:endParaRPr kumimoji="0" sz="3600" b="0" i="0" u="none" strike="noStrike" kern="0" cap="none" spc="0" normalizeH="0" baseline="0" noProof="0" dirty="0">
              <a:ln>
                <a:noFill/>
              </a:ln>
              <a:solidFill>
                <a:sysClr val="windowText" lastClr="000000"/>
              </a:solidFill>
              <a:effectLst/>
              <a:uLnTx/>
              <a:uFillTx/>
              <a:latin typeface="Calibri"/>
              <a:cs typeface="Calibri"/>
            </a:endParaRPr>
          </a:p>
          <a:p>
            <a:pPr marL="12700" marR="0" lvl="0" indent="0" defTabSz="914400" eaLnBrk="1" fontAlgn="auto" latinLnBrk="0" hangingPunct="1">
              <a:lnSpc>
                <a:spcPct val="100000"/>
              </a:lnSpc>
              <a:spcBef>
                <a:spcPts val="1875"/>
              </a:spcBef>
              <a:spcAft>
                <a:spcPts val="0"/>
              </a:spcAft>
              <a:buClrTx/>
              <a:buSzTx/>
              <a:buFontTx/>
              <a:buNone/>
              <a:tabLst/>
              <a:defRPr/>
            </a:pPr>
            <a:r>
              <a:rPr kumimoji="0" sz="3600" b="1" i="0" u="none" strike="noStrike" kern="0" cap="none" spc="375" normalizeH="0" baseline="0" noProof="0" dirty="0">
                <a:ln>
                  <a:noFill/>
                </a:ln>
                <a:solidFill>
                  <a:srgbClr val="FFFFFF"/>
                </a:solidFill>
                <a:effectLst/>
                <a:uLnTx/>
                <a:uFillTx/>
                <a:latin typeface="Calibri"/>
                <a:cs typeface="Calibri"/>
              </a:rPr>
              <a:t>MODULE</a:t>
            </a:r>
            <a:r>
              <a:rPr kumimoji="0" sz="3600" b="1" i="0" u="none" strike="noStrike" kern="0" cap="none" spc="185" normalizeH="0" baseline="0" noProof="0" dirty="0">
                <a:ln>
                  <a:noFill/>
                </a:ln>
                <a:solidFill>
                  <a:srgbClr val="FFFFFF"/>
                </a:solidFill>
                <a:effectLst/>
                <a:uLnTx/>
                <a:uFillTx/>
                <a:latin typeface="Calibri"/>
                <a:cs typeface="Calibri"/>
              </a:rPr>
              <a:t> </a:t>
            </a:r>
            <a:r>
              <a:rPr lang="fr-FR" sz="3600" b="1" spc="160" dirty="0">
                <a:solidFill>
                  <a:srgbClr val="FFFFFF"/>
                </a:solidFill>
                <a:latin typeface="Calibri"/>
                <a:cs typeface="Calibri"/>
              </a:rPr>
              <a:t>7</a:t>
            </a:r>
            <a:r>
              <a:rPr kumimoji="0" sz="3600" b="1" i="0" u="none" strike="noStrike" kern="0" cap="none" spc="190" normalizeH="0" baseline="0" noProof="0" dirty="0">
                <a:ln>
                  <a:noFill/>
                </a:ln>
                <a:solidFill>
                  <a:srgbClr val="FFFFFF"/>
                </a:solidFill>
                <a:effectLst/>
                <a:uLnTx/>
                <a:uFillTx/>
                <a:latin typeface="Calibri"/>
                <a:cs typeface="Calibri"/>
              </a:rPr>
              <a:t> </a:t>
            </a:r>
            <a:r>
              <a:rPr kumimoji="0" sz="3600" b="1" i="0" u="none" strike="noStrike" kern="0" cap="none" spc="310" normalizeH="0" baseline="0" noProof="0" dirty="0">
                <a:ln>
                  <a:noFill/>
                </a:ln>
                <a:solidFill>
                  <a:srgbClr val="FFFFFF"/>
                </a:solidFill>
                <a:effectLst/>
                <a:uLnTx/>
                <a:uFillTx/>
                <a:latin typeface="Calibri"/>
                <a:cs typeface="Calibri"/>
              </a:rPr>
              <a:t>-</a:t>
            </a:r>
            <a:endParaRPr kumimoji="0" sz="3600" b="0" i="0" u="none" strike="noStrike" kern="0" cap="none" spc="0" normalizeH="0" baseline="0" noProof="0" dirty="0">
              <a:ln>
                <a:noFill/>
              </a:ln>
              <a:solidFill>
                <a:sysClr val="windowText" lastClr="000000"/>
              </a:solidFill>
              <a:effectLst/>
              <a:uLnTx/>
              <a:uFillTx/>
              <a:latin typeface="Calibri"/>
              <a:cs typeface="Calibri"/>
            </a:endParaRPr>
          </a:p>
          <a:p>
            <a:pPr marL="12700" marR="878205" lvl="0" indent="0" defTabSz="914400" eaLnBrk="1" fontAlgn="auto" latinLnBrk="0" hangingPunct="1">
              <a:lnSpc>
                <a:spcPct val="100699"/>
              </a:lnSpc>
              <a:spcBef>
                <a:spcPts val="0"/>
              </a:spcBef>
              <a:spcAft>
                <a:spcPts val="0"/>
              </a:spcAft>
              <a:buClrTx/>
              <a:buSzTx/>
              <a:buFontTx/>
              <a:buNone/>
              <a:tabLst/>
              <a:defRPr/>
            </a:pPr>
            <a:r>
              <a:rPr kumimoji="0" lang="fr-FR" sz="2600" b="1" i="0" u="none" strike="noStrike" kern="0" cap="none" spc="215" normalizeH="0" baseline="0" noProof="0" dirty="0">
                <a:ln>
                  <a:noFill/>
                </a:ln>
                <a:solidFill>
                  <a:srgbClr val="FFFFFF"/>
                </a:solidFill>
                <a:effectLst/>
                <a:uLnTx/>
                <a:uFillTx/>
                <a:latin typeface="Calibri"/>
                <a:cs typeface="Calibri"/>
              </a:rPr>
              <a:t>Exécution de pipelines dans des conteneurs Docker</a:t>
            </a:r>
            <a:endParaRPr kumimoji="0" sz="2600" b="0" i="0" u="none" strike="noStrike" kern="0" cap="none" spc="0" normalizeH="0" baseline="0" noProof="0" dirty="0">
              <a:ln>
                <a:noFill/>
              </a:ln>
              <a:solidFill>
                <a:sysClr val="windowText" lastClr="000000"/>
              </a:solidFill>
              <a:effectLst/>
              <a:uLnTx/>
              <a:uFillTx/>
              <a:latin typeface="Calibri"/>
              <a:cs typeface="Calibri"/>
            </a:endParaRPr>
          </a:p>
        </p:txBody>
      </p:sp>
      <p:sp>
        <p:nvSpPr>
          <p:cNvPr id="6" name="object 6">
            <a:extLst>
              <a:ext uri="{FF2B5EF4-FFF2-40B4-BE49-F238E27FC236}">
                <a16:creationId xmlns:a16="http://schemas.microsoft.com/office/drawing/2014/main" id="{44D469CA-263D-C375-5710-5B8C4DAE2522}"/>
              </a:ext>
            </a:extLst>
          </p:cNvPr>
          <p:cNvSpPr txBox="1"/>
          <p:nvPr/>
        </p:nvSpPr>
        <p:spPr>
          <a:xfrm>
            <a:off x="4224094" y="2161505"/>
            <a:ext cx="5383456" cy="782265"/>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lang="fr-FR" sz="2500" b="1" i="0" u="none" strike="noStrike" kern="0" cap="none" spc="135" normalizeH="0" baseline="0" noProof="0" dirty="0">
                <a:ln>
                  <a:noFill/>
                </a:ln>
                <a:solidFill>
                  <a:srgbClr val="164052"/>
                </a:solidFill>
                <a:effectLst/>
                <a:uLnTx/>
                <a:uFillTx/>
                <a:latin typeface="Calibri"/>
                <a:cs typeface="Calibri"/>
              </a:rPr>
              <a:t>Utilisation d’images Docker comme environnement d’exécution</a:t>
            </a:r>
          </a:p>
        </p:txBody>
      </p:sp>
      <p:grpSp>
        <p:nvGrpSpPr>
          <p:cNvPr id="7" name="object 7">
            <a:extLst>
              <a:ext uri="{FF2B5EF4-FFF2-40B4-BE49-F238E27FC236}">
                <a16:creationId xmlns:a16="http://schemas.microsoft.com/office/drawing/2014/main" id="{625583C8-F611-B847-50B9-0650CC390282}"/>
              </a:ext>
            </a:extLst>
          </p:cNvPr>
          <p:cNvGrpSpPr/>
          <p:nvPr/>
        </p:nvGrpSpPr>
        <p:grpSpPr>
          <a:xfrm>
            <a:off x="3274653" y="2090095"/>
            <a:ext cx="462915" cy="462915"/>
            <a:chOff x="4635613" y="2004242"/>
            <a:chExt cx="462915" cy="462915"/>
          </a:xfrm>
        </p:grpSpPr>
        <p:sp>
          <p:nvSpPr>
            <p:cNvPr id="8" name="object 8">
              <a:extLst>
                <a:ext uri="{FF2B5EF4-FFF2-40B4-BE49-F238E27FC236}">
                  <a16:creationId xmlns:a16="http://schemas.microsoft.com/office/drawing/2014/main" id="{4D0DF7D5-AF00-B381-5921-EF196A5D4ED1}"/>
                </a:ext>
              </a:extLst>
            </p:cNvPr>
            <p:cNvSpPr/>
            <p:nvPr/>
          </p:nvSpPr>
          <p:spPr>
            <a:xfrm>
              <a:off x="4649901" y="2018530"/>
              <a:ext cx="434340" cy="434340"/>
            </a:xfrm>
            <a:custGeom>
              <a:avLst/>
              <a:gdLst/>
              <a:ahLst/>
              <a:cxnLst/>
              <a:rect l="l" t="t" r="r" b="b"/>
              <a:pathLst>
                <a:path w="434339" h="434339">
                  <a:moveTo>
                    <a:pt x="217067" y="434134"/>
                  </a:moveTo>
                  <a:lnTo>
                    <a:pt x="167295" y="428402"/>
                  </a:lnTo>
                  <a:lnTo>
                    <a:pt x="121606" y="412072"/>
                  </a:lnTo>
                  <a:lnTo>
                    <a:pt x="81302" y="386447"/>
                  </a:lnTo>
                  <a:lnTo>
                    <a:pt x="47687" y="352832"/>
                  </a:lnTo>
                  <a:lnTo>
                    <a:pt x="22062" y="312528"/>
                  </a:lnTo>
                  <a:lnTo>
                    <a:pt x="5732" y="266839"/>
                  </a:lnTo>
                  <a:lnTo>
                    <a:pt x="0" y="217067"/>
                  </a:lnTo>
                  <a:lnTo>
                    <a:pt x="5732" y="167296"/>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4"/>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9">
              <a:extLst>
                <a:ext uri="{FF2B5EF4-FFF2-40B4-BE49-F238E27FC236}">
                  <a16:creationId xmlns:a16="http://schemas.microsoft.com/office/drawing/2014/main" id="{C26A3172-C75F-1C41-DC00-CF718B8E7293}"/>
                </a:ext>
              </a:extLst>
            </p:cNvPr>
            <p:cNvSpPr/>
            <p:nvPr/>
          </p:nvSpPr>
          <p:spPr>
            <a:xfrm>
              <a:off x="4649901" y="2018530"/>
              <a:ext cx="434340" cy="434340"/>
            </a:xfrm>
            <a:custGeom>
              <a:avLst/>
              <a:gdLst/>
              <a:ahLst/>
              <a:cxnLst/>
              <a:rect l="l" t="t" r="r" b="b"/>
              <a:pathLst>
                <a:path w="434339" h="434339">
                  <a:moveTo>
                    <a:pt x="0" y="217067"/>
                  </a:moveTo>
                  <a:lnTo>
                    <a:pt x="5732" y="167296"/>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4"/>
                  </a:lnTo>
                  <a:lnTo>
                    <a:pt x="167295" y="428402"/>
                  </a:lnTo>
                  <a:lnTo>
                    <a:pt x="121606" y="412072"/>
                  </a:lnTo>
                  <a:lnTo>
                    <a:pt x="81302" y="386447"/>
                  </a:lnTo>
                  <a:lnTo>
                    <a:pt x="47687" y="352832"/>
                  </a:lnTo>
                  <a:lnTo>
                    <a:pt x="22062" y="312528"/>
                  </a:lnTo>
                  <a:lnTo>
                    <a:pt x="5732" y="266839"/>
                  </a:lnTo>
                  <a:lnTo>
                    <a:pt x="0" y="217067"/>
                  </a:lnTo>
                  <a:close/>
                </a:path>
              </a:pathLst>
            </a:custGeom>
            <a:ln w="28574">
              <a:solidFill>
                <a:srgbClr val="8CB93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0" name="object 10">
            <a:extLst>
              <a:ext uri="{FF2B5EF4-FFF2-40B4-BE49-F238E27FC236}">
                <a16:creationId xmlns:a16="http://schemas.microsoft.com/office/drawing/2014/main" id="{A66FBD40-137D-C0F7-6325-B057A604837E}"/>
              </a:ext>
            </a:extLst>
          </p:cNvPr>
          <p:cNvSpPr txBox="1"/>
          <p:nvPr/>
        </p:nvSpPr>
        <p:spPr>
          <a:xfrm>
            <a:off x="3423160" y="2146256"/>
            <a:ext cx="166370" cy="328295"/>
          </a:xfrm>
          <a:prstGeom prst="rect">
            <a:avLst/>
          </a:prstGeom>
        </p:spPr>
        <p:txBody>
          <a:bodyPr vert="horz" wrap="square" lIns="0" tIns="17145" rIns="0" bIns="0" rtlCol="0">
            <a:spAutoFit/>
          </a:bodyPr>
          <a:lstStyle/>
          <a:p>
            <a:pPr marL="12700" marR="0" lvl="0" indent="0" defTabSz="914400" eaLnBrk="1" fontAlgn="auto" latinLnBrk="0" hangingPunct="1">
              <a:lnSpc>
                <a:spcPct val="100000"/>
              </a:lnSpc>
              <a:spcBef>
                <a:spcPts val="135"/>
              </a:spcBef>
              <a:spcAft>
                <a:spcPts val="0"/>
              </a:spcAft>
              <a:buClrTx/>
              <a:buSzTx/>
              <a:buFontTx/>
              <a:buNone/>
              <a:tabLst/>
              <a:defRPr/>
            </a:pPr>
            <a:r>
              <a:rPr kumimoji="0" lang="fr-FR" sz="1950" b="1" i="0" u="none" strike="noStrike" kern="0" cap="none" spc="55" normalizeH="0" baseline="0" noProof="0" dirty="0">
                <a:ln>
                  <a:noFill/>
                </a:ln>
                <a:solidFill>
                  <a:srgbClr val="8CB939"/>
                </a:solidFill>
                <a:effectLst/>
                <a:uLnTx/>
                <a:uFillTx/>
                <a:latin typeface="Calibri"/>
                <a:cs typeface="Calibri"/>
              </a:rPr>
              <a:t>1</a:t>
            </a:r>
            <a:endParaRPr kumimoji="0" sz="1950" b="0" i="0" u="none" strike="noStrike" kern="0" cap="none" spc="0" normalizeH="0" baseline="0" noProof="0" dirty="0">
              <a:ln>
                <a:noFill/>
              </a:ln>
              <a:solidFill>
                <a:sysClr val="windowText" lastClr="000000"/>
              </a:solidFill>
              <a:effectLst/>
              <a:uLnTx/>
              <a:uFillTx/>
              <a:latin typeface="Calibri"/>
              <a:cs typeface="Calibri"/>
            </a:endParaRPr>
          </a:p>
        </p:txBody>
      </p:sp>
      <p:grpSp>
        <p:nvGrpSpPr>
          <p:cNvPr id="21" name="object 21">
            <a:extLst>
              <a:ext uri="{FF2B5EF4-FFF2-40B4-BE49-F238E27FC236}">
                <a16:creationId xmlns:a16="http://schemas.microsoft.com/office/drawing/2014/main" id="{0B59E8C8-59F0-3EA8-EEFD-D46F216C0AF4}"/>
              </a:ext>
            </a:extLst>
          </p:cNvPr>
          <p:cNvGrpSpPr/>
          <p:nvPr/>
        </p:nvGrpSpPr>
        <p:grpSpPr>
          <a:xfrm>
            <a:off x="3274653" y="4077335"/>
            <a:ext cx="462915" cy="462915"/>
            <a:chOff x="4635613" y="4245542"/>
            <a:chExt cx="462915" cy="462915"/>
          </a:xfrm>
        </p:grpSpPr>
        <p:sp>
          <p:nvSpPr>
            <p:cNvPr id="22" name="object 22">
              <a:extLst>
                <a:ext uri="{FF2B5EF4-FFF2-40B4-BE49-F238E27FC236}">
                  <a16:creationId xmlns:a16="http://schemas.microsoft.com/office/drawing/2014/main" id="{888F869B-D0EF-0B03-003A-62DAABDF0938}"/>
                </a:ext>
              </a:extLst>
            </p:cNvPr>
            <p:cNvSpPr/>
            <p:nvPr/>
          </p:nvSpPr>
          <p:spPr>
            <a:xfrm>
              <a:off x="4649901" y="4259829"/>
              <a:ext cx="434340" cy="434340"/>
            </a:xfrm>
            <a:custGeom>
              <a:avLst/>
              <a:gdLst/>
              <a:ahLst/>
              <a:cxnLst/>
              <a:rect l="l" t="t" r="r" b="b"/>
              <a:pathLst>
                <a:path w="434339" h="434339">
                  <a:moveTo>
                    <a:pt x="217067" y="434135"/>
                  </a:moveTo>
                  <a:lnTo>
                    <a:pt x="167295" y="428402"/>
                  </a:lnTo>
                  <a:lnTo>
                    <a:pt x="121606" y="412072"/>
                  </a:lnTo>
                  <a:lnTo>
                    <a:pt x="81302" y="386447"/>
                  </a:lnTo>
                  <a:lnTo>
                    <a:pt x="47687" y="352832"/>
                  </a:lnTo>
                  <a:lnTo>
                    <a:pt x="22062" y="312528"/>
                  </a:lnTo>
                  <a:lnTo>
                    <a:pt x="5732" y="266839"/>
                  </a:lnTo>
                  <a:lnTo>
                    <a:pt x="0" y="217067"/>
                  </a:ln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3" name="object 23">
              <a:extLst>
                <a:ext uri="{FF2B5EF4-FFF2-40B4-BE49-F238E27FC236}">
                  <a16:creationId xmlns:a16="http://schemas.microsoft.com/office/drawing/2014/main" id="{7EE44434-5A18-9183-0B5A-0AC7D026C9FC}"/>
                </a:ext>
              </a:extLst>
            </p:cNvPr>
            <p:cNvSpPr/>
            <p:nvPr/>
          </p:nvSpPr>
          <p:spPr>
            <a:xfrm>
              <a:off x="4649901" y="4259829"/>
              <a:ext cx="434340" cy="434340"/>
            </a:xfrm>
            <a:custGeom>
              <a:avLst/>
              <a:gdLst/>
              <a:ahLst/>
              <a:cxnLst/>
              <a:rect l="l" t="t" r="r" b="b"/>
              <a:pathLst>
                <a:path w="434339" h="434339">
                  <a:moveTo>
                    <a:pt x="0" y="217067"/>
                  </a:move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lnTo>
                    <a:pt x="167295" y="428402"/>
                  </a:lnTo>
                  <a:lnTo>
                    <a:pt x="121606" y="412072"/>
                  </a:lnTo>
                  <a:lnTo>
                    <a:pt x="81302" y="386447"/>
                  </a:lnTo>
                  <a:lnTo>
                    <a:pt x="47687" y="352832"/>
                  </a:lnTo>
                  <a:lnTo>
                    <a:pt x="22062" y="312528"/>
                  </a:lnTo>
                  <a:lnTo>
                    <a:pt x="5732" y="266839"/>
                  </a:lnTo>
                  <a:lnTo>
                    <a:pt x="0" y="217067"/>
                  </a:lnTo>
                  <a:close/>
                </a:path>
              </a:pathLst>
            </a:custGeom>
            <a:ln w="28574">
              <a:solidFill>
                <a:srgbClr val="8CB93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4" name="object 24">
            <a:extLst>
              <a:ext uri="{FF2B5EF4-FFF2-40B4-BE49-F238E27FC236}">
                <a16:creationId xmlns:a16="http://schemas.microsoft.com/office/drawing/2014/main" id="{F75E5D72-C26E-75F9-BF30-A6FD8D6C73A7}"/>
              </a:ext>
            </a:extLst>
          </p:cNvPr>
          <p:cNvSpPr txBox="1"/>
          <p:nvPr/>
        </p:nvSpPr>
        <p:spPr>
          <a:xfrm>
            <a:off x="3423160" y="4133496"/>
            <a:ext cx="166370" cy="328295"/>
          </a:xfrm>
          <a:prstGeom prst="rect">
            <a:avLst/>
          </a:prstGeom>
        </p:spPr>
        <p:txBody>
          <a:bodyPr vert="horz" wrap="square" lIns="0" tIns="17145" rIns="0" bIns="0" rtlCol="0">
            <a:spAutoFit/>
          </a:bodyPr>
          <a:lstStyle/>
          <a:p>
            <a:pPr marL="12700" marR="0" lvl="0" indent="0" defTabSz="914400" eaLnBrk="1" fontAlgn="auto" latinLnBrk="0" hangingPunct="1">
              <a:lnSpc>
                <a:spcPct val="100000"/>
              </a:lnSpc>
              <a:spcBef>
                <a:spcPts val="135"/>
              </a:spcBef>
              <a:spcAft>
                <a:spcPts val="0"/>
              </a:spcAft>
              <a:buClrTx/>
              <a:buSzTx/>
              <a:buFontTx/>
              <a:buNone/>
              <a:tabLst/>
              <a:defRPr/>
            </a:pPr>
            <a:r>
              <a:rPr kumimoji="0" lang="fr-FR" sz="1950" b="1" i="0" u="none" strike="noStrike" kern="0" cap="none" spc="55" normalizeH="0" baseline="0" noProof="0" dirty="0">
                <a:ln>
                  <a:noFill/>
                </a:ln>
                <a:solidFill>
                  <a:srgbClr val="8CB939"/>
                </a:solidFill>
                <a:effectLst/>
                <a:uLnTx/>
                <a:uFillTx/>
                <a:latin typeface="Calibri"/>
                <a:cs typeface="Calibri"/>
              </a:rPr>
              <a:t>2</a:t>
            </a:r>
            <a:endParaRPr kumimoji="0" sz="1950" b="0" i="0" u="none" strike="noStrike" kern="0" cap="none" spc="0" normalizeH="0" baseline="0" noProof="0" dirty="0">
              <a:ln>
                <a:noFill/>
              </a:ln>
              <a:solidFill>
                <a:sysClr val="windowText" lastClr="000000"/>
              </a:solidFill>
              <a:effectLst/>
              <a:uLnTx/>
              <a:uFillTx/>
              <a:latin typeface="Calibri"/>
              <a:cs typeface="Calibri"/>
            </a:endParaRPr>
          </a:p>
        </p:txBody>
      </p:sp>
      <p:sp>
        <p:nvSpPr>
          <p:cNvPr id="25" name="object 25">
            <a:extLst>
              <a:ext uri="{FF2B5EF4-FFF2-40B4-BE49-F238E27FC236}">
                <a16:creationId xmlns:a16="http://schemas.microsoft.com/office/drawing/2014/main" id="{B26F7ECC-81D7-8CD6-1B7F-F2690DCA8121}"/>
              </a:ext>
            </a:extLst>
          </p:cNvPr>
          <p:cNvSpPr txBox="1"/>
          <p:nvPr/>
        </p:nvSpPr>
        <p:spPr>
          <a:xfrm>
            <a:off x="4208331" y="4126898"/>
            <a:ext cx="6472369" cy="39754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fr-FR" sz="2500" b="1" i="0" u="none" strike="noStrike" kern="0" cap="none" spc="200" normalizeH="0" baseline="0" noProof="0" dirty="0">
                <a:ln>
                  <a:noFill/>
                </a:ln>
                <a:solidFill>
                  <a:srgbClr val="164052"/>
                </a:solidFill>
                <a:effectLst/>
                <a:uLnTx/>
                <a:uFillTx/>
                <a:latin typeface="Calibri"/>
                <a:cs typeface="Calibri"/>
              </a:rPr>
              <a:t>Intégration avec Docker Hub</a:t>
            </a:r>
          </a:p>
        </p:txBody>
      </p:sp>
      <p:sp>
        <p:nvSpPr>
          <p:cNvPr id="36" name="TextBox 35">
            <a:extLst>
              <a:ext uri="{FF2B5EF4-FFF2-40B4-BE49-F238E27FC236}">
                <a16:creationId xmlns:a16="http://schemas.microsoft.com/office/drawing/2014/main" id="{4A410123-3B90-8A4F-276C-22BC1634E111}"/>
              </a:ext>
            </a:extLst>
          </p:cNvPr>
          <p:cNvSpPr txBox="1"/>
          <p:nvPr/>
        </p:nvSpPr>
        <p:spPr>
          <a:xfrm>
            <a:off x="9988550" y="7158851"/>
            <a:ext cx="5339166" cy="276999"/>
          </a:xfrm>
          <a:prstGeom prst="rect">
            <a:avLst/>
          </a:prstGeom>
          <a:noFill/>
        </p:spPr>
        <p:txBody>
          <a:bodyPr wrap="square">
            <a:spAutoFit/>
          </a:bodyPr>
          <a:lstStyle/>
          <a:p>
            <a:pPr marL="80010" marR="0" lvl="0" indent="0" defTabSz="914400" eaLnBrk="1" fontAlgn="auto" latinLnBrk="0" hangingPunct="1">
              <a:lnSpc>
                <a:spcPct val="100000"/>
              </a:lnSpc>
              <a:spcBef>
                <a:spcPts val="65"/>
              </a:spcBef>
              <a:spcAft>
                <a:spcPts val="0"/>
              </a:spcAft>
              <a:buClrTx/>
              <a:buSzTx/>
              <a:buFontTx/>
              <a:buNone/>
              <a:tabLst/>
              <a:defRPr/>
            </a:pPr>
            <a:fld id="{81D60167-4931-47E6-BA6A-407CBD079E47}" type="slidenum">
              <a:rPr kumimoji="0" lang="fr-FR" sz="1200" b="0" i="0" u="none" strike="noStrike" kern="0" cap="none" spc="-25" normalizeH="0" baseline="0" noProof="0" smtClean="0">
                <a:ln>
                  <a:noFill/>
                </a:ln>
                <a:solidFill>
                  <a:prstClr val="white"/>
                </a:solidFill>
                <a:effectLst/>
                <a:uLnTx/>
                <a:uFillTx/>
                <a:latin typeface="Calibri"/>
                <a:cs typeface="Calibri"/>
              </a:rPr>
              <a:pPr marL="80010" marR="0" lvl="0" indent="0" defTabSz="914400" eaLnBrk="1" fontAlgn="auto" latinLnBrk="0" hangingPunct="1">
                <a:lnSpc>
                  <a:spcPct val="100000"/>
                </a:lnSpc>
                <a:spcBef>
                  <a:spcPts val="65"/>
                </a:spcBef>
                <a:spcAft>
                  <a:spcPts val="0"/>
                </a:spcAft>
                <a:buClrTx/>
                <a:buSzTx/>
                <a:buFontTx/>
                <a:buNone/>
                <a:tabLst/>
                <a:defRPr/>
              </a:pPr>
              <a:t>80</a:t>
            </a:fld>
            <a:endParaRPr kumimoji="0" lang="fr-FR" sz="1200" b="0" i="0" u="none" strike="noStrike" kern="0" cap="none" spc="-25" normalizeH="0" baseline="0" noProof="0" dirty="0">
              <a:ln>
                <a:noFill/>
              </a:ln>
              <a:solidFill>
                <a:prstClr val="white"/>
              </a:solidFill>
              <a:effectLst/>
              <a:uLnTx/>
              <a:uFillTx/>
              <a:latin typeface="Calibri"/>
              <a:cs typeface="Calibri"/>
            </a:endParaRPr>
          </a:p>
        </p:txBody>
      </p:sp>
    </p:spTree>
    <p:extLst>
      <p:ext uri="{BB962C8B-B14F-4D97-AF65-F5344CB8AC3E}">
        <p14:creationId xmlns:p14="http://schemas.microsoft.com/office/powerpoint/2010/main" val="346919783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B38BE-B756-6551-7B62-46DE2F3FC93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9B3AD83-D8F5-FC1C-814A-2F248D285924}"/>
              </a:ext>
            </a:extLst>
          </p:cNvPr>
          <p:cNvSpPr>
            <a:spLocks noGrp="1"/>
          </p:cNvSpPr>
          <p:nvPr>
            <p:ph type="title"/>
          </p:nvPr>
        </p:nvSpPr>
        <p:spPr>
          <a:xfrm>
            <a:off x="1054048" y="98310"/>
            <a:ext cx="9350642" cy="1107996"/>
          </a:xfrm>
        </p:spPr>
        <p:txBody>
          <a:bodyPr/>
          <a:lstStyle/>
          <a:p>
            <a:r>
              <a:rPr lang="fr-FR" b="1" spc="125" dirty="0"/>
              <a:t>Utilisation d’images Docker comme environnement d’exécution</a:t>
            </a:r>
          </a:p>
        </p:txBody>
      </p:sp>
      <p:sp>
        <p:nvSpPr>
          <p:cNvPr id="5" name="object 2">
            <a:extLst>
              <a:ext uri="{FF2B5EF4-FFF2-40B4-BE49-F238E27FC236}">
                <a16:creationId xmlns:a16="http://schemas.microsoft.com/office/drawing/2014/main" id="{C2A68104-2A5C-DE50-63DC-2B96BE411006}"/>
              </a:ext>
            </a:extLst>
          </p:cNvPr>
          <p:cNvSpPr txBox="1"/>
          <p:nvPr/>
        </p:nvSpPr>
        <p:spPr>
          <a:xfrm>
            <a:off x="463550"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1</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8" name="Espace réservé du contenu 2">
            <a:extLst>
              <a:ext uri="{FF2B5EF4-FFF2-40B4-BE49-F238E27FC236}">
                <a16:creationId xmlns:a16="http://schemas.microsoft.com/office/drawing/2014/main" id="{9E05CE13-6A79-4C0E-9562-5A797551355E}"/>
              </a:ext>
            </a:extLst>
          </p:cNvPr>
          <p:cNvSpPr txBox="1">
            <a:spLocks/>
          </p:cNvSpPr>
          <p:nvPr/>
        </p:nvSpPr>
        <p:spPr>
          <a:xfrm>
            <a:off x="463550" y="1568450"/>
            <a:ext cx="10515600" cy="4848225"/>
          </a:xfrm>
          <a:prstGeom prst="rect">
            <a:avLst/>
          </a:prstGeom>
        </p:spPr>
        <p:txBody>
          <a:bodyPr wrap="square" lIns="0" tIns="0" rIns="0" bIns="0">
            <a:normAutofit/>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E2202156-68F6-65D6-1882-7040B27B33E1}"/>
              </a:ext>
            </a:extLst>
          </p:cNvPr>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lang="fr-FR" sz="1200" spc="-25" dirty="0">
                <a:solidFill>
                  <a:prstClr val="white"/>
                </a:solidFill>
                <a:latin typeface="Calibri"/>
                <a:cs typeface="Calibri"/>
              </a:rPr>
              <a:t>81</a:t>
            </a:r>
            <a:endParaRPr kumimoji="0" lang="fr-FR" sz="1200" b="0" i="0" u="none" strike="noStrike" kern="0" cap="none" spc="-25" normalizeH="0" baseline="0" noProof="0" dirty="0">
              <a:ln>
                <a:noFill/>
              </a:ln>
              <a:solidFill>
                <a:prstClr val="white"/>
              </a:solidFill>
              <a:effectLst/>
              <a:uLnTx/>
              <a:uFillTx/>
              <a:latin typeface="Calibri"/>
              <a:cs typeface="Calibri"/>
            </a:endParaRPr>
          </a:p>
        </p:txBody>
      </p:sp>
      <p:sp>
        <p:nvSpPr>
          <p:cNvPr id="11" name="TextBox 10">
            <a:extLst>
              <a:ext uri="{FF2B5EF4-FFF2-40B4-BE49-F238E27FC236}">
                <a16:creationId xmlns:a16="http://schemas.microsoft.com/office/drawing/2014/main" id="{BA9C8DCE-607C-3C14-1573-9B103A09BFB8}"/>
              </a:ext>
            </a:extLst>
          </p:cNvPr>
          <p:cNvSpPr txBox="1"/>
          <p:nvPr/>
        </p:nvSpPr>
        <p:spPr>
          <a:xfrm>
            <a:off x="539750" y="1605273"/>
            <a:ext cx="8991600" cy="3383106"/>
          </a:xfrm>
          <a:prstGeom prst="rect">
            <a:avLst/>
          </a:prstGeom>
          <a:noFill/>
        </p:spPr>
        <p:txBody>
          <a:bodyPr wrap="square">
            <a:spAutoFit/>
          </a:bodyPr>
          <a:lstStyle/>
          <a:p>
            <a:pPr marL="0" marR="0" lvl="0" indent="0" defTabSz="914400" eaLnBrk="1" fontAlgn="auto" latinLnBrk="0" hangingPunct="1">
              <a:lnSpc>
                <a:spcPct val="200000"/>
              </a:lnSpc>
              <a:spcBef>
                <a:spcPts val="0"/>
              </a:spcBef>
              <a:spcAft>
                <a:spcPts val="0"/>
              </a:spcAft>
              <a:buClrTx/>
              <a:buSzTx/>
              <a:buFontTx/>
              <a:buNone/>
              <a:tabLst/>
              <a:defRPr/>
            </a:pPr>
            <a:r>
              <a:rPr kumimoji="0" lang="fr-FR" sz="2200" b="1" i="0" u="none" strike="noStrike" kern="0" cap="none" spc="0" normalizeH="0" baseline="0" noProof="0" dirty="0">
                <a:ln>
                  <a:noFill/>
                </a:ln>
                <a:solidFill>
                  <a:sysClr val="windowText" lastClr="000000"/>
                </a:solidFill>
                <a:effectLst/>
                <a:uLnTx/>
                <a:uFillTx/>
                <a:latin typeface="Calibri"/>
              </a:rPr>
              <a:t>Pourquoi utiliser Docker pour Jenkins ?</a:t>
            </a:r>
          </a:p>
          <a:p>
            <a:pPr marL="342900" marR="0" lvl="0" indent="-342900" defTabSz="91440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fr-FR" sz="2200" b="0" i="0" u="none" strike="noStrike" kern="0" cap="none" spc="0" normalizeH="0" baseline="0" noProof="0" dirty="0">
                <a:ln>
                  <a:noFill/>
                </a:ln>
                <a:solidFill>
                  <a:sysClr val="windowText" lastClr="000000"/>
                </a:solidFill>
                <a:effectLst/>
                <a:uLnTx/>
                <a:uFillTx/>
                <a:latin typeface="Calibri"/>
              </a:rPr>
              <a:t>Assurer la reproductibilité des </a:t>
            </a:r>
            <a:r>
              <a:rPr kumimoji="0" lang="fr-FR" sz="2200" b="0" i="0" u="none" strike="noStrike" kern="0" cap="none" spc="0" normalizeH="0" baseline="0" noProof="0" dirty="0" err="1">
                <a:ln>
                  <a:noFill/>
                </a:ln>
                <a:solidFill>
                  <a:sysClr val="windowText" lastClr="000000"/>
                </a:solidFill>
                <a:effectLst/>
                <a:uLnTx/>
                <a:uFillTx/>
                <a:latin typeface="Calibri"/>
              </a:rPr>
              <a:t>builds</a:t>
            </a:r>
            <a:endParaRPr kumimoji="0" lang="fr-FR" sz="2200" b="0" i="0" u="none" strike="noStrike" kern="0" cap="none" spc="0" normalizeH="0" baseline="0" noProof="0" dirty="0">
              <a:ln>
                <a:noFill/>
              </a:ln>
              <a:solidFill>
                <a:sysClr val="windowText" lastClr="000000"/>
              </a:solidFill>
              <a:effectLst/>
              <a:uLnTx/>
              <a:uFillTx/>
              <a:latin typeface="Calibri"/>
            </a:endParaRPr>
          </a:p>
          <a:p>
            <a:pPr marL="342900" marR="0" lvl="0" indent="-342900" defTabSz="91440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fr-FR" sz="2200" b="0" i="0" u="none" strike="noStrike" kern="0" cap="none" spc="0" normalizeH="0" baseline="0" noProof="0" dirty="0">
                <a:ln>
                  <a:noFill/>
                </a:ln>
                <a:solidFill>
                  <a:sysClr val="windowText" lastClr="000000"/>
                </a:solidFill>
                <a:effectLst/>
                <a:uLnTx/>
                <a:uFillTx/>
                <a:latin typeface="Calibri"/>
              </a:rPr>
              <a:t>Éviter les conflits entre versions des outils</a:t>
            </a:r>
          </a:p>
          <a:p>
            <a:pPr marL="342900" marR="0" lvl="0" indent="-342900" defTabSz="91440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fr-FR" sz="2200" b="0" i="0" u="none" strike="noStrike" kern="0" cap="none" spc="0" normalizeH="0" baseline="0" noProof="0" dirty="0">
                <a:ln>
                  <a:noFill/>
                </a:ln>
                <a:solidFill>
                  <a:sysClr val="windowText" lastClr="000000"/>
                </a:solidFill>
                <a:effectLst/>
                <a:uLnTx/>
                <a:uFillTx/>
                <a:latin typeface="Calibri"/>
              </a:rPr>
              <a:t>Standardiser l’environnement d’exécution</a:t>
            </a:r>
          </a:p>
          <a:p>
            <a:pPr marL="342900" marR="0" lvl="0" indent="-342900" defTabSz="91440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fr-FR" sz="2200" b="0" i="0" u="none" strike="noStrike" kern="0" cap="none" spc="0" normalizeH="0" baseline="0" noProof="0" dirty="0">
                <a:ln>
                  <a:noFill/>
                </a:ln>
                <a:solidFill>
                  <a:sysClr val="windowText" lastClr="000000"/>
                </a:solidFill>
                <a:effectLst/>
                <a:uLnTx/>
                <a:uFillTx/>
                <a:latin typeface="Calibri"/>
              </a:rPr>
              <a:t>Faciliter la mise à l’échelle</a:t>
            </a:r>
          </a:p>
        </p:txBody>
      </p:sp>
      <p:pic>
        <p:nvPicPr>
          <p:cNvPr id="7170" name="Picture 2" descr="DevOps : Construire un pipeline CI/CD avec Jenkins [Guide ultime]">
            <a:extLst>
              <a:ext uri="{FF2B5EF4-FFF2-40B4-BE49-F238E27FC236}">
                <a16:creationId xmlns:a16="http://schemas.microsoft.com/office/drawing/2014/main" id="{C69495D1-E7B8-0510-7BD2-FD6ED90B5D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4372" y="2711450"/>
            <a:ext cx="3909978" cy="19749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159941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6E8B9-B4FB-2FA2-4A8B-EC0ABB64565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0C40A26-C770-AFD4-ED98-5652A04A6AD4}"/>
              </a:ext>
            </a:extLst>
          </p:cNvPr>
          <p:cNvSpPr>
            <a:spLocks noGrp="1"/>
          </p:cNvSpPr>
          <p:nvPr>
            <p:ph type="title"/>
          </p:nvPr>
        </p:nvSpPr>
        <p:spPr>
          <a:xfrm>
            <a:off x="1054048" y="98310"/>
            <a:ext cx="9350642" cy="1107996"/>
          </a:xfrm>
        </p:spPr>
        <p:txBody>
          <a:bodyPr/>
          <a:lstStyle/>
          <a:p>
            <a:r>
              <a:rPr lang="fr-FR" b="1" spc="125" dirty="0"/>
              <a:t>Utilisation d’images Docker comme environnement d’exécution</a:t>
            </a:r>
          </a:p>
        </p:txBody>
      </p:sp>
      <p:sp>
        <p:nvSpPr>
          <p:cNvPr id="5" name="object 2">
            <a:extLst>
              <a:ext uri="{FF2B5EF4-FFF2-40B4-BE49-F238E27FC236}">
                <a16:creationId xmlns:a16="http://schemas.microsoft.com/office/drawing/2014/main" id="{208F5BCA-4305-6364-0196-3D2FFDDCE2DE}"/>
              </a:ext>
            </a:extLst>
          </p:cNvPr>
          <p:cNvSpPr txBox="1"/>
          <p:nvPr/>
        </p:nvSpPr>
        <p:spPr>
          <a:xfrm>
            <a:off x="463550"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1</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8" name="Espace réservé du contenu 2">
            <a:extLst>
              <a:ext uri="{FF2B5EF4-FFF2-40B4-BE49-F238E27FC236}">
                <a16:creationId xmlns:a16="http://schemas.microsoft.com/office/drawing/2014/main" id="{E5BE1AB7-FF65-28E3-7F05-833F6AE5C70C}"/>
              </a:ext>
            </a:extLst>
          </p:cNvPr>
          <p:cNvSpPr txBox="1">
            <a:spLocks/>
          </p:cNvSpPr>
          <p:nvPr/>
        </p:nvSpPr>
        <p:spPr>
          <a:xfrm>
            <a:off x="463550" y="1568450"/>
            <a:ext cx="10515600" cy="4848225"/>
          </a:xfrm>
          <a:prstGeom prst="rect">
            <a:avLst/>
          </a:prstGeom>
        </p:spPr>
        <p:txBody>
          <a:bodyPr wrap="square" lIns="0" tIns="0" rIns="0" bIns="0">
            <a:normAutofit/>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78979F59-BFAA-E4A9-27D5-078E69FDA6C2}"/>
              </a:ext>
            </a:extLst>
          </p:cNvPr>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lang="fr-FR" sz="1200" spc="-25" dirty="0">
                <a:solidFill>
                  <a:prstClr val="white"/>
                </a:solidFill>
                <a:latin typeface="Calibri"/>
                <a:cs typeface="Calibri"/>
              </a:rPr>
              <a:t>82</a:t>
            </a:r>
            <a:endParaRPr kumimoji="0" lang="fr-FR" sz="1200" b="0" i="0" u="none" strike="noStrike" kern="0" cap="none" spc="-25" normalizeH="0" baseline="0" noProof="0" dirty="0">
              <a:ln>
                <a:noFill/>
              </a:ln>
              <a:solidFill>
                <a:prstClr val="white"/>
              </a:solidFill>
              <a:effectLst/>
              <a:uLnTx/>
              <a:uFillTx/>
              <a:latin typeface="Calibri"/>
              <a:cs typeface="Calibri"/>
            </a:endParaRPr>
          </a:p>
        </p:txBody>
      </p:sp>
      <p:sp>
        <p:nvSpPr>
          <p:cNvPr id="11" name="TextBox 10">
            <a:extLst>
              <a:ext uri="{FF2B5EF4-FFF2-40B4-BE49-F238E27FC236}">
                <a16:creationId xmlns:a16="http://schemas.microsoft.com/office/drawing/2014/main" id="{92EBE068-441C-8D97-2736-8E2D99A06464}"/>
              </a:ext>
            </a:extLst>
          </p:cNvPr>
          <p:cNvSpPr txBox="1"/>
          <p:nvPr/>
        </p:nvSpPr>
        <p:spPr>
          <a:xfrm>
            <a:off x="463550" y="1529579"/>
            <a:ext cx="4800600" cy="3086871"/>
          </a:xfrm>
          <a:prstGeom prst="rect">
            <a:avLst/>
          </a:prstGeom>
          <a:noFill/>
        </p:spPr>
        <p:txBody>
          <a:bodyPr wrap="square">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kumimoji="0" lang="fr-FR" sz="2200" b="1" i="0" u="none" strike="noStrike" kern="0" cap="none" spc="0" normalizeH="0" baseline="0" noProof="0" dirty="0">
                <a:ln>
                  <a:noFill/>
                </a:ln>
                <a:solidFill>
                  <a:sysClr val="windowText" lastClr="000000"/>
                </a:solidFill>
                <a:effectLst/>
                <a:uLnTx/>
                <a:uFillTx/>
                <a:latin typeface="Calibri"/>
              </a:rPr>
              <a:t>Déclaration d’un agent Docker dans un pipeline</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b="0" i="0" u="none" strike="noStrike" kern="0" cap="none" spc="0" normalizeH="0" baseline="0" noProof="0" dirty="0">
                <a:ln>
                  <a:noFill/>
                </a:ln>
                <a:solidFill>
                  <a:sysClr val="windowText" lastClr="000000"/>
                </a:solidFill>
                <a:effectLst/>
                <a:uLnTx/>
                <a:uFillTx/>
                <a:latin typeface="Calibri"/>
              </a:rPr>
              <a:t>Définition d’une image Docker dans le pipeline</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b="0" i="0" u="none" strike="noStrike" kern="0" cap="none" spc="0" normalizeH="0" baseline="0" noProof="0" dirty="0">
                <a:ln>
                  <a:noFill/>
                </a:ln>
                <a:solidFill>
                  <a:sysClr val="windowText" lastClr="000000"/>
                </a:solidFill>
                <a:effectLst/>
                <a:uLnTx/>
                <a:uFillTx/>
                <a:latin typeface="Calibri"/>
              </a:rPr>
              <a:t>Exécution des étapes dans un conteneur isolé</a:t>
            </a:r>
          </a:p>
        </p:txBody>
      </p:sp>
      <p:sp>
        <p:nvSpPr>
          <p:cNvPr id="4" name="TextBox 3">
            <a:extLst>
              <a:ext uri="{FF2B5EF4-FFF2-40B4-BE49-F238E27FC236}">
                <a16:creationId xmlns:a16="http://schemas.microsoft.com/office/drawing/2014/main" id="{6219A58D-EECC-CC5B-F9EE-D0E0CE279BE9}"/>
              </a:ext>
            </a:extLst>
          </p:cNvPr>
          <p:cNvSpPr txBox="1"/>
          <p:nvPr/>
        </p:nvSpPr>
        <p:spPr>
          <a:xfrm>
            <a:off x="5416552" y="1639471"/>
            <a:ext cx="5264148" cy="5262979"/>
          </a:xfrm>
          <a:prstGeom prst="rect">
            <a:avLst/>
          </a:prstGeom>
          <a:noFill/>
        </p:spPr>
        <p:txBody>
          <a:bodyPr wrap="square">
            <a:spAutoFit/>
          </a:bodyPr>
          <a:lstStyle/>
          <a:p>
            <a:pPr>
              <a:defRPr/>
            </a:pPr>
            <a:r>
              <a:rPr lang="fr-FR" sz="2400" dirty="0">
                <a:highlight>
                  <a:srgbClr val="C0C0C0"/>
                </a:highlight>
                <a:latin typeface="Calibri"/>
              </a:rPr>
              <a:t>pipeline {</a:t>
            </a:r>
          </a:p>
          <a:p>
            <a:pPr>
              <a:defRPr/>
            </a:pPr>
            <a:r>
              <a:rPr lang="fr-FR" sz="2400" dirty="0">
                <a:highlight>
                  <a:srgbClr val="C0C0C0"/>
                </a:highlight>
                <a:latin typeface="Calibri"/>
              </a:rPr>
              <a:t>    agent {</a:t>
            </a:r>
          </a:p>
          <a:p>
            <a:pPr>
              <a:defRPr/>
            </a:pPr>
            <a:r>
              <a:rPr lang="fr-FR" sz="2400" dirty="0">
                <a:highlight>
                  <a:srgbClr val="C0C0C0"/>
                </a:highlight>
                <a:latin typeface="Calibri"/>
              </a:rPr>
              <a:t>        docker {</a:t>
            </a:r>
          </a:p>
          <a:p>
            <a:pPr>
              <a:defRPr/>
            </a:pPr>
            <a:r>
              <a:rPr lang="fr-FR" sz="2400" dirty="0">
                <a:highlight>
                  <a:srgbClr val="C0C0C0"/>
                </a:highlight>
                <a:latin typeface="Calibri"/>
              </a:rPr>
              <a:t>            image 'maven:3.8.5’</a:t>
            </a:r>
          </a:p>
          <a:p>
            <a:pPr>
              <a:defRPr/>
            </a:pPr>
            <a:r>
              <a:rPr lang="fr-FR" sz="2400" dirty="0">
                <a:highlight>
                  <a:srgbClr val="C0C0C0"/>
                </a:highlight>
                <a:latin typeface="Calibri"/>
              </a:rPr>
              <a:t>        }</a:t>
            </a:r>
          </a:p>
          <a:p>
            <a:pPr>
              <a:defRPr/>
            </a:pPr>
            <a:r>
              <a:rPr lang="fr-FR" sz="2400" dirty="0">
                <a:highlight>
                  <a:srgbClr val="C0C0C0"/>
                </a:highlight>
                <a:latin typeface="Calibri"/>
              </a:rPr>
              <a:t>    }</a:t>
            </a:r>
          </a:p>
          <a:p>
            <a:pPr>
              <a:defRPr/>
            </a:pPr>
            <a:r>
              <a:rPr lang="fr-FR" sz="2400" dirty="0">
                <a:highlight>
                  <a:srgbClr val="C0C0C0"/>
                </a:highlight>
                <a:latin typeface="Calibri"/>
              </a:rPr>
              <a:t>    stages {</a:t>
            </a:r>
          </a:p>
          <a:p>
            <a:pPr>
              <a:defRPr/>
            </a:pPr>
            <a:r>
              <a:rPr lang="fr-FR" sz="2400" dirty="0">
                <a:highlight>
                  <a:srgbClr val="C0C0C0"/>
                </a:highlight>
                <a:latin typeface="Calibri"/>
              </a:rPr>
              <a:t>        stage('</a:t>
            </a:r>
            <a:r>
              <a:rPr lang="fr-FR" sz="2400" dirty="0" err="1">
                <a:highlight>
                  <a:srgbClr val="C0C0C0"/>
                </a:highlight>
                <a:latin typeface="Calibri"/>
              </a:rPr>
              <a:t>Build</a:t>
            </a:r>
            <a:r>
              <a:rPr lang="fr-FR" sz="2400" dirty="0">
                <a:highlight>
                  <a:srgbClr val="C0C0C0"/>
                </a:highlight>
                <a:latin typeface="Calibri"/>
              </a:rPr>
              <a:t>’) {</a:t>
            </a:r>
          </a:p>
          <a:p>
            <a:pPr>
              <a:defRPr/>
            </a:pPr>
            <a:r>
              <a:rPr lang="fr-FR" sz="2400" dirty="0">
                <a:highlight>
                  <a:srgbClr val="C0C0C0"/>
                </a:highlight>
                <a:latin typeface="Calibri"/>
              </a:rPr>
              <a:t>            </a:t>
            </a:r>
            <a:r>
              <a:rPr lang="fr-FR" sz="2400" dirty="0" err="1">
                <a:highlight>
                  <a:srgbClr val="C0C0C0"/>
                </a:highlight>
                <a:latin typeface="Calibri"/>
              </a:rPr>
              <a:t>steps</a:t>
            </a:r>
            <a:r>
              <a:rPr lang="fr-FR" sz="2400" dirty="0">
                <a:highlight>
                  <a:srgbClr val="C0C0C0"/>
                </a:highlight>
                <a:latin typeface="Calibri"/>
              </a:rPr>
              <a:t> {</a:t>
            </a:r>
          </a:p>
          <a:p>
            <a:pPr>
              <a:defRPr/>
            </a:pPr>
            <a:r>
              <a:rPr lang="fr-FR" sz="2400" dirty="0">
                <a:highlight>
                  <a:srgbClr val="C0C0C0"/>
                </a:highlight>
                <a:latin typeface="Calibri"/>
              </a:rPr>
              <a:t>                sh '</a:t>
            </a:r>
            <a:r>
              <a:rPr lang="fr-FR" sz="2400" dirty="0" err="1">
                <a:highlight>
                  <a:srgbClr val="C0C0C0"/>
                </a:highlight>
                <a:latin typeface="Calibri"/>
              </a:rPr>
              <a:t>mvn</a:t>
            </a:r>
            <a:r>
              <a:rPr lang="fr-FR" sz="2400" dirty="0">
                <a:highlight>
                  <a:srgbClr val="C0C0C0"/>
                </a:highlight>
                <a:latin typeface="Calibri"/>
              </a:rPr>
              <a:t> clean package’</a:t>
            </a:r>
          </a:p>
          <a:p>
            <a:pPr>
              <a:defRPr/>
            </a:pPr>
            <a:r>
              <a:rPr lang="fr-FR" sz="2400" dirty="0">
                <a:highlight>
                  <a:srgbClr val="C0C0C0"/>
                </a:highlight>
                <a:latin typeface="Calibri"/>
              </a:rPr>
              <a:t>            }</a:t>
            </a:r>
          </a:p>
          <a:p>
            <a:pPr>
              <a:defRPr/>
            </a:pPr>
            <a:r>
              <a:rPr lang="fr-FR" sz="2400" dirty="0">
                <a:highlight>
                  <a:srgbClr val="C0C0C0"/>
                </a:highlight>
                <a:latin typeface="Calibri"/>
              </a:rPr>
              <a:t>        }</a:t>
            </a:r>
          </a:p>
          <a:p>
            <a:pPr>
              <a:defRPr/>
            </a:pPr>
            <a:r>
              <a:rPr lang="fr-FR" sz="2400" dirty="0">
                <a:highlight>
                  <a:srgbClr val="C0C0C0"/>
                </a:highlight>
                <a:latin typeface="Calibri"/>
              </a:rPr>
              <a:t>    }</a:t>
            </a:r>
          </a:p>
          <a:p>
            <a:pPr>
              <a:defRPr/>
            </a:pPr>
            <a:r>
              <a:rPr lang="fr-FR" sz="2400" dirty="0">
                <a:highlight>
                  <a:srgbClr val="C0C0C0"/>
                </a:highlight>
                <a:latin typeface="Calibri"/>
              </a:rPr>
              <a:t>}</a:t>
            </a:r>
          </a:p>
        </p:txBody>
      </p:sp>
    </p:spTree>
    <p:extLst>
      <p:ext uri="{BB962C8B-B14F-4D97-AF65-F5344CB8AC3E}">
        <p14:creationId xmlns:p14="http://schemas.microsoft.com/office/powerpoint/2010/main" val="223770109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ADA48-9E9A-E778-1EA8-F5EA59DFD12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5947CBF-126D-782C-5E1B-3880D3DBE169}"/>
              </a:ext>
            </a:extLst>
          </p:cNvPr>
          <p:cNvSpPr>
            <a:spLocks noGrp="1"/>
          </p:cNvSpPr>
          <p:nvPr>
            <p:ph type="title"/>
          </p:nvPr>
        </p:nvSpPr>
        <p:spPr>
          <a:xfrm>
            <a:off x="1054048" y="98310"/>
            <a:ext cx="9350642" cy="1107996"/>
          </a:xfrm>
        </p:spPr>
        <p:txBody>
          <a:bodyPr/>
          <a:lstStyle/>
          <a:p>
            <a:r>
              <a:rPr lang="fr-FR" b="1" spc="125" dirty="0"/>
              <a:t>Utilisation d’images Docker comme environnement d’exécution</a:t>
            </a:r>
          </a:p>
        </p:txBody>
      </p:sp>
      <p:sp>
        <p:nvSpPr>
          <p:cNvPr id="5" name="object 2">
            <a:extLst>
              <a:ext uri="{FF2B5EF4-FFF2-40B4-BE49-F238E27FC236}">
                <a16:creationId xmlns:a16="http://schemas.microsoft.com/office/drawing/2014/main" id="{2755260B-4D6B-58A2-F805-B064A11A6F07}"/>
              </a:ext>
            </a:extLst>
          </p:cNvPr>
          <p:cNvSpPr txBox="1"/>
          <p:nvPr/>
        </p:nvSpPr>
        <p:spPr>
          <a:xfrm>
            <a:off x="463550"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1</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8" name="Espace réservé du contenu 2">
            <a:extLst>
              <a:ext uri="{FF2B5EF4-FFF2-40B4-BE49-F238E27FC236}">
                <a16:creationId xmlns:a16="http://schemas.microsoft.com/office/drawing/2014/main" id="{BA4C7B8F-9081-67F7-081A-F9E187C195BF}"/>
              </a:ext>
            </a:extLst>
          </p:cNvPr>
          <p:cNvSpPr txBox="1">
            <a:spLocks/>
          </p:cNvSpPr>
          <p:nvPr/>
        </p:nvSpPr>
        <p:spPr>
          <a:xfrm>
            <a:off x="463550" y="1568450"/>
            <a:ext cx="10515600" cy="4848225"/>
          </a:xfrm>
          <a:prstGeom prst="rect">
            <a:avLst/>
          </a:prstGeom>
        </p:spPr>
        <p:txBody>
          <a:bodyPr wrap="square" lIns="0" tIns="0" rIns="0" bIns="0">
            <a:normAutofit/>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BF223F3A-601D-4988-8CA5-9996F0A8057A}"/>
              </a:ext>
            </a:extLst>
          </p:cNvPr>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lang="fr-FR" sz="1200" spc="-25" dirty="0">
                <a:solidFill>
                  <a:prstClr val="white"/>
                </a:solidFill>
                <a:latin typeface="Calibri"/>
                <a:cs typeface="Calibri"/>
              </a:rPr>
              <a:t>83</a:t>
            </a:r>
            <a:endParaRPr kumimoji="0" lang="fr-FR" sz="1200" b="0" i="0" u="none" strike="noStrike" kern="0" cap="none" spc="-25" normalizeH="0" baseline="0" noProof="0" dirty="0">
              <a:ln>
                <a:noFill/>
              </a:ln>
              <a:solidFill>
                <a:prstClr val="white"/>
              </a:solidFill>
              <a:effectLst/>
              <a:uLnTx/>
              <a:uFillTx/>
              <a:latin typeface="Calibri"/>
              <a:cs typeface="Calibri"/>
            </a:endParaRPr>
          </a:p>
        </p:txBody>
      </p:sp>
      <p:sp>
        <p:nvSpPr>
          <p:cNvPr id="11" name="TextBox 10">
            <a:extLst>
              <a:ext uri="{FF2B5EF4-FFF2-40B4-BE49-F238E27FC236}">
                <a16:creationId xmlns:a16="http://schemas.microsoft.com/office/drawing/2014/main" id="{D20B5332-1866-6E2F-3DC1-A72826DBD052}"/>
              </a:ext>
            </a:extLst>
          </p:cNvPr>
          <p:cNvSpPr txBox="1"/>
          <p:nvPr/>
        </p:nvSpPr>
        <p:spPr>
          <a:xfrm>
            <a:off x="463550" y="1529579"/>
            <a:ext cx="4800600" cy="4102533"/>
          </a:xfrm>
          <a:prstGeom prst="rect">
            <a:avLst/>
          </a:prstGeom>
          <a:noFill/>
        </p:spPr>
        <p:txBody>
          <a:bodyPr wrap="square">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kumimoji="0" lang="fr-FR" sz="2200" b="1" i="0" u="none" strike="noStrike" kern="0" cap="none" spc="0" normalizeH="0" baseline="0" noProof="0" dirty="0">
                <a:ln>
                  <a:noFill/>
                </a:ln>
                <a:solidFill>
                  <a:sysClr val="windowText" lastClr="000000"/>
                </a:solidFill>
                <a:effectLst/>
                <a:uLnTx/>
                <a:uFillTx/>
                <a:latin typeface="Calibri"/>
              </a:rPr>
              <a:t>Utilisation d’un agent Docker avec options avancées</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b="0" i="0" u="none" strike="noStrike" kern="0" cap="none" spc="0" normalizeH="0" baseline="0" noProof="0" dirty="0">
                <a:ln>
                  <a:noFill/>
                </a:ln>
                <a:solidFill>
                  <a:sysClr val="windowText" lastClr="000000"/>
                </a:solidFill>
                <a:effectLst/>
                <a:uLnTx/>
                <a:uFillTx/>
                <a:latin typeface="Calibri"/>
              </a:rPr>
              <a:t>Monter un volume pour partager des fichiers</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b="0" i="0" u="none" strike="noStrike" kern="0" cap="none" spc="0" normalizeH="0" baseline="0" noProof="0" dirty="0">
                <a:ln>
                  <a:noFill/>
                </a:ln>
                <a:solidFill>
                  <a:sysClr val="windowText" lastClr="000000"/>
                </a:solidFill>
                <a:effectLst/>
                <a:uLnTx/>
                <a:uFillTx/>
                <a:latin typeface="Calibri"/>
              </a:rPr>
              <a:t>Exécuter avec des privilèges spécifiques</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b="0" i="0" u="none" strike="noStrike" kern="0" cap="none" spc="0" normalizeH="0" baseline="0" noProof="0" dirty="0">
                <a:ln>
                  <a:noFill/>
                </a:ln>
                <a:solidFill>
                  <a:sysClr val="windowText" lastClr="000000"/>
                </a:solidFill>
                <a:effectLst/>
                <a:uLnTx/>
                <a:uFillTx/>
                <a:latin typeface="Calibri"/>
              </a:rPr>
              <a:t>Personnaliser l’utilisateur et les paramètres d’environnement</a:t>
            </a:r>
          </a:p>
        </p:txBody>
      </p:sp>
      <p:sp>
        <p:nvSpPr>
          <p:cNvPr id="4" name="TextBox 3">
            <a:extLst>
              <a:ext uri="{FF2B5EF4-FFF2-40B4-BE49-F238E27FC236}">
                <a16:creationId xmlns:a16="http://schemas.microsoft.com/office/drawing/2014/main" id="{2120C178-0B3C-E06F-F463-ACA0428C2C78}"/>
              </a:ext>
            </a:extLst>
          </p:cNvPr>
          <p:cNvSpPr txBox="1"/>
          <p:nvPr/>
        </p:nvSpPr>
        <p:spPr>
          <a:xfrm>
            <a:off x="5416552" y="1639471"/>
            <a:ext cx="5264148" cy="5632311"/>
          </a:xfrm>
          <a:prstGeom prst="rect">
            <a:avLst/>
          </a:prstGeom>
          <a:noFill/>
        </p:spPr>
        <p:txBody>
          <a:bodyPr wrap="square">
            <a:spAutoFit/>
          </a:bodyPr>
          <a:lstStyle/>
          <a:p>
            <a:pPr>
              <a:defRPr/>
            </a:pPr>
            <a:r>
              <a:rPr lang="fr-FR" sz="2400" dirty="0">
                <a:highlight>
                  <a:srgbClr val="C0C0C0"/>
                </a:highlight>
                <a:latin typeface="Calibri"/>
              </a:rPr>
              <a:t>pipeline {</a:t>
            </a:r>
          </a:p>
          <a:p>
            <a:pPr>
              <a:defRPr/>
            </a:pPr>
            <a:r>
              <a:rPr lang="fr-FR" sz="2400" dirty="0">
                <a:highlight>
                  <a:srgbClr val="C0C0C0"/>
                </a:highlight>
                <a:latin typeface="Calibri"/>
              </a:rPr>
              <a:t>    agent {</a:t>
            </a:r>
          </a:p>
          <a:p>
            <a:pPr>
              <a:defRPr/>
            </a:pPr>
            <a:r>
              <a:rPr lang="fr-FR" sz="2400" dirty="0">
                <a:highlight>
                  <a:srgbClr val="C0C0C0"/>
                </a:highlight>
                <a:latin typeface="Calibri"/>
              </a:rPr>
              <a:t>        docker {</a:t>
            </a:r>
          </a:p>
          <a:p>
            <a:pPr>
              <a:defRPr/>
            </a:pPr>
            <a:r>
              <a:rPr lang="fr-FR" sz="2400" dirty="0">
                <a:highlight>
                  <a:srgbClr val="C0C0C0"/>
                </a:highlight>
                <a:latin typeface="Calibri"/>
              </a:rPr>
              <a:t>            image 'node:14’</a:t>
            </a:r>
          </a:p>
          <a:p>
            <a:pPr>
              <a:defRPr/>
            </a:pPr>
            <a:r>
              <a:rPr lang="fr-FR" sz="2400" dirty="0">
                <a:highlight>
                  <a:srgbClr val="C0C0C0"/>
                </a:highlight>
                <a:latin typeface="Calibri"/>
              </a:rPr>
              <a:t>            args '-v /</a:t>
            </a:r>
            <a:r>
              <a:rPr lang="fr-FR" sz="2400" dirty="0" err="1">
                <a:highlight>
                  <a:srgbClr val="C0C0C0"/>
                </a:highlight>
                <a:latin typeface="Calibri"/>
              </a:rPr>
              <a:t>workspace</a:t>
            </a:r>
            <a:r>
              <a:rPr lang="fr-FR" sz="2400" dirty="0">
                <a:highlight>
                  <a:srgbClr val="C0C0C0"/>
                </a:highlight>
                <a:latin typeface="Calibri"/>
              </a:rPr>
              <a:t>:/app’</a:t>
            </a:r>
          </a:p>
          <a:p>
            <a:pPr>
              <a:defRPr/>
            </a:pPr>
            <a:r>
              <a:rPr lang="fr-FR" sz="2400" dirty="0">
                <a:highlight>
                  <a:srgbClr val="C0C0C0"/>
                </a:highlight>
                <a:latin typeface="Calibri"/>
              </a:rPr>
              <a:t>        }</a:t>
            </a:r>
          </a:p>
          <a:p>
            <a:pPr>
              <a:defRPr/>
            </a:pPr>
            <a:r>
              <a:rPr lang="fr-FR" sz="2400" dirty="0">
                <a:highlight>
                  <a:srgbClr val="C0C0C0"/>
                </a:highlight>
                <a:latin typeface="Calibri"/>
              </a:rPr>
              <a:t>    }</a:t>
            </a:r>
          </a:p>
          <a:p>
            <a:pPr>
              <a:defRPr/>
            </a:pPr>
            <a:r>
              <a:rPr lang="fr-FR" sz="2400" dirty="0">
                <a:highlight>
                  <a:srgbClr val="C0C0C0"/>
                </a:highlight>
                <a:latin typeface="Calibri"/>
              </a:rPr>
              <a:t>    stages {</a:t>
            </a:r>
          </a:p>
          <a:p>
            <a:pPr>
              <a:defRPr/>
            </a:pPr>
            <a:r>
              <a:rPr lang="fr-FR" sz="2400" dirty="0">
                <a:highlight>
                  <a:srgbClr val="C0C0C0"/>
                </a:highlight>
                <a:latin typeface="Calibri"/>
              </a:rPr>
              <a:t>        stage('Test’) {</a:t>
            </a:r>
          </a:p>
          <a:p>
            <a:pPr>
              <a:defRPr/>
            </a:pPr>
            <a:r>
              <a:rPr lang="fr-FR" sz="2400" dirty="0">
                <a:highlight>
                  <a:srgbClr val="C0C0C0"/>
                </a:highlight>
                <a:latin typeface="Calibri"/>
              </a:rPr>
              <a:t>            </a:t>
            </a:r>
            <a:r>
              <a:rPr lang="fr-FR" sz="2400" dirty="0" err="1">
                <a:highlight>
                  <a:srgbClr val="C0C0C0"/>
                </a:highlight>
                <a:latin typeface="Calibri"/>
              </a:rPr>
              <a:t>steps</a:t>
            </a:r>
            <a:r>
              <a:rPr lang="fr-FR" sz="2400" dirty="0">
                <a:highlight>
                  <a:srgbClr val="C0C0C0"/>
                </a:highlight>
                <a:latin typeface="Calibri"/>
              </a:rPr>
              <a:t> {</a:t>
            </a:r>
          </a:p>
          <a:p>
            <a:pPr>
              <a:defRPr/>
            </a:pPr>
            <a:r>
              <a:rPr lang="fr-FR" sz="2400" dirty="0">
                <a:highlight>
                  <a:srgbClr val="C0C0C0"/>
                </a:highlight>
                <a:latin typeface="Calibri"/>
              </a:rPr>
              <a:t>                sh '</a:t>
            </a:r>
            <a:r>
              <a:rPr lang="fr-FR" sz="2400" dirty="0" err="1">
                <a:highlight>
                  <a:srgbClr val="C0C0C0"/>
                </a:highlight>
                <a:latin typeface="Calibri"/>
              </a:rPr>
              <a:t>npm</a:t>
            </a:r>
            <a:r>
              <a:rPr lang="fr-FR" sz="2400" dirty="0">
                <a:highlight>
                  <a:srgbClr val="C0C0C0"/>
                </a:highlight>
                <a:latin typeface="Calibri"/>
              </a:rPr>
              <a:t> </a:t>
            </a:r>
            <a:r>
              <a:rPr lang="fr-FR" sz="2400" dirty="0" err="1">
                <a:highlight>
                  <a:srgbClr val="C0C0C0"/>
                </a:highlight>
                <a:latin typeface="Calibri"/>
              </a:rPr>
              <a:t>install</a:t>
            </a:r>
            <a:r>
              <a:rPr lang="fr-FR" sz="2400" dirty="0">
                <a:highlight>
                  <a:srgbClr val="C0C0C0"/>
                </a:highlight>
                <a:latin typeface="Calibri"/>
              </a:rPr>
              <a:t> &amp;&amp; </a:t>
            </a:r>
            <a:r>
              <a:rPr lang="fr-FR" sz="2400" dirty="0" err="1">
                <a:highlight>
                  <a:srgbClr val="C0C0C0"/>
                </a:highlight>
                <a:latin typeface="Calibri"/>
              </a:rPr>
              <a:t>npm</a:t>
            </a:r>
            <a:r>
              <a:rPr lang="fr-FR" sz="2400" dirty="0">
                <a:highlight>
                  <a:srgbClr val="C0C0C0"/>
                </a:highlight>
                <a:latin typeface="Calibri"/>
              </a:rPr>
              <a:t> test’</a:t>
            </a:r>
          </a:p>
          <a:p>
            <a:pPr>
              <a:defRPr/>
            </a:pPr>
            <a:r>
              <a:rPr lang="fr-FR" sz="2400" dirty="0">
                <a:highlight>
                  <a:srgbClr val="C0C0C0"/>
                </a:highlight>
                <a:latin typeface="Calibri"/>
              </a:rPr>
              <a:t>            }</a:t>
            </a:r>
          </a:p>
          <a:p>
            <a:pPr>
              <a:defRPr/>
            </a:pPr>
            <a:r>
              <a:rPr lang="fr-FR" sz="2400" dirty="0">
                <a:highlight>
                  <a:srgbClr val="C0C0C0"/>
                </a:highlight>
                <a:latin typeface="Calibri"/>
              </a:rPr>
              <a:t>        }</a:t>
            </a:r>
          </a:p>
          <a:p>
            <a:pPr>
              <a:defRPr/>
            </a:pPr>
            <a:r>
              <a:rPr lang="fr-FR" sz="2400" dirty="0">
                <a:highlight>
                  <a:srgbClr val="C0C0C0"/>
                </a:highlight>
                <a:latin typeface="Calibri"/>
              </a:rPr>
              <a:t>    }</a:t>
            </a:r>
          </a:p>
          <a:p>
            <a:pPr>
              <a:defRPr/>
            </a:pPr>
            <a:r>
              <a:rPr lang="fr-FR" sz="2400" dirty="0">
                <a:highlight>
                  <a:srgbClr val="C0C0C0"/>
                </a:highlight>
                <a:latin typeface="Calibri"/>
              </a:rPr>
              <a:t>}</a:t>
            </a:r>
          </a:p>
        </p:txBody>
      </p:sp>
    </p:spTree>
    <p:extLst>
      <p:ext uri="{BB962C8B-B14F-4D97-AF65-F5344CB8AC3E}">
        <p14:creationId xmlns:p14="http://schemas.microsoft.com/office/powerpoint/2010/main" val="109302378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7663E-5F0D-FFE8-BE59-435E788B50F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B3F37A2-E15D-7039-5256-1BE402EC34E8}"/>
              </a:ext>
            </a:extLst>
          </p:cNvPr>
          <p:cNvSpPr>
            <a:spLocks noGrp="1"/>
          </p:cNvSpPr>
          <p:nvPr>
            <p:ph type="title"/>
          </p:nvPr>
        </p:nvSpPr>
        <p:spPr>
          <a:xfrm>
            <a:off x="1054048" y="98310"/>
            <a:ext cx="9350642" cy="553998"/>
          </a:xfrm>
        </p:spPr>
        <p:txBody>
          <a:bodyPr/>
          <a:lstStyle/>
          <a:p>
            <a:r>
              <a:rPr lang="fr-FR" b="1" spc="125" dirty="0"/>
              <a:t>Intégration avec Docker Hub</a:t>
            </a:r>
          </a:p>
        </p:txBody>
      </p:sp>
      <p:sp>
        <p:nvSpPr>
          <p:cNvPr id="5" name="object 2">
            <a:extLst>
              <a:ext uri="{FF2B5EF4-FFF2-40B4-BE49-F238E27FC236}">
                <a16:creationId xmlns:a16="http://schemas.microsoft.com/office/drawing/2014/main" id="{61842FF4-1867-E65C-C41A-419C00BF28A3}"/>
              </a:ext>
            </a:extLst>
          </p:cNvPr>
          <p:cNvSpPr txBox="1"/>
          <p:nvPr/>
        </p:nvSpPr>
        <p:spPr>
          <a:xfrm>
            <a:off x="463550"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2</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8" name="Espace réservé du contenu 2">
            <a:extLst>
              <a:ext uri="{FF2B5EF4-FFF2-40B4-BE49-F238E27FC236}">
                <a16:creationId xmlns:a16="http://schemas.microsoft.com/office/drawing/2014/main" id="{EEB7365D-8837-21D1-D92B-98A6C9E438FC}"/>
              </a:ext>
            </a:extLst>
          </p:cNvPr>
          <p:cNvSpPr txBox="1">
            <a:spLocks/>
          </p:cNvSpPr>
          <p:nvPr/>
        </p:nvSpPr>
        <p:spPr>
          <a:xfrm>
            <a:off x="463550" y="1568450"/>
            <a:ext cx="10515600" cy="4848225"/>
          </a:xfrm>
          <a:prstGeom prst="rect">
            <a:avLst/>
          </a:prstGeom>
        </p:spPr>
        <p:txBody>
          <a:bodyPr wrap="square" lIns="0" tIns="0" rIns="0" bIns="0">
            <a:normAutofit/>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2FE12F0B-A447-FB73-C47A-9B558459BCF8}"/>
              </a:ext>
            </a:extLst>
          </p:cNvPr>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lang="fr-FR" sz="1200" spc="-25" dirty="0">
                <a:solidFill>
                  <a:prstClr val="white"/>
                </a:solidFill>
                <a:latin typeface="Calibri"/>
                <a:cs typeface="Calibri"/>
              </a:rPr>
              <a:t>84</a:t>
            </a:r>
            <a:endParaRPr kumimoji="0" lang="fr-FR" sz="1200" b="0" i="0" u="none" strike="noStrike" kern="0" cap="none" spc="-25" normalizeH="0" baseline="0" noProof="0" dirty="0">
              <a:ln>
                <a:noFill/>
              </a:ln>
              <a:solidFill>
                <a:prstClr val="white"/>
              </a:solidFill>
              <a:effectLst/>
              <a:uLnTx/>
              <a:uFillTx/>
              <a:latin typeface="Calibri"/>
              <a:cs typeface="Calibri"/>
            </a:endParaRPr>
          </a:p>
        </p:txBody>
      </p:sp>
      <p:sp>
        <p:nvSpPr>
          <p:cNvPr id="11" name="TextBox 10">
            <a:extLst>
              <a:ext uri="{FF2B5EF4-FFF2-40B4-BE49-F238E27FC236}">
                <a16:creationId xmlns:a16="http://schemas.microsoft.com/office/drawing/2014/main" id="{D8C412C2-DFB8-BD4C-04D4-7DBA8AEDAD3F}"/>
              </a:ext>
            </a:extLst>
          </p:cNvPr>
          <p:cNvSpPr txBox="1"/>
          <p:nvPr/>
        </p:nvSpPr>
        <p:spPr>
          <a:xfrm>
            <a:off x="463550" y="1111250"/>
            <a:ext cx="9753600" cy="2705997"/>
          </a:xfrm>
          <a:prstGeom prst="rect">
            <a:avLst/>
          </a:prstGeom>
          <a:noFill/>
        </p:spPr>
        <p:txBody>
          <a:bodyPr wrap="square">
            <a:spAutoFit/>
          </a:bodyPr>
          <a:lstStyle/>
          <a:p>
            <a:pPr marL="0" marR="0" lvl="0" indent="0" defTabSz="914400" eaLnBrk="1" fontAlgn="auto" latinLnBrk="0" hangingPunct="1">
              <a:lnSpc>
                <a:spcPct val="200000"/>
              </a:lnSpc>
              <a:spcBef>
                <a:spcPts val="0"/>
              </a:spcBef>
              <a:spcAft>
                <a:spcPts val="0"/>
              </a:spcAft>
              <a:buClrTx/>
              <a:buSzTx/>
              <a:buFontTx/>
              <a:buNone/>
              <a:tabLst/>
              <a:defRPr/>
            </a:pPr>
            <a:r>
              <a:rPr kumimoji="0" lang="fr-FR" sz="2200" b="1" i="0" u="none" strike="noStrike" kern="0" cap="none" spc="0" normalizeH="0" baseline="0" noProof="0" dirty="0">
                <a:ln>
                  <a:noFill/>
                </a:ln>
                <a:solidFill>
                  <a:sysClr val="windowText" lastClr="000000"/>
                </a:solidFill>
                <a:effectLst/>
                <a:uLnTx/>
                <a:uFillTx/>
                <a:latin typeface="Calibri"/>
              </a:rPr>
              <a:t>Pourquoi utiliser Docker Hub ?</a:t>
            </a:r>
          </a:p>
          <a:p>
            <a:pPr marL="342900" marR="0" lvl="0" indent="-342900" defTabSz="91440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fr-FR" sz="2200" b="0" i="0" u="none" strike="noStrike" kern="0" cap="none" spc="0" normalizeH="0" baseline="0" noProof="0" dirty="0">
                <a:ln>
                  <a:noFill/>
                </a:ln>
                <a:solidFill>
                  <a:sysClr val="windowText" lastClr="000000"/>
                </a:solidFill>
                <a:effectLst/>
                <a:uLnTx/>
                <a:uFillTx/>
                <a:latin typeface="Calibri"/>
              </a:rPr>
              <a:t>Centraliser et versionner les images Docker</a:t>
            </a:r>
          </a:p>
          <a:p>
            <a:pPr marL="342900" marR="0" lvl="0" indent="-342900" defTabSz="91440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fr-FR" sz="2200" b="0" i="0" u="none" strike="noStrike" kern="0" cap="none" spc="0" normalizeH="0" baseline="0" noProof="0" dirty="0">
                <a:ln>
                  <a:noFill/>
                </a:ln>
                <a:solidFill>
                  <a:sysClr val="windowText" lastClr="000000"/>
                </a:solidFill>
                <a:effectLst/>
                <a:uLnTx/>
                <a:uFillTx/>
                <a:latin typeface="Calibri"/>
              </a:rPr>
              <a:t>Partager les images entre plusieurs environnements</a:t>
            </a:r>
          </a:p>
          <a:p>
            <a:pPr marL="342900" marR="0" lvl="0" indent="-342900" defTabSz="91440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fr-FR" sz="2200" b="0" i="0" u="none" strike="noStrike" kern="0" cap="none" spc="0" normalizeH="0" baseline="0" noProof="0" dirty="0">
                <a:ln>
                  <a:noFill/>
                </a:ln>
                <a:solidFill>
                  <a:sysClr val="windowText" lastClr="000000"/>
                </a:solidFill>
                <a:effectLst/>
                <a:uLnTx/>
                <a:uFillTx/>
                <a:latin typeface="Calibri"/>
              </a:rPr>
              <a:t>Automatiser la récupération d’images mises à jour</a:t>
            </a:r>
          </a:p>
        </p:txBody>
      </p:sp>
      <p:pic>
        <p:nvPicPr>
          <p:cNvPr id="10244" name="Picture 4" descr="Building a Spring Boot application in Docker and Jenkins (part 2 of  microservice devops series) | Tom Gregory">
            <a:extLst>
              <a:ext uri="{FF2B5EF4-FFF2-40B4-BE49-F238E27FC236}">
                <a16:creationId xmlns:a16="http://schemas.microsoft.com/office/drawing/2014/main" id="{2C40C391-0081-0A79-EF0E-3C2754601C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1488" y="3908864"/>
            <a:ext cx="4233862" cy="36476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676086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3ABF1-F325-1FC2-ED0C-359C6A2CC3C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CC1B655-9B7E-5149-483F-793BF51884F1}"/>
              </a:ext>
            </a:extLst>
          </p:cNvPr>
          <p:cNvSpPr>
            <a:spLocks noGrp="1"/>
          </p:cNvSpPr>
          <p:nvPr>
            <p:ph type="title"/>
          </p:nvPr>
        </p:nvSpPr>
        <p:spPr>
          <a:xfrm>
            <a:off x="1054048" y="98310"/>
            <a:ext cx="9350642" cy="553998"/>
          </a:xfrm>
        </p:spPr>
        <p:txBody>
          <a:bodyPr/>
          <a:lstStyle/>
          <a:p>
            <a:r>
              <a:rPr lang="fr-FR" b="1" spc="125" dirty="0"/>
              <a:t>Intégration avec Docker Hub</a:t>
            </a:r>
          </a:p>
        </p:txBody>
      </p:sp>
      <p:sp>
        <p:nvSpPr>
          <p:cNvPr id="5" name="object 2">
            <a:extLst>
              <a:ext uri="{FF2B5EF4-FFF2-40B4-BE49-F238E27FC236}">
                <a16:creationId xmlns:a16="http://schemas.microsoft.com/office/drawing/2014/main" id="{4B190D3D-7F01-6121-B668-EBBCD6948074}"/>
              </a:ext>
            </a:extLst>
          </p:cNvPr>
          <p:cNvSpPr txBox="1"/>
          <p:nvPr/>
        </p:nvSpPr>
        <p:spPr>
          <a:xfrm>
            <a:off x="463550"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2</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8" name="Espace réservé du contenu 2">
            <a:extLst>
              <a:ext uri="{FF2B5EF4-FFF2-40B4-BE49-F238E27FC236}">
                <a16:creationId xmlns:a16="http://schemas.microsoft.com/office/drawing/2014/main" id="{5BE18BED-B931-C533-8A9B-14D4D2D92576}"/>
              </a:ext>
            </a:extLst>
          </p:cNvPr>
          <p:cNvSpPr txBox="1">
            <a:spLocks/>
          </p:cNvSpPr>
          <p:nvPr/>
        </p:nvSpPr>
        <p:spPr>
          <a:xfrm>
            <a:off x="463550" y="1568450"/>
            <a:ext cx="10515600" cy="4848225"/>
          </a:xfrm>
          <a:prstGeom prst="rect">
            <a:avLst/>
          </a:prstGeom>
        </p:spPr>
        <p:txBody>
          <a:bodyPr wrap="square" lIns="0" tIns="0" rIns="0" bIns="0">
            <a:normAutofit/>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F3483DC9-D0EE-7BC2-5B9F-31FC5ECA87C8}"/>
              </a:ext>
            </a:extLst>
          </p:cNvPr>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lang="fr-FR" sz="1200" spc="-25" dirty="0">
                <a:solidFill>
                  <a:prstClr val="white"/>
                </a:solidFill>
                <a:latin typeface="Calibri"/>
                <a:cs typeface="Calibri"/>
              </a:rPr>
              <a:t>85</a:t>
            </a:r>
            <a:endParaRPr kumimoji="0" lang="fr-FR" sz="1200" b="0" i="0" u="none" strike="noStrike" kern="0" cap="none" spc="-25" normalizeH="0" baseline="0" noProof="0" dirty="0">
              <a:ln>
                <a:noFill/>
              </a:ln>
              <a:solidFill>
                <a:prstClr val="white"/>
              </a:solidFill>
              <a:effectLst/>
              <a:uLnTx/>
              <a:uFillTx/>
              <a:latin typeface="Calibri"/>
              <a:cs typeface="Calibri"/>
            </a:endParaRPr>
          </a:p>
        </p:txBody>
      </p:sp>
      <p:sp>
        <p:nvSpPr>
          <p:cNvPr id="11" name="TextBox 10">
            <a:extLst>
              <a:ext uri="{FF2B5EF4-FFF2-40B4-BE49-F238E27FC236}">
                <a16:creationId xmlns:a16="http://schemas.microsoft.com/office/drawing/2014/main" id="{41D8C717-ADEE-D8C8-CE43-E47FD87C31F1}"/>
              </a:ext>
            </a:extLst>
          </p:cNvPr>
          <p:cNvSpPr txBox="1"/>
          <p:nvPr/>
        </p:nvSpPr>
        <p:spPr>
          <a:xfrm>
            <a:off x="463550" y="1035050"/>
            <a:ext cx="9753600" cy="5693866"/>
          </a:xfrm>
          <a:prstGeom prst="rect">
            <a:avLst/>
          </a:prstGeom>
          <a:noFill/>
        </p:spPr>
        <p:txBody>
          <a:bodyPr wrap="square">
            <a:spAutoFit/>
          </a:bodyPr>
          <a:lstStyle/>
          <a:p>
            <a:pPr marL="0" marR="0" lvl="0" indent="0" defTabSz="914400" eaLnBrk="1" fontAlgn="auto" latinLnBrk="0" hangingPunct="1">
              <a:lnSpc>
                <a:spcPct val="200000"/>
              </a:lnSpc>
              <a:spcBef>
                <a:spcPts val="0"/>
              </a:spcBef>
              <a:spcAft>
                <a:spcPts val="0"/>
              </a:spcAft>
              <a:buClrTx/>
              <a:buSzTx/>
              <a:buFontTx/>
              <a:buNone/>
              <a:tabLst/>
              <a:defRPr/>
            </a:pPr>
            <a:r>
              <a:rPr kumimoji="0" lang="fr-FR" sz="2200" b="1" i="0" u="none" strike="noStrike" kern="0" cap="none" spc="0" normalizeH="0" baseline="0" noProof="0" dirty="0">
                <a:ln>
                  <a:noFill/>
                </a:ln>
                <a:solidFill>
                  <a:sysClr val="windowText" lastClr="000000"/>
                </a:solidFill>
                <a:effectLst/>
                <a:uLnTx/>
                <a:uFillTx/>
                <a:latin typeface="Calibri"/>
              </a:rPr>
              <a:t>Connexion à Docker Hub dans un pipeline</a:t>
            </a:r>
          </a:p>
          <a:p>
            <a:pPr marR="0" lvl="0" defTabSz="914400" eaLnBrk="1" fontAlgn="auto" latinLnBrk="0" hangingPunct="1">
              <a:spcBef>
                <a:spcPts val="0"/>
              </a:spcBef>
              <a:spcAft>
                <a:spcPts val="0"/>
              </a:spcAft>
              <a:buClrTx/>
              <a:buSzTx/>
              <a:tabLst/>
              <a:defRPr/>
            </a:pPr>
            <a:r>
              <a:rPr lang="fr-FR" sz="2000" dirty="0">
                <a:highlight>
                  <a:srgbClr val="C0C0C0"/>
                </a:highlight>
                <a:latin typeface="Calibri"/>
              </a:rPr>
              <a:t>pipeline {</a:t>
            </a:r>
          </a:p>
          <a:p>
            <a:pPr marR="0" lvl="0" defTabSz="914400" eaLnBrk="1" fontAlgn="auto" latinLnBrk="0" hangingPunct="1">
              <a:spcBef>
                <a:spcPts val="0"/>
              </a:spcBef>
              <a:spcAft>
                <a:spcPts val="0"/>
              </a:spcAft>
              <a:buClrTx/>
              <a:buSzTx/>
              <a:tabLst/>
              <a:defRPr/>
            </a:pPr>
            <a:r>
              <a:rPr lang="fr-FR" sz="2000" dirty="0">
                <a:highlight>
                  <a:srgbClr val="C0C0C0"/>
                </a:highlight>
                <a:latin typeface="Calibri"/>
              </a:rPr>
              <a:t>    agent </a:t>
            </a:r>
            <a:r>
              <a:rPr lang="fr-FR" sz="2000" dirty="0" err="1">
                <a:highlight>
                  <a:srgbClr val="C0C0C0"/>
                </a:highlight>
                <a:latin typeface="Calibri"/>
              </a:rPr>
              <a:t>any</a:t>
            </a:r>
            <a:endParaRPr lang="fr-FR" sz="2000" dirty="0">
              <a:highlight>
                <a:srgbClr val="C0C0C0"/>
              </a:highlight>
              <a:latin typeface="Calibri"/>
            </a:endParaRPr>
          </a:p>
          <a:p>
            <a:pPr marR="0" lvl="0" defTabSz="914400" eaLnBrk="1" fontAlgn="auto" latinLnBrk="0" hangingPunct="1">
              <a:spcBef>
                <a:spcPts val="0"/>
              </a:spcBef>
              <a:spcAft>
                <a:spcPts val="0"/>
              </a:spcAft>
              <a:buClrTx/>
              <a:buSzTx/>
              <a:tabLst/>
              <a:defRPr/>
            </a:pPr>
            <a:r>
              <a:rPr lang="fr-FR" sz="2000" dirty="0">
                <a:highlight>
                  <a:srgbClr val="C0C0C0"/>
                </a:highlight>
                <a:latin typeface="Calibri"/>
              </a:rPr>
              <a:t>    </a:t>
            </a:r>
            <a:r>
              <a:rPr lang="fr-FR" sz="2000" dirty="0" err="1">
                <a:highlight>
                  <a:srgbClr val="C0C0C0"/>
                </a:highlight>
                <a:latin typeface="Calibri"/>
              </a:rPr>
              <a:t>environment</a:t>
            </a:r>
            <a:r>
              <a:rPr lang="fr-FR" sz="2000" dirty="0">
                <a:highlight>
                  <a:srgbClr val="C0C0C0"/>
                </a:highlight>
                <a:latin typeface="Calibri"/>
              </a:rPr>
              <a:t> {</a:t>
            </a:r>
          </a:p>
          <a:p>
            <a:pPr marR="0" lvl="0" defTabSz="914400" eaLnBrk="1" fontAlgn="auto" latinLnBrk="0" hangingPunct="1">
              <a:spcBef>
                <a:spcPts val="0"/>
              </a:spcBef>
              <a:spcAft>
                <a:spcPts val="0"/>
              </a:spcAft>
              <a:buClrTx/>
              <a:buSzTx/>
              <a:tabLst/>
              <a:defRPr/>
            </a:pPr>
            <a:r>
              <a:rPr lang="fr-FR" sz="2000" dirty="0">
                <a:highlight>
                  <a:srgbClr val="C0C0C0"/>
                </a:highlight>
                <a:latin typeface="Calibri"/>
              </a:rPr>
              <a:t>        DOCKER_USER = </a:t>
            </a:r>
            <a:r>
              <a:rPr lang="fr-FR" sz="2000" dirty="0" err="1">
                <a:highlight>
                  <a:srgbClr val="C0C0C0"/>
                </a:highlight>
                <a:latin typeface="Calibri"/>
              </a:rPr>
              <a:t>credentials</a:t>
            </a:r>
            <a:r>
              <a:rPr lang="fr-FR" sz="2000" dirty="0">
                <a:highlight>
                  <a:srgbClr val="C0C0C0"/>
                </a:highlight>
                <a:latin typeface="Calibri"/>
              </a:rPr>
              <a:t>('docker-hub-</a:t>
            </a:r>
            <a:r>
              <a:rPr lang="fr-FR" sz="2000" dirty="0" err="1">
                <a:highlight>
                  <a:srgbClr val="C0C0C0"/>
                </a:highlight>
                <a:latin typeface="Calibri"/>
              </a:rPr>
              <a:t>username</a:t>
            </a:r>
            <a:r>
              <a:rPr lang="fr-FR" sz="2000" dirty="0">
                <a:highlight>
                  <a:srgbClr val="C0C0C0"/>
                </a:highlight>
                <a:latin typeface="Calibri"/>
              </a:rPr>
              <a:t>’)</a:t>
            </a:r>
          </a:p>
          <a:p>
            <a:pPr marR="0" lvl="0" defTabSz="914400" eaLnBrk="1" fontAlgn="auto" latinLnBrk="0" hangingPunct="1">
              <a:spcBef>
                <a:spcPts val="0"/>
              </a:spcBef>
              <a:spcAft>
                <a:spcPts val="0"/>
              </a:spcAft>
              <a:buClrTx/>
              <a:buSzTx/>
              <a:tabLst/>
              <a:defRPr/>
            </a:pPr>
            <a:r>
              <a:rPr lang="fr-FR" sz="2000" dirty="0">
                <a:highlight>
                  <a:srgbClr val="C0C0C0"/>
                </a:highlight>
                <a:latin typeface="Calibri"/>
              </a:rPr>
              <a:t>        DOCKER_PASS = </a:t>
            </a:r>
            <a:r>
              <a:rPr lang="fr-FR" sz="2000" dirty="0" err="1">
                <a:highlight>
                  <a:srgbClr val="C0C0C0"/>
                </a:highlight>
                <a:latin typeface="Calibri"/>
              </a:rPr>
              <a:t>credentials</a:t>
            </a:r>
            <a:r>
              <a:rPr lang="fr-FR" sz="2000" dirty="0">
                <a:highlight>
                  <a:srgbClr val="C0C0C0"/>
                </a:highlight>
                <a:latin typeface="Calibri"/>
              </a:rPr>
              <a:t>('docker-hub-</a:t>
            </a:r>
            <a:r>
              <a:rPr lang="fr-FR" sz="2000" dirty="0" err="1">
                <a:highlight>
                  <a:srgbClr val="C0C0C0"/>
                </a:highlight>
                <a:latin typeface="Calibri"/>
              </a:rPr>
              <a:t>password</a:t>
            </a:r>
            <a:r>
              <a:rPr lang="fr-FR" sz="2000" dirty="0">
                <a:highlight>
                  <a:srgbClr val="C0C0C0"/>
                </a:highlight>
                <a:latin typeface="Calibri"/>
              </a:rPr>
              <a:t>’)</a:t>
            </a:r>
          </a:p>
          <a:p>
            <a:pPr marR="0" lvl="0" defTabSz="914400" eaLnBrk="1" fontAlgn="auto" latinLnBrk="0" hangingPunct="1">
              <a:spcBef>
                <a:spcPts val="0"/>
              </a:spcBef>
              <a:spcAft>
                <a:spcPts val="0"/>
              </a:spcAft>
              <a:buClrTx/>
              <a:buSzTx/>
              <a:tabLst/>
              <a:defRPr/>
            </a:pPr>
            <a:r>
              <a:rPr lang="fr-FR" sz="2000" dirty="0">
                <a:highlight>
                  <a:srgbClr val="C0C0C0"/>
                </a:highlight>
                <a:latin typeface="Calibri"/>
              </a:rPr>
              <a:t>    }</a:t>
            </a:r>
          </a:p>
          <a:p>
            <a:pPr marR="0" lvl="0" defTabSz="914400" eaLnBrk="1" fontAlgn="auto" latinLnBrk="0" hangingPunct="1">
              <a:spcBef>
                <a:spcPts val="0"/>
              </a:spcBef>
              <a:spcAft>
                <a:spcPts val="0"/>
              </a:spcAft>
              <a:buClrTx/>
              <a:buSzTx/>
              <a:tabLst/>
              <a:defRPr/>
            </a:pPr>
            <a:r>
              <a:rPr lang="fr-FR" sz="2000" dirty="0">
                <a:highlight>
                  <a:srgbClr val="C0C0C0"/>
                </a:highlight>
                <a:latin typeface="Calibri"/>
              </a:rPr>
              <a:t>    stages {</a:t>
            </a:r>
          </a:p>
          <a:p>
            <a:pPr marR="0" lvl="0" defTabSz="914400" eaLnBrk="1" fontAlgn="auto" latinLnBrk="0" hangingPunct="1">
              <a:spcBef>
                <a:spcPts val="0"/>
              </a:spcBef>
              <a:spcAft>
                <a:spcPts val="0"/>
              </a:spcAft>
              <a:buClrTx/>
              <a:buSzTx/>
              <a:tabLst/>
              <a:defRPr/>
            </a:pPr>
            <a:r>
              <a:rPr lang="fr-FR" sz="2000" dirty="0">
                <a:highlight>
                  <a:srgbClr val="C0C0C0"/>
                </a:highlight>
                <a:latin typeface="Calibri"/>
              </a:rPr>
              <a:t>        stage('</a:t>
            </a:r>
            <a:r>
              <a:rPr lang="fr-FR" sz="2000" dirty="0" err="1">
                <a:highlight>
                  <a:srgbClr val="C0C0C0"/>
                </a:highlight>
                <a:latin typeface="Calibri"/>
              </a:rPr>
              <a:t>Build</a:t>
            </a:r>
            <a:r>
              <a:rPr lang="fr-FR" sz="2000" dirty="0">
                <a:highlight>
                  <a:srgbClr val="C0C0C0"/>
                </a:highlight>
                <a:latin typeface="Calibri"/>
              </a:rPr>
              <a:t> Docker Image’) {</a:t>
            </a:r>
          </a:p>
          <a:p>
            <a:pPr marR="0" lvl="0" defTabSz="914400" eaLnBrk="1" fontAlgn="auto" latinLnBrk="0" hangingPunct="1">
              <a:spcBef>
                <a:spcPts val="0"/>
              </a:spcBef>
              <a:spcAft>
                <a:spcPts val="0"/>
              </a:spcAft>
              <a:buClrTx/>
              <a:buSzTx/>
              <a:tabLst/>
              <a:defRPr/>
            </a:pPr>
            <a:r>
              <a:rPr lang="fr-FR" sz="2000" dirty="0">
                <a:highlight>
                  <a:srgbClr val="C0C0C0"/>
                </a:highlight>
                <a:latin typeface="Calibri"/>
              </a:rPr>
              <a:t>            </a:t>
            </a:r>
            <a:r>
              <a:rPr lang="fr-FR" sz="2000" dirty="0" err="1">
                <a:highlight>
                  <a:srgbClr val="C0C0C0"/>
                </a:highlight>
                <a:latin typeface="Calibri"/>
              </a:rPr>
              <a:t>steps</a:t>
            </a:r>
            <a:r>
              <a:rPr lang="fr-FR" sz="2000" dirty="0">
                <a:highlight>
                  <a:srgbClr val="C0C0C0"/>
                </a:highlight>
                <a:latin typeface="Calibri"/>
              </a:rPr>
              <a:t> {</a:t>
            </a:r>
          </a:p>
          <a:p>
            <a:pPr marR="0" lvl="0" defTabSz="914400" eaLnBrk="1" fontAlgn="auto" latinLnBrk="0" hangingPunct="1">
              <a:spcBef>
                <a:spcPts val="0"/>
              </a:spcBef>
              <a:spcAft>
                <a:spcPts val="0"/>
              </a:spcAft>
              <a:buClrTx/>
              <a:buSzTx/>
              <a:tabLst/>
              <a:defRPr/>
            </a:pPr>
            <a:r>
              <a:rPr lang="fr-FR" sz="2000" dirty="0">
                <a:highlight>
                  <a:srgbClr val="C0C0C0"/>
                </a:highlight>
                <a:latin typeface="Calibri"/>
              </a:rPr>
              <a:t>                sh 'docker </a:t>
            </a:r>
            <a:r>
              <a:rPr lang="fr-FR" sz="2000" dirty="0" err="1">
                <a:highlight>
                  <a:srgbClr val="C0C0C0"/>
                </a:highlight>
                <a:latin typeface="Calibri"/>
              </a:rPr>
              <a:t>build</a:t>
            </a:r>
            <a:r>
              <a:rPr lang="fr-FR" sz="2000" dirty="0">
                <a:highlight>
                  <a:srgbClr val="C0C0C0"/>
                </a:highlight>
                <a:latin typeface="Calibri"/>
              </a:rPr>
              <a:t> -t </a:t>
            </a:r>
            <a:r>
              <a:rPr lang="fr-FR" sz="2000" dirty="0" err="1">
                <a:highlight>
                  <a:srgbClr val="C0C0C0"/>
                </a:highlight>
                <a:latin typeface="Calibri"/>
              </a:rPr>
              <a:t>monrepo</a:t>
            </a:r>
            <a:r>
              <a:rPr lang="fr-FR" sz="2000" dirty="0">
                <a:highlight>
                  <a:srgbClr val="C0C0C0"/>
                </a:highlight>
                <a:latin typeface="Calibri"/>
              </a:rPr>
              <a:t>/</a:t>
            </a:r>
            <a:r>
              <a:rPr lang="fr-FR" sz="2000" dirty="0" err="1">
                <a:highlight>
                  <a:srgbClr val="C0C0C0"/>
                </a:highlight>
                <a:latin typeface="Calibri"/>
              </a:rPr>
              <a:t>monimage:latest</a:t>
            </a:r>
            <a:r>
              <a:rPr lang="fr-FR" sz="2000" dirty="0">
                <a:highlight>
                  <a:srgbClr val="C0C0C0"/>
                </a:highlight>
                <a:latin typeface="Calibri"/>
              </a:rPr>
              <a:t> .'</a:t>
            </a:r>
          </a:p>
          <a:p>
            <a:pPr marR="0" lvl="0" defTabSz="914400" eaLnBrk="1" fontAlgn="auto" latinLnBrk="0" hangingPunct="1">
              <a:spcBef>
                <a:spcPts val="0"/>
              </a:spcBef>
              <a:spcAft>
                <a:spcPts val="0"/>
              </a:spcAft>
              <a:buClrTx/>
              <a:buSzTx/>
              <a:tabLst/>
              <a:defRPr/>
            </a:pPr>
            <a:r>
              <a:rPr lang="fr-FR" sz="2000" dirty="0">
                <a:highlight>
                  <a:srgbClr val="C0C0C0"/>
                </a:highlight>
                <a:latin typeface="Calibri"/>
              </a:rPr>
              <a:t>                sh '</a:t>
            </a:r>
            <a:r>
              <a:rPr lang="fr-FR" sz="2000" dirty="0" err="1">
                <a:highlight>
                  <a:srgbClr val="C0C0C0"/>
                </a:highlight>
                <a:latin typeface="Calibri"/>
              </a:rPr>
              <a:t>echo</a:t>
            </a:r>
            <a:r>
              <a:rPr lang="fr-FR" sz="2000" dirty="0">
                <a:highlight>
                  <a:srgbClr val="C0C0C0"/>
                </a:highlight>
                <a:latin typeface="Calibri"/>
              </a:rPr>
              <a:t> $DOCKER_PASS | docker login -u $DOCKER_USER --</a:t>
            </a:r>
            <a:r>
              <a:rPr lang="fr-FR" sz="2000" dirty="0" err="1">
                <a:highlight>
                  <a:srgbClr val="C0C0C0"/>
                </a:highlight>
                <a:latin typeface="Calibri"/>
              </a:rPr>
              <a:t>password-stdin</a:t>
            </a:r>
            <a:r>
              <a:rPr lang="fr-FR" sz="2000" dirty="0">
                <a:highlight>
                  <a:srgbClr val="C0C0C0"/>
                </a:highlight>
                <a:latin typeface="Calibri"/>
              </a:rPr>
              <a:t>’</a:t>
            </a:r>
          </a:p>
          <a:p>
            <a:pPr marR="0" lvl="0" defTabSz="914400" eaLnBrk="1" fontAlgn="auto" latinLnBrk="0" hangingPunct="1">
              <a:spcBef>
                <a:spcPts val="0"/>
              </a:spcBef>
              <a:spcAft>
                <a:spcPts val="0"/>
              </a:spcAft>
              <a:buClrTx/>
              <a:buSzTx/>
              <a:tabLst/>
              <a:defRPr/>
            </a:pPr>
            <a:r>
              <a:rPr lang="fr-FR" sz="2000" dirty="0">
                <a:highlight>
                  <a:srgbClr val="C0C0C0"/>
                </a:highlight>
                <a:latin typeface="Calibri"/>
              </a:rPr>
              <a:t>                sh 'docker push </a:t>
            </a:r>
            <a:r>
              <a:rPr lang="fr-FR" sz="2000" dirty="0" err="1">
                <a:highlight>
                  <a:srgbClr val="C0C0C0"/>
                </a:highlight>
                <a:latin typeface="Calibri"/>
              </a:rPr>
              <a:t>monrepo</a:t>
            </a:r>
            <a:r>
              <a:rPr lang="fr-FR" sz="2000" dirty="0">
                <a:highlight>
                  <a:srgbClr val="C0C0C0"/>
                </a:highlight>
                <a:latin typeface="Calibri"/>
              </a:rPr>
              <a:t>/</a:t>
            </a:r>
            <a:r>
              <a:rPr lang="fr-FR" sz="2000" dirty="0" err="1">
                <a:highlight>
                  <a:srgbClr val="C0C0C0"/>
                </a:highlight>
                <a:latin typeface="Calibri"/>
              </a:rPr>
              <a:t>monimage:latest</a:t>
            </a:r>
            <a:r>
              <a:rPr lang="fr-FR" sz="2000" dirty="0">
                <a:highlight>
                  <a:srgbClr val="C0C0C0"/>
                </a:highlight>
                <a:latin typeface="Calibri"/>
              </a:rPr>
              <a:t>’</a:t>
            </a:r>
          </a:p>
          <a:p>
            <a:pPr marR="0" lvl="0" defTabSz="914400" eaLnBrk="1" fontAlgn="auto" latinLnBrk="0" hangingPunct="1">
              <a:spcBef>
                <a:spcPts val="0"/>
              </a:spcBef>
              <a:spcAft>
                <a:spcPts val="0"/>
              </a:spcAft>
              <a:buClrTx/>
              <a:buSzTx/>
              <a:tabLst/>
              <a:defRPr/>
            </a:pPr>
            <a:r>
              <a:rPr lang="fr-FR" sz="2000" dirty="0">
                <a:highlight>
                  <a:srgbClr val="C0C0C0"/>
                </a:highlight>
                <a:latin typeface="Calibri"/>
              </a:rPr>
              <a:t>            }</a:t>
            </a:r>
          </a:p>
          <a:p>
            <a:pPr marR="0" lvl="0" defTabSz="914400" eaLnBrk="1" fontAlgn="auto" latinLnBrk="0" hangingPunct="1">
              <a:spcBef>
                <a:spcPts val="0"/>
              </a:spcBef>
              <a:spcAft>
                <a:spcPts val="0"/>
              </a:spcAft>
              <a:buClrTx/>
              <a:buSzTx/>
              <a:tabLst/>
              <a:defRPr/>
            </a:pPr>
            <a:r>
              <a:rPr lang="fr-FR" sz="2000" dirty="0">
                <a:highlight>
                  <a:srgbClr val="C0C0C0"/>
                </a:highlight>
                <a:latin typeface="Calibri"/>
              </a:rPr>
              <a:t>        }</a:t>
            </a:r>
          </a:p>
          <a:p>
            <a:pPr marR="0" lvl="0" defTabSz="914400" eaLnBrk="1" fontAlgn="auto" latinLnBrk="0" hangingPunct="1">
              <a:spcBef>
                <a:spcPts val="0"/>
              </a:spcBef>
              <a:spcAft>
                <a:spcPts val="0"/>
              </a:spcAft>
              <a:buClrTx/>
              <a:buSzTx/>
              <a:tabLst/>
              <a:defRPr/>
            </a:pPr>
            <a:r>
              <a:rPr lang="fr-FR" sz="2000" dirty="0">
                <a:highlight>
                  <a:srgbClr val="C0C0C0"/>
                </a:highlight>
                <a:latin typeface="Calibri"/>
              </a:rPr>
              <a:t>    }</a:t>
            </a:r>
          </a:p>
          <a:p>
            <a:pPr marR="0" lvl="0" defTabSz="914400" eaLnBrk="1" fontAlgn="auto" latinLnBrk="0" hangingPunct="1">
              <a:spcBef>
                <a:spcPts val="0"/>
              </a:spcBef>
              <a:spcAft>
                <a:spcPts val="0"/>
              </a:spcAft>
              <a:buClrTx/>
              <a:buSzTx/>
              <a:tabLst/>
              <a:defRPr/>
            </a:pPr>
            <a:r>
              <a:rPr lang="fr-FR" sz="2000" dirty="0">
                <a:highlight>
                  <a:srgbClr val="C0C0C0"/>
                </a:highlight>
                <a:latin typeface="Calibri"/>
              </a:rPr>
              <a:t>}</a:t>
            </a:r>
          </a:p>
        </p:txBody>
      </p:sp>
    </p:spTree>
    <p:extLst>
      <p:ext uri="{BB962C8B-B14F-4D97-AF65-F5344CB8AC3E}">
        <p14:creationId xmlns:p14="http://schemas.microsoft.com/office/powerpoint/2010/main" val="307601636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29D5A-30AF-1992-D2A2-0115393C6B4E}"/>
            </a:ext>
          </a:extLst>
        </p:cNvPr>
        <p:cNvGrpSpPr/>
        <p:nvPr/>
      </p:nvGrpSpPr>
      <p:grpSpPr>
        <a:xfrm>
          <a:off x="0" y="0"/>
          <a:ext cx="0" cy="0"/>
          <a:chOff x="0" y="0"/>
          <a:chExt cx="0" cy="0"/>
        </a:xfrm>
      </p:grpSpPr>
      <p:pic>
        <p:nvPicPr>
          <p:cNvPr id="5" name="Picture 2" descr="http://www.gestion-360.fr/wpimages/wp53ad32cb_06.png">
            <a:extLst>
              <a:ext uri="{FF2B5EF4-FFF2-40B4-BE49-F238E27FC236}">
                <a16:creationId xmlns:a16="http://schemas.microsoft.com/office/drawing/2014/main" id="{22B6FB1A-37C5-CD5B-A26A-23FDC63C0C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0145" y="2649609"/>
            <a:ext cx="2279005" cy="2195441"/>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CEE3C51C-FFCE-ABA3-3345-9E05661E5385}"/>
              </a:ext>
            </a:extLst>
          </p:cNvPr>
          <p:cNvSpPr txBox="1"/>
          <p:nvPr/>
        </p:nvSpPr>
        <p:spPr>
          <a:xfrm>
            <a:off x="1377950" y="1644650"/>
            <a:ext cx="3359795" cy="15835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2800" b="1" i="0" u="none" strike="noStrike" kern="0" cap="none" spc="0" normalizeH="0" baseline="0" noProof="0" dirty="0">
                <a:ln>
                  <a:noFill/>
                </a:ln>
                <a:solidFill>
                  <a:sysClr val="windowText" lastClr="000000"/>
                </a:solidFill>
                <a:effectLst/>
                <a:uLnTx/>
                <a:uFillTx/>
                <a:latin typeface="Calibri"/>
              </a:rPr>
              <a:t>Travaux pratiques</a:t>
            </a:r>
          </a:p>
          <a:p>
            <a:pPr marL="0" marR="0" lvl="0" indent="0" defTabSz="91440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dirty="0">
              <a:ln>
                <a:noFill/>
              </a:ln>
              <a:solidFill>
                <a:sysClr val="windowText" lastClr="000000"/>
              </a:solidFill>
              <a:effectLst/>
              <a:uLnTx/>
              <a:uFillTx/>
              <a:latin typeface="Calibri"/>
            </a:endParaRP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000" b="0" i="0" u="none" strike="noStrike" kern="0" cap="none" spc="0" normalizeH="0" baseline="0" noProof="0" dirty="0">
                <a:ln>
                  <a:noFill/>
                </a:ln>
                <a:solidFill>
                  <a:sysClr val="windowText" lastClr="000000"/>
                </a:solidFill>
                <a:effectLst/>
                <a:uLnTx/>
                <a:uFillTx/>
                <a:latin typeface="Calibri"/>
              </a:rPr>
              <a:t>Exécution d’un pipeline avec Docker</a:t>
            </a:r>
          </a:p>
        </p:txBody>
      </p:sp>
      <p:sp>
        <p:nvSpPr>
          <p:cNvPr id="7" name="Rectangle 6">
            <a:extLst>
              <a:ext uri="{FF2B5EF4-FFF2-40B4-BE49-F238E27FC236}">
                <a16:creationId xmlns:a16="http://schemas.microsoft.com/office/drawing/2014/main" id="{690BDF35-338F-FFFA-4BFB-0F36596E12F8}"/>
              </a:ext>
            </a:extLst>
          </p:cNvPr>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lang="fr-FR" sz="1200" spc="-25" dirty="0">
                <a:solidFill>
                  <a:prstClr val="white"/>
                </a:solidFill>
                <a:latin typeface="Calibri"/>
                <a:cs typeface="Calibri"/>
              </a:rPr>
              <a:t>86</a:t>
            </a:r>
            <a:endParaRPr kumimoji="0" lang="fr-FR" sz="1200" b="0" i="0" u="none" strike="noStrike" kern="0" cap="none" spc="-25" normalizeH="0" baseline="0" noProof="0" dirty="0">
              <a:ln>
                <a:noFill/>
              </a:ln>
              <a:solidFill>
                <a:prstClr val="white"/>
              </a:solidFill>
              <a:effectLst/>
              <a:uLnTx/>
              <a:uFillTx/>
              <a:latin typeface="Calibri"/>
              <a:cs typeface="Calibri"/>
            </a:endParaRPr>
          </a:p>
        </p:txBody>
      </p:sp>
      <p:sp>
        <p:nvSpPr>
          <p:cNvPr id="2" name="object 15">
            <a:extLst>
              <a:ext uri="{FF2B5EF4-FFF2-40B4-BE49-F238E27FC236}">
                <a16:creationId xmlns:a16="http://schemas.microsoft.com/office/drawing/2014/main" id="{948E68A7-BDF5-8907-2304-99E56023227A}"/>
              </a:ext>
            </a:extLst>
          </p:cNvPr>
          <p:cNvSpPr txBox="1"/>
          <p:nvPr/>
        </p:nvSpPr>
        <p:spPr>
          <a:xfrm>
            <a:off x="412750" y="196850"/>
            <a:ext cx="203200" cy="328295"/>
          </a:xfrm>
          <a:prstGeom prst="rect">
            <a:avLst/>
          </a:prstGeom>
        </p:spPr>
        <p:txBody>
          <a:bodyPr vert="horz" wrap="square" lIns="0" tIns="17145" rIns="0" bIns="0" rtlCol="0">
            <a:spAutoFit/>
          </a:bodyPr>
          <a:lstStyle/>
          <a:p>
            <a:pPr marL="12700">
              <a:lnSpc>
                <a:spcPct val="100000"/>
              </a:lnSpc>
              <a:spcBef>
                <a:spcPts val="135"/>
              </a:spcBef>
            </a:pPr>
            <a:r>
              <a:rPr lang="fr-FR" sz="2000" dirty="0"/>
              <a:t>🚀</a:t>
            </a:r>
            <a:endParaRPr sz="1950" dirty="0">
              <a:latin typeface="Calibri"/>
              <a:cs typeface="Calibri"/>
            </a:endParaRPr>
          </a:p>
        </p:txBody>
      </p:sp>
    </p:spTree>
    <p:extLst>
      <p:ext uri="{BB962C8B-B14F-4D97-AF65-F5344CB8AC3E}">
        <p14:creationId xmlns:p14="http://schemas.microsoft.com/office/powerpoint/2010/main" val="238997470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F7099-15A8-DD2A-496C-B96F072B25B4}"/>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54552F5B-10CB-36EE-C15A-501D9A9878B2}"/>
              </a:ext>
            </a:extLst>
          </p:cNvPr>
          <p:cNvGrpSpPr/>
          <p:nvPr/>
        </p:nvGrpSpPr>
        <p:grpSpPr>
          <a:xfrm>
            <a:off x="-4762" y="-4762"/>
            <a:ext cx="3516312" cy="7566025"/>
            <a:chOff x="-4762" y="-4762"/>
            <a:chExt cx="4894580" cy="7566025"/>
          </a:xfrm>
          <a:solidFill>
            <a:schemeClr val="tx2">
              <a:lumMod val="75000"/>
            </a:schemeClr>
          </a:solidFill>
        </p:grpSpPr>
        <p:sp>
          <p:nvSpPr>
            <p:cNvPr id="3" name="object 3">
              <a:extLst>
                <a:ext uri="{FF2B5EF4-FFF2-40B4-BE49-F238E27FC236}">
                  <a16:creationId xmlns:a16="http://schemas.microsoft.com/office/drawing/2014/main" id="{EE7B7B2F-3E57-7B29-3ABE-F6C8C4A86A7A}"/>
                </a:ext>
              </a:extLst>
            </p:cNvPr>
            <p:cNvSpPr/>
            <p:nvPr/>
          </p:nvSpPr>
          <p:spPr>
            <a:xfrm>
              <a:off x="0" y="0"/>
              <a:ext cx="4885055" cy="7556500"/>
            </a:xfrm>
            <a:custGeom>
              <a:avLst/>
              <a:gdLst/>
              <a:ahLst/>
              <a:cxnLst/>
              <a:rect l="l" t="t" r="r" b="b"/>
              <a:pathLst>
                <a:path w="4885055" h="7556500">
                  <a:moveTo>
                    <a:pt x="0" y="0"/>
                  </a:moveTo>
                  <a:lnTo>
                    <a:pt x="4885024" y="0"/>
                  </a:lnTo>
                  <a:lnTo>
                    <a:pt x="4885024" y="7556499"/>
                  </a:lnTo>
                  <a:lnTo>
                    <a:pt x="0" y="7556499"/>
                  </a:lnTo>
                  <a:lnTo>
                    <a:pt x="0" y="0"/>
                  </a:lnTo>
                  <a:close/>
                </a:path>
              </a:pathLst>
            </a:custGeom>
            <a:grpFill/>
            <a:ln>
              <a:solidFill>
                <a:schemeClr val="accent5">
                  <a:lumMod val="50000"/>
                </a:schemeClr>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 name="object 4">
              <a:extLst>
                <a:ext uri="{FF2B5EF4-FFF2-40B4-BE49-F238E27FC236}">
                  <a16:creationId xmlns:a16="http://schemas.microsoft.com/office/drawing/2014/main" id="{0DA83B22-7E1F-DA60-7372-AE7BA663EB13}"/>
                </a:ext>
              </a:extLst>
            </p:cNvPr>
            <p:cNvSpPr/>
            <p:nvPr/>
          </p:nvSpPr>
          <p:spPr>
            <a:xfrm>
              <a:off x="0" y="0"/>
              <a:ext cx="4885055" cy="7556500"/>
            </a:xfrm>
            <a:custGeom>
              <a:avLst/>
              <a:gdLst/>
              <a:ahLst/>
              <a:cxnLst/>
              <a:rect l="l" t="t" r="r" b="b"/>
              <a:pathLst>
                <a:path w="4885055" h="7556500">
                  <a:moveTo>
                    <a:pt x="0" y="0"/>
                  </a:moveTo>
                  <a:lnTo>
                    <a:pt x="4885024" y="0"/>
                  </a:lnTo>
                  <a:lnTo>
                    <a:pt x="4885024" y="7556499"/>
                  </a:lnTo>
                </a:path>
                <a:path w="4885055" h="7556500">
                  <a:moveTo>
                    <a:pt x="0" y="7556499"/>
                  </a:moveTo>
                  <a:lnTo>
                    <a:pt x="0" y="0"/>
                  </a:lnTo>
                </a:path>
              </a:pathLst>
            </a:custGeom>
            <a:grpFill/>
            <a:ln w="9524">
              <a:solidFill>
                <a:schemeClr val="accent5">
                  <a:lumMod val="50000"/>
                </a:schemeClr>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5" name="object 5">
            <a:extLst>
              <a:ext uri="{FF2B5EF4-FFF2-40B4-BE49-F238E27FC236}">
                <a16:creationId xmlns:a16="http://schemas.microsoft.com/office/drawing/2014/main" id="{11FAE60F-1EE0-474A-057E-D0BD26D8712C}"/>
              </a:ext>
            </a:extLst>
          </p:cNvPr>
          <p:cNvSpPr txBox="1"/>
          <p:nvPr/>
        </p:nvSpPr>
        <p:spPr>
          <a:xfrm>
            <a:off x="234949" y="882595"/>
            <a:ext cx="3488331" cy="3207609"/>
          </a:xfrm>
          <a:prstGeom prst="rect">
            <a:avLst/>
          </a:prstGeom>
        </p:spPr>
        <p:txBody>
          <a:bodyPr vert="horz" wrap="square" lIns="0" tIns="250190" rIns="0" bIns="0" rtlCol="0">
            <a:spAutoFit/>
          </a:bodyPr>
          <a:lstStyle/>
          <a:p>
            <a:pPr marL="196215" marR="0" lvl="0" indent="0" defTabSz="914400" eaLnBrk="1" fontAlgn="auto" latinLnBrk="0" hangingPunct="1">
              <a:lnSpc>
                <a:spcPct val="100000"/>
              </a:lnSpc>
              <a:spcBef>
                <a:spcPts val="1970"/>
              </a:spcBef>
              <a:spcAft>
                <a:spcPts val="0"/>
              </a:spcAft>
              <a:buClrTx/>
              <a:buSzTx/>
              <a:buFontTx/>
              <a:buNone/>
              <a:tabLst>
                <a:tab pos="708660" algn="l"/>
                <a:tab pos="1186815" algn="l"/>
              </a:tabLst>
              <a:defRPr/>
            </a:pPr>
            <a:r>
              <a:rPr kumimoji="0" sz="3600" b="0" i="0" u="none" strike="noStrike" kern="0" cap="none" spc="-25" normalizeH="0" baseline="0" noProof="0" dirty="0">
                <a:ln>
                  <a:noFill/>
                </a:ln>
                <a:solidFill>
                  <a:srgbClr val="FFFFFF"/>
                </a:solidFill>
                <a:effectLst/>
                <a:uLnTx/>
                <a:uFillTx/>
                <a:latin typeface="Calibri"/>
                <a:cs typeface="Calibri"/>
              </a:rPr>
              <a:t>//</a:t>
            </a:r>
            <a:r>
              <a:rPr kumimoji="0" sz="3600" b="0" i="0" u="none" strike="noStrike" kern="0" cap="none" spc="0" normalizeH="0" baseline="0" noProof="0" dirty="0">
                <a:ln>
                  <a:noFill/>
                </a:ln>
                <a:solidFill>
                  <a:srgbClr val="FFFFFF"/>
                </a:solidFill>
                <a:effectLst/>
                <a:uLnTx/>
                <a:uFillTx/>
                <a:latin typeface="Calibri"/>
                <a:cs typeface="Calibri"/>
              </a:rPr>
              <a:t>	</a:t>
            </a:r>
            <a:r>
              <a:rPr kumimoji="0" lang="fr-FR" sz="5400" b="1" i="0" u="none" strike="noStrike" kern="0" cap="none" spc="315" normalizeH="0" baseline="2314" noProof="0" dirty="0">
                <a:ln>
                  <a:noFill/>
                </a:ln>
                <a:solidFill>
                  <a:srgbClr val="FFFFFF"/>
                </a:solidFill>
                <a:effectLst/>
                <a:uLnTx/>
                <a:uFillTx/>
                <a:latin typeface="Calibri"/>
                <a:cs typeface="Calibri"/>
              </a:rPr>
              <a:t>H</a:t>
            </a:r>
            <a:r>
              <a:rPr kumimoji="0" sz="5400" b="1" i="0" u="none" strike="noStrike" kern="0" cap="none" spc="0" normalizeH="0" baseline="2314" noProof="0" dirty="0">
                <a:ln>
                  <a:noFill/>
                </a:ln>
                <a:solidFill>
                  <a:srgbClr val="FFFFFF"/>
                </a:solidFill>
                <a:effectLst/>
                <a:uLnTx/>
                <a:uFillTx/>
                <a:latin typeface="Calibri"/>
                <a:cs typeface="Calibri"/>
              </a:rPr>
              <a:t>	</a:t>
            </a:r>
            <a:r>
              <a:rPr kumimoji="0" sz="3600" b="0" i="0" u="none" strike="noStrike" kern="0" cap="none" spc="-25" normalizeH="0" baseline="0" noProof="0" dirty="0">
                <a:ln>
                  <a:noFill/>
                </a:ln>
                <a:solidFill>
                  <a:srgbClr val="FFFFFF"/>
                </a:solidFill>
                <a:effectLst/>
                <a:uLnTx/>
                <a:uFillTx/>
                <a:latin typeface="Calibri"/>
                <a:cs typeface="Calibri"/>
              </a:rPr>
              <a:t>//</a:t>
            </a:r>
            <a:endParaRPr kumimoji="0" sz="3600" b="0" i="0" u="none" strike="noStrike" kern="0" cap="none" spc="0" normalizeH="0" baseline="0" noProof="0" dirty="0">
              <a:ln>
                <a:noFill/>
              </a:ln>
              <a:solidFill>
                <a:sysClr val="windowText" lastClr="000000"/>
              </a:solidFill>
              <a:effectLst/>
              <a:uLnTx/>
              <a:uFillTx/>
              <a:latin typeface="Calibri"/>
              <a:cs typeface="Calibri"/>
            </a:endParaRPr>
          </a:p>
          <a:p>
            <a:pPr marL="12700" marR="0" lvl="0" indent="0" defTabSz="914400" eaLnBrk="1" fontAlgn="auto" latinLnBrk="0" hangingPunct="1">
              <a:lnSpc>
                <a:spcPct val="100000"/>
              </a:lnSpc>
              <a:spcBef>
                <a:spcPts val="1875"/>
              </a:spcBef>
              <a:spcAft>
                <a:spcPts val="0"/>
              </a:spcAft>
              <a:buClrTx/>
              <a:buSzTx/>
              <a:buFontTx/>
              <a:buNone/>
              <a:tabLst/>
              <a:defRPr/>
            </a:pPr>
            <a:r>
              <a:rPr kumimoji="0" sz="3600" b="1" i="0" u="none" strike="noStrike" kern="0" cap="none" spc="375" normalizeH="0" baseline="0" noProof="0" dirty="0">
                <a:ln>
                  <a:noFill/>
                </a:ln>
                <a:solidFill>
                  <a:srgbClr val="FFFFFF"/>
                </a:solidFill>
                <a:effectLst/>
                <a:uLnTx/>
                <a:uFillTx/>
                <a:latin typeface="Calibri"/>
                <a:cs typeface="Calibri"/>
              </a:rPr>
              <a:t>MODULE</a:t>
            </a:r>
            <a:r>
              <a:rPr kumimoji="0" sz="3600" b="1" i="0" u="none" strike="noStrike" kern="0" cap="none" spc="185" normalizeH="0" baseline="0" noProof="0" dirty="0">
                <a:ln>
                  <a:noFill/>
                </a:ln>
                <a:solidFill>
                  <a:srgbClr val="FFFFFF"/>
                </a:solidFill>
                <a:effectLst/>
                <a:uLnTx/>
                <a:uFillTx/>
                <a:latin typeface="Calibri"/>
                <a:cs typeface="Calibri"/>
              </a:rPr>
              <a:t> </a:t>
            </a:r>
            <a:r>
              <a:rPr kumimoji="0" lang="fr-FR" sz="3600" b="1" i="0" u="none" strike="noStrike" kern="0" cap="none" spc="160" normalizeH="0" baseline="0" noProof="0" dirty="0">
                <a:ln>
                  <a:noFill/>
                </a:ln>
                <a:solidFill>
                  <a:srgbClr val="FFFFFF"/>
                </a:solidFill>
                <a:effectLst/>
                <a:uLnTx/>
                <a:uFillTx/>
                <a:latin typeface="Calibri"/>
                <a:cs typeface="Calibri"/>
              </a:rPr>
              <a:t>8</a:t>
            </a:r>
            <a:r>
              <a:rPr kumimoji="0" sz="3600" b="1" i="0" u="none" strike="noStrike" kern="0" cap="none" spc="190" normalizeH="0" baseline="0" noProof="0" dirty="0">
                <a:ln>
                  <a:noFill/>
                </a:ln>
                <a:solidFill>
                  <a:srgbClr val="FFFFFF"/>
                </a:solidFill>
                <a:effectLst/>
                <a:uLnTx/>
                <a:uFillTx/>
                <a:latin typeface="Calibri"/>
                <a:cs typeface="Calibri"/>
              </a:rPr>
              <a:t> </a:t>
            </a:r>
            <a:r>
              <a:rPr kumimoji="0" sz="3600" b="1" i="0" u="none" strike="noStrike" kern="0" cap="none" spc="310" normalizeH="0" baseline="0" noProof="0" dirty="0">
                <a:ln>
                  <a:noFill/>
                </a:ln>
                <a:solidFill>
                  <a:srgbClr val="FFFFFF"/>
                </a:solidFill>
                <a:effectLst/>
                <a:uLnTx/>
                <a:uFillTx/>
                <a:latin typeface="Calibri"/>
                <a:cs typeface="Calibri"/>
              </a:rPr>
              <a:t>-</a:t>
            </a:r>
            <a:endParaRPr kumimoji="0" sz="3600" b="0" i="0" u="none" strike="noStrike" kern="0" cap="none" spc="0" normalizeH="0" baseline="0" noProof="0" dirty="0">
              <a:ln>
                <a:noFill/>
              </a:ln>
              <a:solidFill>
                <a:sysClr val="windowText" lastClr="000000"/>
              </a:solidFill>
              <a:effectLst/>
              <a:uLnTx/>
              <a:uFillTx/>
              <a:latin typeface="Calibri"/>
              <a:cs typeface="Calibri"/>
            </a:endParaRPr>
          </a:p>
          <a:p>
            <a:pPr marL="12700" marR="878205" lvl="0" indent="0" defTabSz="914400" eaLnBrk="1" fontAlgn="auto" latinLnBrk="0" hangingPunct="1">
              <a:lnSpc>
                <a:spcPct val="100699"/>
              </a:lnSpc>
              <a:spcBef>
                <a:spcPts val="0"/>
              </a:spcBef>
              <a:spcAft>
                <a:spcPts val="0"/>
              </a:spcAft>
              <a:buClrTx/>
              <a:buSzTx/>
              <a:buFontTx/>
              <a:buNone/>
              <a:tabLst/>
              <a:defRPr/>
            </a:pPr>
            <a:r>
              <a:rPr kumimoji="0" lang="fr-FR" sz="2600" b="1" i="0" u="none" strike="noStrike" kern="0" cap="none" spc="215" normalizeH="0" baseline="0" noProof="0" dirty="0">
                <a:ln>
                  <a:noFill/>
                </a:ln>
                <a:solidFill>
                  <a:srgbClr val="FFFFFF"/>
                </a:solidFill>
                <a:effectLst/>
                <a:uLnTx/>
                <a:uFillTx/>
                <a:latin typeface="Calibri"/>
                <a:cs typeface="Calibri"/>
              </a:rPr>
              <a:t>Transformation d’un projet freestyle vers Pipeline</a:t>
            </a:r>
            <a:endParaRPr kumimoji="0" sz="2600" b="0" i="0" u="none" strike="noStrike" kern="0" cap="none" spc="0" normalizeH="0" baseline="0" noProof="0" dirty="0">
              <a:ln>
                <a:noFill/>
              </a:ln>
              <a:solidFill>
                <a:sysClr val="windowText" lastClr="000000"/>
              </a:solidFill>
              <a:effectLst/>
              <a:uLnTx/>
              <a:uFillTx/>
              <a:latin typeface="Calibri"/>
              <a:cs typeface="Calibri"/>
            </a:endParaRPr>
          </a:p>
        </p:txBody>
      </p:sp>
      <p:sp>
        <p:nvSpPr>
          <p:cNvPr id="6" name="object 6">
            <a:extLst>
              <a:ext uri="{FF2B5EF4-FFF2-40B4-BE49-F238E27FC236}">
                <a16:creationId xmlns:a16="http://schemas.microsoft.com/office/drawing/2014/main" id="{5D23CE6C-0C98-271B-CF3A-8F6950B0C24F}"/>
              </a:ext>
            </a:extLst>
          </p:cNvPr>
          <p:cNvSpPr txBox="1"/>
          <p:nvPr/>
        </p:nvSpPr>
        <p:spPr>
          <a:xfrm>
            <a:off x="4224094" y="2161505"/>
            <a:ext cx="5383456" cy="782265"/>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lang="fr-FR" sz="2500" b="1" i="0" u="none" strike="noStrike" kern="0" cap="none" spc="135" normalizeH="0" baseline="0" noProof="0" dirty="0">
                <a:ln>
                  <a:noFill/>
                </a:ln>
                <a:solidFill>
                  <a:srgbClr val="164052"/>
                </a:solidFill>
                <a:effectLst/>
                <a:uLnTx/>
                <a:uFillTx/>
                <a:latin typeface="Calibri"/>
                <a:cs typeface="Calibri"/>
              </a:rPr>
              <a:t>Générer un </a:t>
            </a:r>
            <a:r>
              <a:rPr kumimoji="0" lang="fr-FR" sz="2500" b="1" i="0" u="none" strike="noStrike" kern="0" cap="none" spc="135" normalizeH="0" baseline="0" noProof="0" dirty="0" err="1">
                <a:ln>
                  <a:noFill/>
                </a:ln>
                <a:solidFill>
                  <a:srgbClr val="164052"/>
                </a:solidFill>
                <a:effectLst/>
                <a:uLnTx/>
                <a:uFillTx/>
                <a:latin typeface="Calibri"/>
                <a:cs typeface="Calibri"/>
              </a:rPr>
              <a:t>Jenkinsfile</a:t>
            </a:r>
            <a:r>
              <a:rPr kumimoji="0" lang="fr-FR" sz="2500" b="1" i="0" u="none" strike="noStrike" kern="0" cap="none" spc="135" normalizeH="0" baseline="0" noProof="0" dirty="0">
                <a:ln>
                  <a:noFill/>
                </a:ln>
                <a:solidFill>
                  <a:srgbClr val="164052"/>
                </a:solidFill>
                <a:effectLst/>
                <a:uLnTx/>
                <a:uFillTx/>
                <a:latin typeface="Calibri"/>
                <a:cs typeface="Calibri"/>
              </a:rPr>
              <a:t> à partir d’un job Freestyle</a:t>
            </a:r>
          </a:p>
        </p:txBody>
      </p:sp>
      <p:grpSp>
        <p:nvGrpSpPr>
          <p:cNvPr id="7" name="object 7">
            <a:extLst>
              <a:ext uri="{FF2B5EF4-FFF2-40B4-BE49-F238E27FC236}">
                <a16:creationId xmlns:a16="http://schemas.microsoft.com/office/drawing/2014/main" id="{4FE58C4E-A3B0-3711-8EC7-94836D235994}"/>
              </a:ext>
            </a:extLst>
          </p:cNvPr>
          <p:cNvGrpSpPr/>
          <p:nvPr/>
        </p:nvGrpSpPr>
        <p:grpSpPr>
          <a:xfrm>
            <a:off x="3274653" y="2090095"/>
            <a:ext cx="462915" cy="462915"/>
            <a:chOff x="4635613" y="2004242"/>
            <a:chExt cx="462915" cy="462915"/>
          </a:xfrm>
        </p:grpSpPr>
        <p:sp>
          <p:nvSpPr>
            <p:cNvPr id="8" name="object 8">
              <a:extLst>
                <a:ext uri="{FF2B5EF4-FFF2-40B4-BE49-F238E27FC236}">
                  <a16:creationId xmlns:a16="http://schemas.microsoft.com/office/drawing/2014/main" id="{03707D1C-3AB0-7C01-1942-F7FE7C2F61BB}"/>
                </a:ext>
              </a:extLst>
            </p:cNvPr>
            <p:cNvSpPr/>
            <p:nvPr/>
          </p:nvSpPr>
          <p:spPr>
            <a:xfrm>
              <a:off x="4649901" y="2018530"/>
              <a:ext cx="434340" cy="434340"/>
            </a:xfrm>
            <a:custGeom>
              <a:avLst/>
              <a:gdLst/>
              <a:ahLst/>
              <a:cxnLst/>
              <a:rect l="l" t="t" r="r" b="b"/>
              <a:pathLst>
                <a:path w="434339" h="434339">
                  <a:moveTo>
                    <a:pt x="217067" y="434134"/>
                  </a:moveTo>
                  <a:lnTo>
                    <a:pt x="167295" y="428402"/>
                  </a:lnTo>
                  <a:lnTo>
                    <a:pt x="121606" y="412072"/>
                  </a:lnTo>
                  <a:lnTo>
                    <a:pt x="81302" y="386447"/>
                  </a:lnTo>
                  <a:lnTo>
                    <a:pt x="47687" y="352832"/>
                  </a:lnTo>
                  <a:lnTo>
                    <a:pt x="22062" y="312528"/>
                  </a:lnTo>
                  <a:lnTo>
                    <a:pt x="5732" y="266839"/>
                  </a:lnTo>
                  <a:lnTo>
                    <a:pt x="0" y="217067"/>
                  </a:lnTo>
                  <a:lnTo>
                    <a:pt x="5732" y="167296"/>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4"/>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9">
              <a:extLst>
                <a:ext uri="{FF2B5EF4-FFF2-40B4-BE49-F238E27FC236}">
                  <a16:creationId xmlns:a16="http://schemas.microsoft.com/office/drawing/2014/main" id="{EACB29B3-87B7-A63A-192B-9D535D420AEB}"/>
                </a:ext>
              </a:extLst>
            </p:cNvPr>
            <p:cNvSpPr/>
            <p:nvPr/>
          </p:nvSpPr>
          <p:spPr>
            <a:xfrm>
              <a:off x="4649901" y="2018530"/>
              <a:ext cx="434340" cy="434340"/>
            </a:xfrm>
            <a:custGeom>
              <a:avLst/>
              <a:gdLst/>
              <a:ahLst/>
              <a:cxnLst/>
              <a:rect l="l" t="t" r="r" b="b"/>
              <a:pathLst>
                <a:path w="434339" h="434339">
                  <a:moveTo>
                    <a:pt x="0" y="217067"/>
                  </a:moveTo>
                  <a:lnTo>
                    <a:pt x="5732" y="167296"/>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4"/>
                  </a:lnTo>
                  <a:lnTo>
                    <a:pt x="167295" y="428402"/>
                  </a:lnTo>
                  <a:lnTo>
                    <a:pt x="121606" y="412072"/>
                  </a:lnTo>
                  <a:lnTo>
                    <a:pt x="81302" y="386447"/>
                  </a:lnTo>
                  <a:lnTo>
                    <a:pt x="47687" y="352832"/>
                  </a:lnTo>
                  <a:lnTo>
                    <a:pt x="22062" y="312528"/>
                  </a:lnTo>
                  <a:lnTo>
                    <a:pt x="5732" y="266839"/>
                  </a:lnTo>
                  <a:lnTo>
                    <a:pt x="0" y="217067"/>
                  </a:lnTo>
                  <a:close/>
                </a:path>
              </a:pathLst>
            </a:custGeom>
            <a:ln w="28574">
              <a:solidFill>
                <a:srgbClr val="8CB93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0" name="object 10">
            <a:extLst>
              <a:ext uri="{FF2B5EF4-FFF2-40B4-BE49-F238E27FC236}">
                <a16:creationId xmlns:a16="http://schemas.microsoft.com/office/drawing/2014/main" id="{71C28A03-A6AA-4CE1-F95A-759938FD09AA}"/>
              </a:ext>
            </a:extLst>
          </p:cNvPr>
          <p:cNvSpPr txBox="1"/>
          <p:nvPr/>
        </p:nvSpPr>
        <p:spPr>
          <a:xfrm>
            <a:off x="3423160" y="2146256"/>
            <a:ext cx="166370" cy="328295"/>
          </a:xfrm>
          <a:prstGeom prst="rect">
            <a:avLst/>
          </a:prstGeom>
        </p:spPr>
        <p:txBody>
          <a:bodyPr vert="horz" wrap="square" lIns="0" tIns="17145" rIns="0" bIns="0" rtlCol="0">
            <a:spAutoFit/>
          </a:bodyPr>
          <a:lstStyle/>
          <a:p>
            <a:pPr marL="12700" marR="0" lvl="0" indent="0" defTabSz="914400" eaLnBrk="1" fontAlgn="auto" latinLnBrk="0" hangingPunct="1">
              <a:lnSpc>
                <a:spcPct val="100000"/>
              </a:lnSpc>
              <a:spcBef>
                <a:spcPts val="135"/>
              </a:spcBef>
              <a:spcAft>
                <a:spcPts val="0"/>
              </a:spcAft>
              <a:buClrTx/>
              <a:buSzTx/>
              <a:buFontTx/>
              <a:buNone/>
              <a:tabLst/>
              <a:defRPr/>
            </a:pPr>
            <a:r>
              <a:rPr kumimoji="0" lang="fr-FR" sz="1950" b="1" i="0" u="none" strike="noStrike" kern="0" cap="none" spc="55" normalizeH="0" baseline="0" noProof="0" dirty="0">
                <a:ln>
                  <a:noFill/>
                </a:ln>
                <a:solidFill>
                  <a:srgbClr val="8CB939"/>
                </a:solidFill>
                <a:effectLst/>
                <a:uLnTx/>
                <a:uFillTx/>
                <a:latin typeface="Calibri"/>
                <a:cs typeface="Calibri"/>
              </a:rPr>
              <a:t>1</a:t>
            </a:r>
            <a:endParaRPr kumimoji="0" sz="1950" b="0" i="0" u="none" strike="noStrike" kern="0" cap="none" spc="0" normalizeH="0" baseline="0" noProof="0" dirty="0">
              <a:ln>
                <a:noFill/>
              </a:ln>
              <a:solidFill>
                <a:sysClr val="windowText" lastClr="000000"/>
              </a:solidFill>
              <a:effectLst/>
              <a:uLnTx/>
              <a:uFillTx/>
              <a:latin typeface="Calibri"/>
              <a:cs typeface="Calibri"/>
            </a:endParaRPr>
          </a:p>
        </p:txBody>
      </p:sp>
      <p:grpSp>
        <p:nvGrpSpPr>
          <p:cNvPr id="21" name="object 21">
            <a:extLst>
              <a:ext uri="{FF2B5EF4-FFF2-40B4-BE49-F238E27FC236}">
                <a16:creationId xmlns:a16="http://schemas.microsoft.com/office/drawing/2014/main" id="{B6C73E73-2480-437C-C832-231E54D3FB53}"/>
              </a:ext>
            </a:extLst>
          </p:cNvPr>
          <p:cNvGrpSpPr/>
          <p:nvPr/>
        </p:nvGrpSpPr>
        <p:grpSpPr>
          <a:xfrm>
            <a:off x="3274653" y="4077335"/>
            <a:ext cx="462915" cy="462915"/>
            <a:chOff x="4635613" y="4245542"/>
            <a:chExt cx="462915" cy="462915"/>
          </a:xfrm>
        </p:grpSpPr>
        <p:sp>
          <p:nvSpPr>
            <p:cNvPr id="22" name="object 22">
              <a:extLst>
                <a:ext uri="{FF2B5EF4-FFF2-40B4-BE49-F238E27FC236}">
                  <a16:creationId xmlns:a16="http://schemas.microsoft.com/office/drawing/2014/main" id="{9CC8EC06-6701-C6AA-AB6B-8D1F454E8A54}"/>
                </a:ext>
              </a:extLst>
            </p:cNvPr>
            <p:cNvSpPr/>
            <p:nvPr/>
          </p:nvSpPr>
          <p:spPr>
            <a:xfrm>
              <a:off x="4649901" y="4259829"/>
              <a:ext cx="434340" cy="434340"/>
            </a:xfrm>
            <a:custGeom>
              <a:avLst/>
              <a:gdLst/>
              <a:ahLst/>
              <a:cxnLst/>
              <a:rect l="l" t="t" r="r" b="b"/>
              <a:pathLst>
                <a:path w="434339" h="434339">
                  <a:moveTo>
                    <a:pt x="217067" y="434135"/>
                  </a:moveTo>
                  <a:lnTo>
                    <a:pt x="167295" y="428402"/>
                  </a:lnTo>
                  <a:lnTo>
                    <a:pt x="121606" y="412072"/>
                  </a:lnTo>
                  <a:lnTo>
                    <a:pt x="81302" y="386447"/>
                  </a:lnTo>
                  <a:lnTo>
                    <a:pt x="47687" y="352832"/>
                  </a:lnTo>
                  <a:lnTo>
                    <a:pt x="22062" y="312528"/>
                  </a:lnTo>
                  <a:lnTo>
                    <a:pt x="5732" y="266839"/>
                  </a:lnTo>
                  <a:lnTo>
                    <a:pt x="0" y="217067"/>
                  </a:ln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3" name="object 23">
              <a:extLst>
                <a:ext uri="{FF2B5EF4-FFF2-40B4-BE49-F238E27FC236}">
                  <a16:creationId xmlns:a16="http://schemas.microsoft.com/office/drawing/2014/main" id="{7246E353-F782-C067-7267-A0EA5C12D441}"/>
                </a:ext>
              </a:extLst>
            </p:cNvPr>
            <p:cNvSpPr/>
            <p:nvPr/>
          </p:nvSpPr>
          <p:spPr>
            <a:xfrm>
              <a:off x="4649901" y="4259829"/>
              <a:ext cx="434340" cy="434340"/>
            </a:xfrm>
            <a:custGeom>
              <a:avLst/>
              <a:gdLst/>
              <a:ahLst/>
              <a:cxnLst/>
              <a:rect l="l" t="t" r="r" b="b"/>
              <a:pathLst>
                <a:path w="434339" h="434339">
                  <a:moveTo>
                    <a:pt x="0" y="217067"/>
                  </a:move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lnTo>
                    <a:pt x="167295" y="428402"/>
                  </a:lnTo>
                  <a:lnTo>
                    <a:pt x="121606" y="412072"/>
                  </a:lnTo>
                  <a:lnTo>
                    <a:pt x="81302" y="386447"/>
                  </a:lnTo>
                  <a:lnTo>
                    <a:pt x="47687" y="352832"/>
                  </a:lnTo>
                  <a:lnTo>
                    <a:pt x="22062" y="312528"/>
                  </a:lnTo>
                  <a:lnTo>
                    <a:pt x="5732" y="266839"/>
                  </a:lnTo>
                  <a:lnTo>
                    <a:pt x="0" y="217067"/>
                  </a:lnTo>
                  <a:close/>
                </a:path>
              </a:pathLst>
            </a:custGeom>
            <a:ln w="28574">
              <a:solidFill>
                <a:srgbClr val="8CB93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4" name="object 24">
            <a:extLst>
              <a:ext uri="{FF2B5EF4-FFF2-40B4-BE49-F238E27FC236}">
                <a16:creationId xmlns:a16="http://schemas.microsoft.com/office/drawing/2014/main" id="{B631FEF6-3DBC-F9FB-E43C-539D8CFCEE5E}"/>
              </a:ext>
            </a:extLst>
          </p:cNvPr>
          <p:cNvSpPr txBox="1"/>
          <p:nvPr/>
        </p:nvSpPr>
        <p:spPr>
          <a:xfrm>
            <a:off x="3423160" y="4133496"/>
            <a:ext cx="166370" cy="328295"/>
          </a:xfrm>
          <a:prstGeom prst="rect">
            <a:avLst/>
          </a:prstGeom>
        </p:spPr>
        <p:txBody>
          <a:bodyPr vert="horz" wrap="square" lIns="0" tIns="17145" rIns="0" bIns="0" rtlCol="0">
            <a:spAutoFit/>
          </a:bodyPr>
          <a:lstStyle/>
          <a:p>
            <a:pPr marL="12700" marR="0" lvl="0" indent="0" defTabSz="914400" eaLnBrk="1" fontAlgn="auto" latinLnBrk="0" hangingPunct="1">
              <a:lnSpc>
                <a:spcPct val="100000"/>
              </a:lnSpc>
              <a:spcBef>
                <a:spcPts val="135"/>
              </a:spcBef>
              <a:spcAft>
                <a:spcPts val="0"/>
              </a:spcAft>
              <a:buClrTx/>
              <a:buSzTx/>
              <a:buFontTx/>
              <a:buNone/>
              <a:tabLst/>
              <a:defRPr/>
            </a:pPr>
            <a:r>
              <a:rPr kumimoji="0" lang="fr-FR" sz="1950" b="1" i="0" u="none" strike="noStrike" kern="0" cap="none" spc="55" normalizeH="0" baseline="0" noProof="0" dirty="0">
                <a:ln>
                  <a:noFill/>
                </a:ln>
                <a:solidFill>
                  <a:srgbClr val="8CB939"/>
                </a:solidFill>
                <a:effectLst/>
                <a:uLnTx/>
                <a:uFillTx/>
                <a:latin typeface="Calibri"/>
                <a:cs typeface="Calibri"/>
              </a:rPr>
              <a:t>2</a:t>
            </a:r>
            <a:endParaRPr kumimoji="0" sz="1950" b="0" i="0" u="none" strike="noStrike" kern="0" cap="none" spc="0" normalizeH="0" baseline="0" noProof="0" dirty="0">
              <a:ln>
                <a:noFill/>
              </a:ln>
              <a:solidFill>
                <a:sysClr val="windowText" lastClr="000000"/>
              </a:solidFill>
              <a:effectLst/>
              <a:uLnTx/>
              <a:uFillTx/>
              <a:latin typeface="Calibri"/>
              <a:cs typeface="Calibri"/>
            </a:endParaRPr>
          </a:p>
        </p:txBody>
      </p:sp>
      <p:sp>
        <p:nvSpPr>
          <p:cNvPr id="25" name="object 25">
            <a:extLst>
              <a:ext uri="{FF2B5EF4-FFF2-40B4-BE49-F238E27FC236}">
                <a16:creationId xmlns:a16="http://schemas.microsoft.com/office/drawing/2014/main" id="{8F6BA7F3-1BAD-AEE0-5F6E-956DCCD32B18}"/>
              </a:ext>
            </a:extLst>
          </p:cNvPr>
          <p:cNvSpPr txBox="1"/>
          <p:nvPr/>
        </p:nvSpPr>
        <p:spPr>
          <a:xfrm>
            <a:off x="4208331" y="4126898"/>
            <a:ext cx="6472369" cy="39754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fr-FR" sz="2500" b="1" i="0" u="none" strike="noStrike" kern="0" cap="none" spc="200" normalizeH="0" baseline="0" noProof="0" dirty="0">
                <a:ln>
                  <a:noFill/>
                </a:ln>
                <a:solidFill>
                  <a:srgbClr val="164052"/>
                </a:solidFill>
                <a:effectLst/>
                <a:uLnTx/>
                <a:uFillTx/>
                <a:latin typeface="Calibri"/>
                <a:cs typeface="Calibri"/>
              </a:rPr>
              <a:t>Personnaliser et optimiser le </a:t>
            </a:r>
            <a:r>
              <a:rPr kumimoji="0" lang="fr-FR" sz="2500" b="1" i="0" u="none" strike="noStrike" kern="0" cap="none" spc="200" normalizeH="0" baseline="0" noProof="0" dirty="0" err="1">
                <a:ln>
                  <a:noFill/>
                </a:ln>
                <a:solidFill>
                  <a:srgbClr val="164052"/>
                </a:solidFill>
                <a:effectLst/>
                <a:uLnTx/>
                <a:uFillTx/>
                <a:latin typeface="Calibri"/>
                <a:cs typeface="Calibri"/>
              </a:rPr>
              <a:t>Jenkinsfile</a:t>
            </a:r>
            <a:endParaRPr kumimoji="0" lang="fr-FR" sz="2500" b="1" i="0" u="none" strike="noStrike" kern="0" cap="none" spc="200" normalizeH="0" baseline="0" noProof="0" dirty="0">
              <a:ln>
                <a:noFill/>
              </a:ln>
              <a:solidFill>
                <a:srgbClr val="164052"/>
              </a:solidFill>
              <a:effectLst/>
              <a:uLnTx/>
              <a:uFillTx/>
              <a:latin typeface="Calibri"/>
              <a:cs typeface="Calibri"/>
            </a:endParaRPr>
          </a:p>
        </p:txBody>
      </p:sp>
      <p:sp>
        <p:nvSpPr>
          <p:cNvPr id="36" name="TextBox 35">
            <a:extLst>
              <a:ext uri="{FF2B5EF4-FFF2-40B4-BE49-F238E27FC236}">
                <a16:creationId xmlns:a16="http://schemas.microsoft.com/office/drawing/2014/main" id="{EDFEE70E-E99C-46A7-409D-319F1D891838}"/>
              </a:ext>
            </a:extLst>
          </p:cNvPr>
          <p:cNvSpPr txBox="1"/>
          <p:nvPr/>
        </p:nvSpPr>
        <p:spPr>
          <a:xfrm>
            <a:off x="9988550" y="7158851"/>
            <a:ext cx="5339166" cy="276999"/>
          </a:xfrm>
          <a:prstGeom prst="rect">
            <a:avLst/>
          </a:prstGeom>
          <a:noFill/>
        </p:spPr>
        <p:txBody>
          <a:bodyPr wrap="square">
            <a:spAutoFit/>
          </a:bodyPr>
          <a:lstStyle/>
          <a:p>
            <a:pPr marL="80010" marR="0" lvl="0" indent="0" defTabSz="914400" eaLnBrk="1" fontAlgn="auto" latinLnBrk="0" hangingPunct="1">
              <a:lnSpc>
                <a:spcPct val="100000"/>
              </a:lnSpc>
              <a:spcBef>
                <a:spcPts val="65"/>
              </a:spcBef>
              <a:spcAft>
                <a:spcPts val="0"/>
              </a:spcAft>
              <a:buClrTx/>
              <a:buSzTx/>
              <a:buFontTx/>
              <a:buNone/>
              <a:tabLst/>
              <a:defRPr/>
            </a:pPr>
            <a:fld id="{81D60167-4931-47E6-BA6A-407CBD079E47}" type="slidenum">
              <a:rPr kumimoji="0" lang="fr-FR" sz="1200" b="0" i="0" u="none" strike="noStrike" kern="0" cap="none" spc="-25" normalizeH="0" baseline="0" noProof="0" smtClean="0">
                <a:ln>
                  <a:noFill/>
                </a:ln>
                <a:solidFill>
                  <a:prstClr val="white"/>
                </a:solidFill>
                <a:effectLst/>
                <a:uLnTx/>
                <a:uFillTx/>
                <a:latin typeface="Calibri"/>
                <a:cs typeface="Calibri"/>
              </a:rPr>
              <a:pPr marL="80010" marR="0" lvl="0" indent="0" defTabSz="914400" eaLnBrk="1" fontAlgn="auto" latinLnBrk="0" hangingPunct="1">
                <a:lnSpc>
                  <a:spcPct val="100000"/>
                </a:lnSpc>
                <a:spcBef>
                  <a:spcPts val="65"/>
                </a:spcBef>
                <a:spcAft>
                  <a:spcPts val="0"/>
                </a:spcAft>
                <a:buClrTx/>
                <a:buSzTx/>
                <a:buFontTx/>
                <a:buNone/>
                <a:tabLst/>
                <a:defRPr/>
              </a:pPr>
              <a:t>87</a:t>
            </a:fld>
            <a:endParaRPr kumimoji="0" lang="fr-FR" sz="1200" b="0" i="0" u="none" strike="noStrike" kern="0" cap="none" spc="-25" normalizeH="0" baseline="0" noProof="0" dirty="0">
              <a:ln>
                <a:noFill/>
              </a:ln>
              <a:solidFill>
                <a:prstClr val="white"/>
              </a:solidFill>
              <a:effectLst/>
              <a:uLnTx/>
              <a:uFillTx/>
              <a:latin typeface="Calibri"/>
              <a:cs typeface="Calibri"/>
            </a:endParaRPr>
          </a:p>
        </p:txBody>
      </p:sp>
    </p:spTree>
    <p:extLst>
      <p:ext uri="{BB962C8B-B14F-4D97-AF65-F5344CB8AC3E}">
        <p14:creationId xmlns:p14="http://schemas.microsoft.com/office/powerpoint/2010/main" val="25466042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709F9-68F0-A3EE-27DC-E3AE79DA12F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E9F3E8B-C8AC-A294-6208-FDBEAD4CFCFE}"/>
              </a:ext>
            </a:extLst>
          </p:cNvPr>
          <p:cNvSpPr>
            <a:spLocks noGrp="1"/>
          </p:cNvSpPr>
          <p:nvPr>
            <p:ph type="title"/>
          </p:nvPr>
        </p:nvSpPr>
        <p:spPr>
          <a:xfrm>
            <a:off x="1054048" y="98310"/>
            <a:ext cx="9350642" cy="1107996"/>
          </a:xfrm>
        </p:spPr>
        <p:txBody>
          <a:bodyPr/>
          <a:lstStyle/>
          <a:p>
            <a:r>
              <a:rPr lang="fr-FR" b="1" spc="125" dirty="0"/>
              <a:t>Générer un </a:t>
            </a:r>
            <a:r>
              <a:rPr lang="fr-FR" b="1" spc="125" dirty="0" err="1"/>
              <a:t>Jenkinsfile</a:t>
            </a:r>
            <a:r>
              <a:rPr lang="fr-FR" b="1" spc="125" dirty="0"/>
              <a:t> à partir d’un job Freestyle</a:t>
            </a:r>
          </a:p>
        </p:txBody>
      </p:sp>
      <p:sp>
        <p:nvSpPr>
          <p:cNvPr id="5" name="object 2">
            <a:extLst>
              <a:ext uri="{FF2B5EF4-FFF2-40B4-BE49-F238E27FC236}">
                <a16:creationId xmlns:a16="http://schemas.microsoft.com/office/drawing/2014/main" id="{371B4D44-F208-AFB4-A201-ED4B989C2EB0}"/>
              </a:ext>
            </a:extLst>
          </p:cNvPr>
          <p:cNvSpPr txBox="1"/>
          <p:nvPr/>
        </p:nvSpPr>
        <p:spPr>
          <a:xfrm>
            <a:off x="463550"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1</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8" name="Espace réservé du contenu 2">
            <a:extLst>
              <a:ext uri="{FF2B5EF4-FFF2-40B4-BE49-F238E27FC236}">
                <a16:creationId xmlns:a16="http://schemas.microsoft.com/office/drawing/2014/main" id="{B587C347-F58A-05D1-075B-6FDB48997350}"/>
              </a:ext>
            </a:extLst>
          </p:cNvPr>
          <p:cNvSpPr txBox="1">
            <a:spLocks/>
          </p:cNvSpPr>
          <p:nvPr/>
        </p:nvSpPr>
        <p:spPr>
          <a:xfrm>
            <a:off x="463550" y="1568450"/>
            <a:ext cx="10515600" cy="4848225"/>
          </a:xfrm>
          <a:prstGeom prst="rect">
            <a:avLst/>
          </a:prstGeom>
        </p:spPr>
        <p:txBody>
          <a:bodyPr wrap="square" lIns="0" tIns="0" rIns="0" bIns="0">
            <a:normAutofit/>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B6282514-425B-1D04-D2C6-88DD8B65E4CE}"/>
              </a:ext>
            </a:extLst>
          </p:cNvPr>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lang="fr-FR" sz="1200" spc="-25" dirty="0">
                <a:solidFill>
                  <a:prstClr val="white"/>
                </a:solidFill>
                <a:latin typeface="Calibri"/>
                <a:cs typeface="Calibri"/>
              </a:rPr>
              <a:t>88</a:t>
            </a:r>
            <a:endParaRPr kumimoji="0" lang="fr-FR" sz="1200" b="0" i="0" u="none" strike="noStrike" kern="0" cap="none" spc="-25" normalizeH="0" baseline="0" noProof="0" dirty="0">
              <a:ln>
                <a:noFill/>
              </a:ln>
              <a:solidFill>
                <a:prstClr val="white"/>
              </a:solidFill>
              <a:effectLst/>
              <a:uLnTx/>
              <a:uFillTx/>
              <a:latin typeface="Calibri"/>
              <a:cs typeface="Calibri"/>
            </a:endParaRPr>
          </a:p>
        </p:txBody>
      </p:sp>
      <p:sp>
        <p:nvSpPr>
          <p:cNvPr id="11" name="TextBox 10">
            <a:extLst>
              <a:ext uri="{FF2B5EF4-FFF2-40B4-BE49-F238E27FC236}">
                <a16:creationId xmlns:a16="http://schemas.microsoft.com/office/drawing/2014/main" id="{7EC40BFD-300E-2B9D-6D82-45AA66287805}"/>
              </a:ext>
            </a:extLst>
          </p:cNvPr>
          <p:cNvSpPr txBox="1"/>
          <p:nvPr/>
        </p:nvSpPr>
        <p:spPr>
          <a:xfrm>
            <a:off x="463550" y="1385744"/>
            <a:ext cx="9753600" cy="3383106"/>
          </a:xfrm>
          <a:prstGeom prst="rect">
            <a:avLst/>
          </a:prstGeom>
          <a:noFill/>
        </p:spPr>
        <p:txBody>
          <a:bodyPr wrap="square">
            <a:spAutoFit/>
          </a:bodyPr>
          <a:lstStyle/>
          <a:p>
            <a:pPr marL="0" marR="0" lvl="0" indent="0" defTabSz="914400" eaLnBrk="1" fontAlgn="auto" latinLnBrk="0" hangingPunct="1">
              <a:lnSpc>
                <a:spcPct val="200000"/>
              </a:lnSpc>
              <a:spcBef>
                <a:spcPts val="0"/>
              </a:spcBef>
              <a:spcAft>
                <a:spcPts val="0"/>
              </a:spcAft>
              <a:buClrTx/>
              <a:buSzTx/>
              <a:buFontTx/>
              <a:buNone/>
              <a:tabLst/>
              <a:defRPr/>
            </a:pPr>
            <a:r>
              <a:rPr kumimoji="0" lang="fr-FR" sz="2200" b="1" i="0" u="none" strike="noStrike" kern="0" cap="none" spc="0" normalizeH="0" baseline="0" noProof="0" dirty="0">
                <a:ln>
                  <a:noFill/>
                </a:ln>
                <a:solidFill>
                  <a:sysClr val="windowText" lastClr="000000"/>
                </a:solidFill>
                <a:effectLst/>
                <a:uLnTx/>
                <a:uFillTx/>
                <a:latin typeface="Calibri"/>
              </a:rPr>
              <a:t>Pourquoi passer d’un projet Freestyle à un Pipeline ?</a:t>
            </a:r>
          </a:p>
          <a:p>
            <a:pPr marL="342900" marR="0" lvl="0" indent="-342900" defTabSz="91440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fr-FR" sz="2200" b="0" i="0" u="none" strike="noStrike" kern="0" cap="none" spc="0" normalizeH="0" baseline="0" noProof="0" dirty="0">
                <a:ln>
                  <a:noFill/>
                </a:ln>
                <a:solidFill>
                  <a:sysClr val="windowText" lastClr="000000"/>
                </a:solidFill>
                <a:effectLst/>
                <a:uLnTx/>
                <a:uFillTx/>
                <a:latin typeface="Calibri"/>
              </a:rPr>
              <a:t>Automatisation et maintenabilité accrue</a:t>
            </a:r>
          </a:p>
          <a:p>
            <a:pPr marL="342900" marR="0" lvl="0" indent="-342900" defTabSz="91440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fr-FR" sz="2200" b="0" i="0" u="none" strike="noStrike" kern="0" cap="none" spc="0" normalizeH="0" baseline="0" noProof="0" dirty="0">
                <a:ln>
                  <a:noFill/>
                </a:ln>
                <a:solidFill>
                  <a:sysClr val="windowText" lastClr="000000"/>
                </a:solidFill>
                <a:effectLst/>
                <a:uLnTx/>
                <a:uFillTx/>
                <a:latin typeface="Calibri"/>
              </a:rPr>
              <a:t>Versionner les pipelines avec </a:t>
            </a:r>
            <a:r>
              <a:rPr kumimoji="0" lang="fr-FR" sz="2200" b="0" i="0" u="none" strike="noStrike" kern="0" cap="none" spc="0" normalizeH="0" baseline="0" noProof="0" dirty="0" err="1">
                <a:ln>
                  <a:noFill/>
                </a:ln>
                <a:solidFill>
                  <a:sysClr val="windowText" lastClr="000000"/>
                </a:solidFill>
                <a:effectLst/>
                <a:uLnTx/>
                <a:uFillTx/>
                <a:latin typeface="Calibri"/>
              </a:rPr>
              <a:t>Jenkinsfile</a:t>
            </a:r>
            <a:endParaRPr kumimoji="0" lang="fr-FR" sz="2200" b="0" i="0" u="none" strike="noStrike" kern="0" cap="none" spc="0" normalizeH="0" baseline="0" noProof="0" dirty="0">
              <a:ln>
                <a:noFill/>
              </a:ln>
              <a:solidFill>
                <a:sysClr val="windowText" lastClr="000000"/>
              </a:solidFill>
              <a:effectLst/>
              <a:uLnTx/>
              <a:uFillTx/>
              <a:latin typeface="Calibri"/>
            </a:endParaRPr>
          </a:p>
          <a:p>
            <a:pPr marL="342900" marR="0" lvl="0" indent="-342900" defTabSz="91440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fr-FR" sz="2200" b="0" i="0" u="none" strike="noStrike" kern="0" cap="none" spc="0" normalizeH="0" baseline="0" noProof="0" dirty="0">
                <a:ln>
                  <a:noFill/>
                </a:ln>
                <a:solidFill>
                  <a:sysClr val="windowText" lastClr="000000"/>
                </a:solidFill>
                <a:effectLst/>
                <a:uLnTx/>
                <a:uFillTx/>
                <a:latin typeface="Calibri"/>
              </a:rPr>
              <a:t>Meilleure flexibilité et scalabilité</a:t>
            </a:r>
          </a:p>
          <a:p>
            <a:pPr marL="342900" marR="0" lvl="0" indent="-342900" defTabSz="91440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fr-FR" sz="2200" b="0" i="0" u="none" strike="noStrike" kern="0" cap="none" spc="0" normalizeH="0" baseline="0" noProof="0" dirty="0">
                <a:ln>
                  <a:noFill/>
                </a:ln>
                <a:solidFill>
                  <a:sysClr val="windowText" lastClr="000000"/>
                </a:solidFill>
                <a:effectLst/>
                <a:uLnTx/>
                <a:uFillTx/>
                <a:latin typeface="Calibri"/>
              </a:rPr>
              <a:t>Intégration facilitée avec les outils DevOps</a:t>
            </a:r>
          </a:p>
        </p:txBody>
      </p:sp>
    </p:spTree>
    <p:extLst>
      <p:ext uri="{BB962C8B-B14F-4D97-AF65-F5344CB8AC3E}">
        <p14:creationId xmlns:p14="http://schemas.microsoft.com/office/powerpoint/2010/main" val="314334811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AD932-5DC8-0D9F-0C43-86F06A2ADEE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51DA19E-219D-081C-8731-D91AA180A1D3}"/>
              </a:ext>
            </a:extLst>
          </p:cNvPr>
          <p:cNvSpPr>
            <a:spLocks noGrp="1"/>
          </p:cNvSpPr>
          <p:nvPr>
            <p:ph type="title"/>
          </p:nvPr>
        </p:nvSpPr>
        <p:spPr>
          <a:xfrm>
            <a:off x="1054048" y="98310"/>
            <a:ext cx="9350642" cy="1107996"/>
          </a:xfrm>
        </p:spPr>
        <p:txBody>
          <a:bodyPr/>
          <a:lstStyle/>
          <a:p>
            <a:r>
              <a:rPr lang="fr-FR" b="1" spc="125" dirty="0"/>
              <a:t>Générer un </a:t>
            </a:r>
            <a:r>
              <a:rPr lang="fr-FR" b="1" spc="125" dirty="0" err="1"/>
              <a:t>Jenkinsfile</a:t>
            </a:r>
            <a:r>
              <a:rPr lang="fr-FR" b="1" spc="125" dirty="0"/>
              <a:t> à partir d’un job Freestyle</a:t>
            </a:r>
          </a:p>
        </p:txBody>
      </p:sp>
      <p:sp>
        <p:nvSpPr>
          <p:cNvPr id="5" name="object 2">
            <a:extLst>
              <a:ext uri="{FF2B5EF4-FFF2-40B4-BE49-F238E27FC236}">
                <a16:creationId xmlns:a16="http://schemas.microsoft.com/office/drawing/2014/main" id="{20115C14-01A1-460E-BF91-19DF1D982DA6}"/>
              </a:ext>
            </a:extLst>
          </p:cNvPr>
          <p:cNvSpPr txBox="1"/>
          <p:nvPr/>
        </p:nvSpPr>
        <p:spPr>
          <a:xfrm>
            <a:off x="463550"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1</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8" name="Espace réservé du contenu 2">
            <a:extLst>
              <a:ext uri="{FF2B5EF4-FFF2-40B4-BE49-F238E27FC236}">
                <a16:creationId xmlns:a16="http://schemas.microsoft.com/office/drawing/2014/main" id="{29C3AAF1-D000-C0C6-0152-693093D763D4}"/>
              </a:ext>
            </a:extLst>
          </p:cNvPr>
          <p:cNvSpPr txBox="1">
            <a:spLocks/>
          </p:cNvSpPr>
          <p:nvPr/>
        </p:nvSpPr>
        <p:spPr>
          <a:xfrm>
            <a:off x="463550" y="1568450"/>
            <a:ext cx="10515600" cy="4848225"/>
          </a:xfrm>
          <a:prstGeom prst="rect">
            <a:avLst/>
          </a:prstGeom>
        </p:spPr>
        <p:txBody>
          <a:bodyPr wrap="square" lIns="0" tIns="0" rIns="0" bIns="0">
            <a:normAutofit/>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B3F5F082-B9BB-D0ED-A329-696666BA4BA8}"/>
              </a:ext>
            </a:extLst>
          </p:cNvPr>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lang="fr-FR" sz="1200" spc="-25" dirty="0">
                <a:solidFill>
                  <a:prstClr val="white"/>
                </a:solidFill>
                <a:latin typeface="Calibri"/>
                <a:cs typeface="Calibri"/>
              </a:rPr>
              <a:t>8</a:t>
            </a:r>
            <a:r>
              <a:rPr kumimoji="0" lang="fr-FR" sz="1200" b="0" i="0" u="none" strike="noStrike" kern="0" cap="none" spc="-25" normalizeH="0" baseline="0" noProof="0" dirty="0">
                <a:ln>
                  <a:noFill/>
                </a:ln>
                <a:solidFill>
                  <a:prstClr val="white"/>
                </a:solidFill>
                <a:effectLst/>
                <a:uLnTx/>
                <a:uFillTx/>
                <a:latin typeface="Calibri"/>
                <a:cs typeface="Calibri"/>
              </a:rPr>
              <a:t>9</a:t>
            </a:r>
          </a:p>
        </p:txBody>
      </p:sp>
      <p:sp>
        <p:nvSpPr>
          <p:cNvPr id="11" name="TextBox 10">
            <a:extLst>
              <a:ext uri="{FF2B5EF4-FFF2-40B4-BE49-F238E27FC236}">
                <a16:creationId xmlns:a16="http://schemas.microsoft.com/office/drawing/2014/main" id="{E0934897-EDE8-C961-4FA3-BE23E940E2E8}"/>
              </a:ext>
            </a:extLst>
          </p:cNvPr>
          <p:cNvSpPr txBox="1"/>
          <p:nvPr/>
        </p:nvSpPr>
        <p:spPr>
          <a:xfrm>
            <a:off x="463550" y="1111250"/>
            <a:ext cx="4876800" cy="6041526"/>
          </a:xfrm>
          <a:prstGeom prst="rect">
            <a:avLst/>
          </a:prstGeom>
          <a:noFill/>
        </p:spPr>
        <p:txBody>
          <a:bodyPr wrap="square">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kumimoji="0" lang="fr-FR" sz="2200" b="1" i="0" u="none" strike="noStrike" kern="0" cap="none" spc="0" normalizeH="0" baseline="0" noProof="0" dirty="0">
                <a:ln>
                  <a:noFill/>
                </a:ln>
                <a:solidFill>
                  <a:sysClr val="windowText" lastClr="000000"/>
                </a:solidFill>
                <a:effectLst/>
                <a:uLnTx/>
                <a:uFillTx/>
                <a:latin typeface="Calibri"/>
              </a:rPr>
              <a:t>Étapes de migration</a:t>
            </a:r>
          </a:p>
          <a:p>
            <a:pPr marL="457200" marR="0" lvl="0" indent="-457200" defTabSz="914400" eaLnBrk="1" fontAlgn="auto" latinLnBrk="0" hangingPunct="1">
              <a:lnSpc>
                <a:spcPct val="150000"/>
              </a:lnSpc>
              <a:spcBef>
                <a:spcPts val="0"/>
              </a:spcBef>
              <a:spcAft>
                <a:spcPts val="0"/>
              </a:spcAft>
              <a:buClrTx/>
              <a:buSzTx/>
              <a:buFont typeface="+mj-lt"/>
              <a:buAutoNum type="arabicPeriod"/>
              <a:tabLst/>
              <a:defRPr/>
            </a:pPr>
            <a:r>
              <a:rPr kumimoji="0" lang="fr-FR" sz="2200" i="0" u="none" strike="noStrike" kern="0" cap="none" spc="0" normalizeH="0" baseline="0" noProof="0" dirty="0">
                <a:ln>
                  <a:noFill/>
                </a:ln>
                <a:solidFill>
                  <a:sysClr val="windowText" lastClr="000000"/>
                </a:solidFill>
                <a:effectLst/>
                <a:uLnTx/>
                <a:uFillTx/>
                <a:latin typeface="Calibri"/>
              </a:rPr>
              <a:t>Analyser les étapes du job Freestyle</a:t>
            </a:r>
          </a:p>
          <a:p>
            <a:pPr marL="457200" marR="0" lvl="0" indent="-457200" defTabSz="914400" eaLnBrk="1" fontAlgn="auto" latinLnBrk="0" hangingPunct="1">
              <a:lnSpc>
                <a:spcPct val="150000"/>
              </a:lnSpc>
              <a:spcBef>
                <a:spcPts val="0"/>
              </a:spcBef>
              <a:spcAft>
                <a:spcPts val="0"/>
              </a:spcAft>
              <a:buClrTx/>
              <a:buSzTx/>
              <a:buFont typeface="+mj-lt"/>
              <a:buAutoNum type="arabicPeriod"/>
              <a:tabLst/>
              <a:defRPr/>
            </a:pPr>
            <a:r>
              <a:rPr kumimoji="0" lang="fr-FR" sz="2200" i="0" u="none" strike="noStrike" kern="0" cap="none" spc="0" normalizeH="0" baseline="0" noProof="0" dirty="0">
                <a:ln>
                  <a:noFill/>
                </a:ln>
                <a:solidFill>
                  <a:sysClr val="windowText" lastClr="000000"/>
                </a:solidFill>
                <a:effectLst/>
                <a:uLnTx/>
                <a:uFillTx/>
                <a:latin typeface="Calibri"/>
              </a:rPr>
              <a:t>Convertir chaque étape en script Groovy</a:t>
            </a:r>
          </a:p>
          <a:p>
            <a:pPr marL="457200" marR="0" lvl="0" indent="-457200" defTabSz="914400" eaLnBrk="1" fontAlgn="auto" latinLnBrk="0" hangingPunct="1">
              <a:lnSpc>
                <a:spcPct val="150000"/>
              </a:lnSpc>
              <a:spcBef>
                <a:spcPts val="0"/>
              </a:spcBef>
              <a:spcAft>
                <a:spcPts val="0"/>
              </a:spcAft>
              <a:buClrTx/>
              <a:buSzTx/>
              <a:buFont typeface="+mj-lt"/>
              <a:buAutoNum type="arabicPeriod"/>
              <a:tabLst/>
              <a:defRPr/>
            </a:pPr>
            <a:r>
              <a:rPr kumimoji="0" lang="fr-FR" sz="2200" i="0" u="none" strike="noStrike" kern="0" cap="none" spc="0" normalizeH="0" baseline="0" noProof="0" dirty="0">
                <a:ln>
                  <a:noFill/>
                </a:ln>
                <a:solidFill>
                  <a:sysClr val="windowText" lastClr="000000"/>
                </a:solidFill>
                <a:effectLst/>
                <a:uLnTx/>
                <a:uFillTx/>
                <a:latin typeface="Calibri"/>
              </a:rPr>
              <a:t>Ajouter les étapes dans un </a:t>
            </a:r>
            <a:r>
              <a:rPr kumimoji="0" lang="fr-FR" sz="2200" i="0" u="none" strike="noStrike" kern="0" cap="none" spc="0" normalizeH="0" baseline="0" noProof="0" dirty="0" err="1">
                <a:ln>
                  <a:noFill/>
                </a:ln>
                <a:solidFill>
                  <a:sysClr val="windowText" lastClr="000000"/>
                </a:solidFill>
                <a:effectLst/>
                <a:uLnTx/>
                <a:uFillTx/>
                <a:latin typeface="Calibri"/>
              </a:rPr>
              <a:t>Jenkinsfile</a:t>
            </a:r>
            <a:endParaRPr kumimoji="0" lang="fr-FR" sz="2200" i="0" u="none" strike="noStrike" kern="0" cap="none" spc="0" normalizeH="0" baseline="0" noProof="0" dirty="0">
              <a:ln>
                <a:noFill/>
              </a:ln>
              <a:solidFill>
                <a:sysClr val="windowText" lastClr="000000"/>
              </a:solidFill>
              <a:effectLst/>
              <a:uLnTx/>
              <a:uFillTx/>
              <a:latin typeface="Calibri"/>
            </a:endParaRPr>
          </a:p>
          <a:p>
            <a:pPr marL="457200" marR="0" lvl="0" indent="-457200" defTabSz="914400" eaLnBrk="1" fontAlgn="auto" latinLnBrk="0" hangingPunct="1">
              <a:lnSpc>
                <a:spcPct val="150000"/>
              </a:lnSpc>
              <a:spcBef>
                <a:spcPts val="0"/>
              </a:spcBef>
              <a:spcAft>
                <a:spcPts val="0"/>
              </a:spcAft>
              <a:buClrTx/>
              <a:buSzTx/>
              <a:buFont typeface="+mj-lt"/>
              <a:buAutoNum type="arabicPeriod"/>
              <a:tabLst/>
              <a:defRPr/>
            </a:pPr>
            <a:r>
              <a:rPr kumimoji="0" lang="fr-FR" sz="2200" i="0" u="none" strike="noStrike" kern="0" cap="none" spc="0" normalizeH="0" baseline="0" noProof="0" dirty="0">
                <a:ln>
                  <a:noFill/>
                </a:ln>
                <a:solidFill>
                  <a:sysClr val="windowText" lastClr="000000"/>
                </a:solidFill>
                <a:effectLst/>
                <a:uLnTx/>
                <a:uFillTx/>
                <a:latin typeface="Calibri"/>
              </a:rPr>
              <a:t>Tester et valider</a:t>
            </a:r>
          </a:p>
          <a:p>
            <a:pPr marR="0" lvl="0" defTabSz="914400" eaLnBrk="1" fontAlgn="auto" latinLnBrk="0" hangingPunct="1">
              <a:lnSpc>
                <a:spcPct val="150000"/>
              </a:lnSpc>
              <a:spcBef>
                <a:spcPts val="0"/>
              </a:spcBef>
              <a:spcAft>
                <a:spcPts val="0"/>
              </a:spcAft>
              <a:buClrTx/>
              <a:buSzTx/>
              <a:tabLst/>
              <a:defRPr/>
            </a:pPr>
            <a:r>
              <a:rPr kumimoji="0" lang="fr-FR" sz="2200" b="1" i="0" u="none" strike="noStrike" kern="0" cap="none" spc="0" normalizeH="0" baseline="0" noProof="0" dirty="0">
                <a:ln>
                  <a:noFill/>
                </a:ln>
                <a:solidFill>
                  <a:sysClr val="windowText" lastClr="000000"/>
                </a:solidFill>
                <a:effectLst/>
                <a:uLnTx/>
                <a:uFillTx/>
                <a:latin typeface="Calibri"/>
              </a:rPr>
              <a:t>Exemple de conversion</a:t>
            </a:r>
          </a:p>
          <a:p>
            <a:pPr marR="0" lvl="0" defTabSz="914400" eaLnBrk="1" fontAlgn="auto" latinLnBrk="0" hangingPunct="1">
              <a:lnSpc>
                <a:spcPct val="150000"/>
              </a:lnSpc>
              <a:spcBef>
                <a:spcPts val="0"/>
              </a:spcBef>
              <a:spcAft>
                <a:spcPts val="0"/>
              </a:spcAft>
              <a:buClrTx/>
              <a:buSzTx/>
              <a:tabLst/>
              <a:defRPr/>
            </a:pPr>
            <a:r>
              <a:rPr kumimoji="0" lang="fr-FR" b="1" i="0" u="none" strike="noStrike" kern="0" cap="none" spc="0" normalizeH="0" baseline="0" noProof="0" dirty="0">
                <a:ln>
                  <a:noFill/>
                </a:ln>
                <a:solidFill>
                  <a:sysClr val="windowText" lastClr="000000"/>
                </a:solidFill>
                <a:effectLst/>
                <a:uLnTx/>
                <a:uFillTx/>
                <a:latin typeface="Calibri"/>
              </a:rPr>
              <a:t>Job Freestyle :</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Calibri"/>
              </a:rPr>
              <a:t>Clonage d’un dépôt Git</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Calibri"/>
              </a:rPr>
              <a:t>Exécution de tests avec Maven</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Calibri"/>
              </a:rPr>
              <a:t>Construction et déploiement</a:t>
            </a:r>
          </a:p>
        </p:txBody>
      </p:sp>
      <p:sp>
        <p:nvSpPr>
          <p:cNvPr id="4" name="TextBox 3">
            <a:extLst>
              <a:ext uri="{FF2B5EF4-FFF2-40B4-BE49-F238E27FC236}">
                <a16:creationId xmlns:a16="http://schemas.microsoft.com/office/drawing/2014/main" id="{931349F0-9977-13EA-A872-7ED5EB606B0B}"/>
              </a:ext>
            </a:extLst>
          </p:cNvPr>
          <p:cNvSpPr txBox="1"/>
          <p:nvPr/>
        </p:nvSpPr>
        <p:spPr>
          <a:xfrm>
            <a:off x="5949950" y="1263650"/>
            <a:ext cx="5492496" cy="430887"/>
          </a:xfrm>
          <a:prstGeom prst="rect">
            <a:avLst/>
          </a:prstGeom>
          <a:noFill/>
        </p:spPr>
        <p:txBody>
          <a:bodyPr wrap="square">
            <a:spAutoFit/>
          </a:bodyPr>
          <a:lstStyle/>
          <a:p>
            <a:r>
              <a:rPr lang="fr-FR" sz="2200" b="1" dirty="0">
                <a:latin typeface="Calibri"/>
              </a:rPr>
              <a:t>Pipeline équivalent :</a:t>
            </a:r>
          </a:p>
        </p:txBody>
      </p:sp>
      <p:sp>
        <p:nvSpPr>
          <p:cNvPr id="9" name="TextBox 8">
            <a:extLst>
              <a:ext uri="{FF2B5EF4-FFF2-40B4-BE49-F238E27FC236}">
                <a16:creationId xmlns:a16="http://schemas.microsoft.com/office/drawing/2014/main" id="{968FBDCF-E0BD-CD18-DFC9-9EAB72F969AD}"/>
              </a:ext>
            </a:extLst>
          </p:cNvPr>
          <p:cNvSpPr txBox="1"/>
          <p:nvPr/>
        </p:nvSpPr>
        <p:spPr>
          <a:xfrm>
            <a:off x="5305210" y="1644650"/>
            <a:ext cx="5064340" cy="5940088"/>
          </a:xfrm>
          <a:prstGeom prst="rect">
            <a:avLst/>
          </a:prstGeom>
          <a:noFill/>
        </p:spPr>
        <p:txBody>
          <a:bodyPr wrap="square">
            <a:spAutoFit/>
          </a:bodyPr>
          <a:lstStyle/>
          <a:p>
            <a:pPr>
              <a:defRPr/>
            </a:pPr>
            <a:r>
              <a:rPr lang="fr-FR" sz="1900" dirty="0">
                <a:highlight>
                  <a:srgbClr val="C0C0C0"/>
                </a:highlight>
                <a:latin typeface="Calibri"/>
              </a:rPr>
              <a:t>pipeline {</a:t>
            </a:r>
          </a:p>
          <a:p>
            <a:pPr>
              <a:defRPr/>
            </a:pPr>
            <a:r>
              <a:rPr lang="fr-FR" sz="1900" dirty="0">
                <a:highlight>
                  <a:srgbClr val="C0C0C0"/>
                </a:highlight>
                <a:latin typeface="Calibri"/>
              </a:rPr>
              <a:t>    agent </a:t>
            </a:r>
            <a:r>
              <a:rPr lang="fr-FR" sz="1900" dirty="0" err="1">
                <a:highlight>
                  <a:srgbClr val="C0C0C0"/>
                </a:highlight>
                <a:latin typeface="Calibri"/>
              </a:rPr>
              <a:t>any</a:t>
            </a:r>
            <a:endParaRPr lang="fr-FR" sz="1900" dirty="0">
              <a:highlight>
                <a:srgbClr val="C0C0C0"/>
              </a:highlight>
              <a:latin typeface="Calibri"/>
            </a:endParaRPr>
          </a:p>
          <a:p>
            <a:pPr>
              <a:defRPr/>
            </a:pPr>
            <a:r>
              <a:rPr lang="fr-FR" sz="1900" dirty="0">
                <a:highlight>
                  <a:srgbClr val="C0C0C0"/>
                </a:highlight>
                <a:latin typeface="Calibri"/>
              </a:rPr>
              <a:t>    stages {</a:t>
            </a:r>
          </a:p>
          <a:p>
            <a:pPr>
              <a:defRPr/>
            </a:pPr>
            <a:r>
              <a:rPr lang="fr-FR" sz="1900" dirty="0">
                <a:highlight>
                  <a:srgbClr val="C0C0C0"/>
                </a:highlight>
                <a:latin typeface="Calibri"/>
              </a:rPr>
              <a:t>        stage('</a:t>
            </a:r>
            <a:r>
              <a:rPr lang="fr-FR" sz="1900" dirty="0" err="1">
                <a:highlight>
                  <a:srgbClr val="C0C0C0"/>
                </a:highlight>
                <a:latin typeface="Calibri"/>
              </a:rPr>
              <a:t>Checkout</a:t>
            </a:r>
            <a:r>
              <a:rPr lang="fr-FR" sz="1900" dirty="0">
                <a:highlight>
                  <a:srgbClr val="C0C0C0"/>
                </a:highlight>
                <a:latin typeface="Calibri"/>
              </a:rPr>
              <a:t>’) {</a:t>
            </a:r>
          </a:p>
          <a:p>
            <a:pPr>
              <a:defRPr/>
            </a:pPr>
            <a:r>
              <a:rPr lang="fr-FR" sz="1900" dirty="0">
                <a:highlight>
                  <a:srgbClr val="C0C0C0"/>
                </a:highlight>
                <a:latin typeface="Calibri"/>
              </a:rPr>
              <a:t>            </a:t>
            </a:r>
            <a:r>
              <a:rPr lang="fr-FR" sz="1900" dirty="0" err="1">
                <a:highlight>
                  <a:srgbClr val="C0C0C0"/>
                </a:highlight>
                <a:latin typeface="Calibri"/>
              </a:rPr>
              <a:t>steps</a:t>
            </a:r>
            <a:r>
              <a:rPr lang="fr-FR" sz="1900" dirty="0">
                <a:highlight>
                  <a:srgbClr val="C0C0C0"/>
                </a:highlight>
                <a:latin typeface="Calibri"/>
              </a:rPr>
              <a:t> {</a:t>
            </a:r>
          </a:p>
          <a:p>
            <a:pPr>
              <a:defRPr/>
            </a:pPr>
            <a:r>
              <a:rPr lang="fr-FR" sz="1900" dirty="0">
                <a:highlight>
                  <a:srgbClr val="C0C0C0"/>
                </a:highlight>
                <a:latin typeface="Calibri"/>
              </a:rPr>
              <a:t>                git 'https://github.com/</a:t>
            </a:r>
            <a:r>
              <a:rPr lang="fr-FR" sz="1900" dirty="0" err="1">
                <a:highlight>
                  <a:srgbClr val="C0C0C0"/>
                </a:highlight>
                <a:latin typeface="Calibri"/>
              </a:rPr>
              <a:t>monrepo.git</a:t>
            </a:r>
            <a:r>
              <a:rPr lang="fr-FR" sz="1900" dirty="0">
                <a:highlight>
                  <a:srgbClr val="C0C0C0"/>
                </a:highlight>
                <a:latin typeface="Calibri"/>
              </a:rPr>
              <a:t>’</a:t>
            </a:r>
          </a:p>
          <a:p>
            <a:pPr>
              <a:defRPr/>
            </a:pPr>
            <a:r>
              <a:rPr lang="fr-FR" sz="1900" dirty="0">
                <a:highlight>
                  <a:srgbClr val="C0C0C0"/>
                </a:highlight>
                <a:latin typeface="Calibri"/>
              </a:rPr>
              <a:t>            }</a:t>
            </a:r>
          </a:p>
          <a:p>
            <a:pPr>
              <a:defRPr/>
            </a:pPr>
            <a:r>
              <a:rPr lang="fr-FR" sz="1900" dirty="0">
                <a:highlight>
                  <a:srgbClr val="C0C0C0"/>
                </a:highlight>
                <a:latin typeface="Calibri"/>
              </a:rPr>
              <a:t>        }</a:t>
            </a:r>
          </a:p>
          <a:p>
            <a:pPr>
              <a:defRPr/>
            </a:pPr>
            <a:r>
              <a:rPr lang="fr-FR" sz="1900" dirty="0">
                <a:highlight>
                  <a:srgbClr val="C0C0C0"/>
                </a:highlight>
                <a:latin typeface="Calibri"/>
              </a:rPr>
              <a:t>        stage('Test’) {</a:t>
            </a:r>
          </a:p>
          <a:p>
            <a:pPr>
              <a:defRPr/>
            </a:pPr>
            <a:r>
              <a:rPr lang="fr-FR" sz="1900" dirty="0">
                <a:highlight>
                  <a:srgbClr val="C0C0C0"/>
                </a:highlight>
                <a:latin typeface="Calibri"/>
              </a:rPr>
              <a:t>            </a:t>
            </a:r>
            <a:r>
              <a:rPr lang="fr-FR" sz="1900" dirty="0" err="1">
                <a:highlight>
                  <a:srgbClr val="C0C0C0"/>
                </a:highlight>
                <a:latin typeface="Calibri"/>
              </a:rPr>
              <a:t>steps</a:t>
            </a:r>
            <a:r>
              <a:rPr lang="fr-FR" sz="1900" dirty="0">
                <a:highlight>
                  <a:srgbClr val="C0C0C0"/>
                </a:highlight>
                <a:latin typeface="Calibri"/>
              </a:rPr>
              <a:t> {</a:t>
            </a:r>
          </a:p>
          <a:p>
            <a:pPr>
              <a:defRPr/>
            </a:pPr>
            <a:r>
              <a:rPr lang="fr-FR" sz="1900" dirty="0">
                <a:highlight>
                  <a:srgbClr val="C0C0C0"/>
                </a:highlight>
                <a:latin typeface="Calibri"/>
              </a:rPr>
              <a:t>                sh '</a:t>
            </a:r>
            <a:r>
              <a:rPr lang="fr-FR" sz="1900" dirty="0" err="1">
                <a:highlight>
                  <a:srgbClr val="C0C0C0"/>
                </a:highlight>
                <a:latin typeface="Calibri"/>
              </a:rPr>
              <a:t>mvn</a:t>
            </a:r>
            <a:r>
              <a:rPr lang="fr-FR" sz="1900" dirty="0">
                <a:highlight>
                  <a:srgbClr val="C0C0C0"/>
                </a:highlight>
                <a:latin typeface="Calibri"/>
              </a:rPr>
              <a:t> test’</a:t>
            </a:r>
          </a:p>
          <a:p>
            <a:pPr>
              <a:defRPr/>
            </a:pPr>
            <a:r>
              <a:rPr lang="fr-FR" sz="1900" dirty="0">
                <a:highlight>
                  <a:srgbClr val="C0C0C0"/>
                </a:highlight>
                <a:latin typeface="Calibri"/>
              </a:rPr>
              <a:t>            }</a:t>
            </a:r>
          </a:p>
          <a:p>
            <a:pPr>
              <a:defRPr/>
            </a:pPr>
            <a:r>
              <a:rPr lang="fr-FR" sz="1900" dirty="0">
                <a:highlight>
                  <a:srgbClr val="C0C0C0"/>
                </a:highlight>
                <a:latin typeface="Calibri"/>
              </a:rPr>
              <a:t>        }</a:t>
            </a:r>
          </a:p>
          <a:p>
            <a:pPr>
              <a:defRPr/>
            </a:pPr>
            <a:r>
              <a:rPr lang="fr-FR" sz="1900" dirty="0">
                <a:highlight>
                  <a:srgbClr val="C0C0C0"/>
                </a:highlight>
                <a:latin typeface="Calibri"/>
              </a:rPr>
              <a:t>        stage('</a:t>
            </a:r>
            <a:r>
              <a:rPr lang="fr-FR" sz="1900" dirty="0" err="1">
                <a:highlight>
                  <a:srgbClr val="C0C0C0"/>
                </a:highlight>
                <a:latin typeface="Calibri"/>
              </a:rPr>
              <a:t>Build</a:t>
            </a:r>
            <a:r>
              <a:rPr lang="fr-FR" sz="1900" dirty="0">
                <a:highlight>
                  <a:srgbClr val="C0C0C0"/>
                </a:highlight>
                <a:latin typeface="Calibri"/>
              </a:rPr>
              <a:t> &amp; </a:t>
            </a:r>
            <a:r>
              <a:rPr lang="fr-FR" sz="1900" dirty="0" err="1">
                <a:highlight>
                  <a:srgbClr val="C0C0C0"/>
                </a:highlight>
                <a:latin typeface="Calibri"/>
              </a:rPr>
              <a:t>Deploy</a:t>
            </a:r>
            <a:r>
              <a:rPr lang="fr-FR" sz="1900" dirty="0">
                <a:highlight>
                  <a:srgbClr val="C0C0C0"/>
                </a:highlight>
                <a:latin typeface="Calibri"/>
              </a:rPr>
              <a:t>’) {</a:t>
            </a:r>
          </a:p>
          <a:p>
            <a:pPr>
              <a:defRPr/>
            </a:pPr>
            <a:r>
              <a:rPr lang="fr-FR" sz="1900" dirty="0">
                <a:highlight>
                  <a:srgbClr val="C0C0C0"/>
                </a:highlight>
                <a:latin typeface="Calibri"/>
              </a:rPr>
              <a:t>            </a:t>
            </a:r>
            <a:r>
              <a:rPr lang="fr-FR" sz="1900" dirty="0" err="1">
                <a:highlight>
                  <a:srgbClr val="C0C0C0"/>
                </a:highlight>
                <a:latin typeface="Calibri"/>
              </a:rPr>
              <a:t>steps</a:t>
            </a:r>
            <a:r>
              <a:rPr lang="fr-FR" sz="1900" dirty="0">
                <a:highlight>
                  <a:srgbClr val="C0C0C0"/>
                </a:highlight>
                <a:latin typeface="Calibri"/>
              </a:rPr>
              <a:t> {</a:t>
            </a:r>
          </a:p>
          <a:p>
            <a:pPr>
              <a:defRPr/>
            </a:pPr>
            <a:r>
              <a:rPr lang="fr-FR" sz="1900" dirty="0">
                <a:highlight>
                  <a:srgbClr val="C0C0C0"/>
                </a:highlight>
                <a:latin typeface="Calibri"/>
              </a:rPr>
              <a:t>                sh '</a:t>
            </a:r>
            <a:r>
              <a:rPr lang="fr-FR" sz="1900" dirty="0" err="1">
                <a:highlight>
                  <a:srgbClr val="C0C0C0"/>
                </a:highlight>
                <a:latin typeface="Calibri"/>
              </a:rPr>
              <a:t>mvn</a:t>
            </a:r>
            <a:r>
              <a:rPr lang="fr-FR" sz="1900" dirty="0">
                <a:highlight>
                  <a:srgbClr val="C0C0C0"/>
                </a:highlight>
                <a:latin typeface="Calibri"/>
              </a:rPr>
              <a:t> clean package’</a:t>
            </a:r>
          </a:p>
          <a:p>
            <a:pPr>
              <a:defRPr/>
            </a:pPr>
            <a:r>
              <a:rPr lang="fr-FR" sz="1900" dirty="0">
                <a:highlight>
                  <a:srgbClr val="C0C0C0"/>
                </a:highlight>
                <a:latin typeface="Calibri"/>
              </a:rPr>
              <a:t>            }</a:t>
            </a:r>
          </a:p>
          <a:p>
            <a:pPr>
              <a:defRPr/>
            </a:pPr>
            <a:r>
              <a:rPr lang="fr-FR" sz="1900" dirty="0">
                <a:highlight>
                  <a:srgbClr val="C0C0C0"/>
                </a:highlight>
                <a:latin typeface="Calibri"/>
              </a:rPr>
              <a:t>        }</a:t>
            </a:r>
          </a:p>
          <a:p>
            <a:pPr>
              <a:defRPr/>
            </a:pPr>
            <a:r>
              <a:rPr lang="fr-FR" sz="1900" dirty="0">
                <a:highlight>
                  <a:srgbClr val="C0C0C0"/>
                </a:highlight>
                <a:latin typeface="Calibri"/>
              </a:rPr>
              <a:t>    }</a:t>
            </a:r>
          </a:p>
          <a:p>
            <a:pPr>
              <a:defRPr/>
            </a:pPr>
            <a:r>
              <a:rPr lang="fr-FR" sz="1900" dirty="0">
                <a:highlight>
                  <a:srgbClr val="C0C0C0"/>
                </a:highlight>
                <a:latin typeface="Calibri"/>
              </a:rPr>
              <a:t>}</a:t>
            </a:r>
          </a:p>
        </p:txBody>
      </p:sp>
    </p:spTree>
    <p:extLst>
      <p:ext uri="{BB962C8B-B14F-4D97-AF65-F5344CB8AC3E}">
        <p14:creationId xmlns:p14="http://schemas.microsoft.com/office/powerpoint/2010/main" val="220624112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C8052-13F4-53E8-3EE8-19D5AAF1F3B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7C79A71-E8B7-1F29-E2A8-9658B04C8CC8}"/>
              </a:ext>
            </a:extLst>
          </p:cNvPr>
          <p:cNvSpPr>
            <a:spLocks noGrp="1"/>
          </p:cNvSpPr>
          <p:nvPr>
            <p:ph type="title"/>
          </p:nvPr>
        </p:nvSpPr>
        <p:spPr>
          <a:xfrm>
            <a:off x="1054048" y="98310"/>
            <a:ext cx="9350642" cy="1107996"/>
          </a:xfrm>
        </p:spPr>
        <p:txBody>
          <a:bodyPr/>
          <a:lstStyle/>
          <a:p>
            <a:r>
              <a:rPr lang="fr-FR" b="1" spc="125" dirty="0"/>
              <a:t>Personnalisation et optimisation du </a:t>
            </a:r>
            <a:r>
              <a:rPr lang="fr-FR" b="1" spc="125" dirty="0" err="1"/>
              <a:t>Jenkinsfile</a:t>
            </a:r>
            <a:endParaRPr lang="fr-FR" b="1" spc="125" dirty="0"/>
          </a:p>
        </p:txBody>
      </p:sp>
      <p:sp>
        <p:nvSpPr>
          <p:cNvPr id="5" name="object 2">
            <a:extLst>
              <a:ext uri="{FF2B5EF4-FFF2-40B4-BE49-F238E27FC236}">
                <a16:creationId xmlns:a16="http://schemas.microsoft.com/office/drawing/2014/main" id="{AD2EE4D4-6F8C-F7E9-C6C7-8F7582B5D7A3}"/>
              </a:ext>
            </a:extLst>
          </p:cNvPr>
          <p:cNvSpPr txBox="1"/>
          <p:nvPr/>
        </p:nvSpPr>
        <p:spPr>
          <a:xfrm>
            <a:off x="463550"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2</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8" name="Espace réservé du contenu 2">
            <a:extLst>
              <a:ext uri="{FF2B5EF4-FFF2-40B4-BE49-F238E27FC236}">
                <a16:creationId xmlns:a16="http://schemas.microsoft.com/office/drawing/2014/main" id="{674F6F91-97CD-2F86-A6E4-1A4669403810}"/>
              </a:ext>
            </a:extLst>
          </p:cNvPr>
          <p:cNvSpPr txBox="1">
            <a:spLocks/>
          </p:cNvSpPr>
          <p:nvPr/>
        </p:nvSpPr>
        <p:spPr>
          <a:xfrm>
            <a:off x="463550" y="1568450"/>
            <a:ext cx="10515600" cy="4848225"/>
          </a:xfrm>
          <a:prstGeom prst="rect">
            <a:avLst/>
          </a:prstGeom>
        </p:spPr>
        <p:txBody>
          <a:bodyPr wrap="square" lIns="0" tIns="0" rIns="0" bIns="0">
            <a:normAutofit/>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BFA11ED0-A09F-D3B2-5277-84BAFA0EDDE5}"/>
              </a:ext>
            </a:extLst>
          </p:cNvPr>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kumimoji="0" lang="fr-FR" sz="1200" b="0" i="0" u="none" strike="noStrike" kern="0" cap="none" spc="-25" normalizeH="0" baseline="0" noProof="0" dirty="0">
                <a:ln>
                  <a:noFill/>
                </a:ln>
                <a:solidFill>
                  <a:prstClr val="white"/>
                </a:solidFill>
                <a:effectLst/>
                <a:uLnTx/>
                <a:uFillTx/>
                <a:latin typeface="Calibri"/>
                <a:cs typeface="Calibri"/>
              </a:rPr>
              <a:t>90</a:t>
            </a:r>
          </a:p>
        </p:txBody>
      </p:sp>
      <p:sp>
        <p:nvSpPr>
          <p:cNvPr id="11" name="TextBox 10">
            <a:extLst>
              <a:ext uri="{FF2B5EF4-FFF2-40B4-BE49-F238E27FC236}">
                <a16:creationId xmlns:a16="http://schemas.microsoft.com/office/drawing/2014/main" id="{2FC77E5E-C76C-1F31-08DF-4970C62765B6}"/>
              </a:ext>
            </a:extLst>
          </p:cNvPr>
          <p:cNvSpPr txBox="1"/>
          <p:nvPr/>
        </p:nvSpPr>
        <p:spPr>
          <a:xfrm>
            <a:off x="463550" y="1111250"/>
            <a:ext cx="6629400" cy="1055545"/>
          </a:xfrm>
          <a:prstGeom prst="rect">
            <a:avLst/>
          </a:prstGeom>
          <a:noFill/>
        </p:spPr>
        <p:txBody>
          <a:bodyPr wrap="square">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kumimoji="0" lang="fr-FR" sz="2200" b="1" i="0" u="none" strike="noStrike" kern="0" cap="none" spc="0" normalizeH="0" baseline="0" noProof="0" dirty="0">
                <a:ln>
                  <a:noFill/>
                </a:ln>
                <a:solidFill>
                  <a:sysClr val="windowText" lastClr="000000"/>
                </a:solidFill>
                <a:effectLst/>
                <a:uLnTx/>
                <a:uFillTx/>
                <a:latin typeface="Calibri"/>
              </a:rPr>
              <a:t>Ajout de paramètres et variables d’environnement</a:t>
            </a:r>
          </a:p>
          <a:p>
            <a:pPr marL="0" marR="0" lvl="0" indent="0" defTabSz="914400" eaLnBrk="1" fontAlgn="auto" latinLnBrk="0" hangingPunct="1">
              <a:lnSpc>
                <a:spcPct val="150000"/>
              </a:lnSpc>
              <a:spcBef>
                <a:spcPts val="0"/>
              </a:spcBef>
              <a:spcAft>
                <a:spcPts val="0"/>
              </a:spcAft>
              <a:buClrTx/>
              <a:buSzTx/>
              <a:buFontTx/>
              <a:buNone/>
              <a:tabLst/>
              <a:defRPr/>
            </a:pPr>
            <a:endParaRPr kumimoji="0" lang="fr-FR" sz="2200" b="1" i="0" u="none" strike="noStrike" kern="0" cap="none" spc="0" normalizeH="0" baseline="0" noProof="0" dirty="0">
              <a:ln>
                <a:noFill/>
              </a:ln>
              <a:solidFill>
                <a:sysClr val="windowText" lastClr="000000"/>
              </a:solidFill>
              <a:effectLst/>
              <a:uLnTx/>
              <a:uFillTx/>
              <a:latin typeface="Calibri"/>
            </a:endParaRPr>
          </a:p>
        </p:txBody>
      </p:sp>
      <p:sp>
        <p:nvSpPr>
          <p:cNvPr id="3" name="TextBox 2">
            <a:extLst>
              <a:ext uri="{FF2B5EF4-FFF2-40B4-BE49-F238E27FC236}">
                <a16:creationId xmlns:a16="http://schemas.microsoft.com/office/drawing/2014/main" id="{D54BC1CA-65BF-8540-C6EA-56A9A23EEBB8}"/>
              </a:ext>
            </a:extLst>
          </p:cNvPr>
          <p:cNvSpPr txBox="1"/>
          <p:nvPr/>
        </p:nvSpPr>
        <p:spPr>
          <a:xfrm>
            <a:off x="311150" y="1949450"/>
            <a:ext cx="9906000" cy="4770537"/>
          </a:xfrm>
          <a:prstGeom prst="rect">
            <a:avLst/>
          </a:prstGeom>
          <a:noFill/>
        </p:spPr>
        <p:txBody>
          <a:bodyPr wrap="square">
            <a:spAutoFit/>
          </a:bodyPr>
          <a:lstStyle/>
          <a:p>
            <a:pPr>
              <a:defRPr/>
            </a:pPr>
            <a:r>
              <a:rPr lang="fr-FR" sz="1900" dirty="0">
                <a:highlight>
                  <a:srgbClr val="C0C0C0"/>
                </a:highlight>
                <a:latin typeface="Calibri"/>
              </a:rPr>
              <a:t>pipeline {</a:t>
            </a:r>
          </a:p>
          <a:p>
            <a:pPr>
              <a:defRPr/>
            </a:pPr>
            <a:r>
              <a:rPr lang="fr-FR" sz="1900" dirty="0">
                <a:highlight>
                  <a:srgbClr val="C0C0C0"/>
                </a:highlight>
                <a:latin typeface="Calibri"/>
              </a:rPr>
              <a:t>    agent </a:t>
            </a:r>
            <a:r>
              <a:rPr lang="fr-FR" sz="1900" dirty="0" err="1">
                <a:highlight>
                  <a:srgbClr val="C0C0C0"/>
                </a:highlight>
                <a:latin typeface="Calibri"/>
              </a:rPr>
              <a:t>any</a:t>
            </a:r>
            <a:endParaRPr lang="fr-FR" sz="1900" dirty="0">
              <a:highlight>
                <a:srgbClr val="C0C0C0"/>
              </a:highlight>
              <a:latin typeface="Calibri"/>
            </a:endParaRPr>
          </a:p>
          <a:p>
            <a:pPr>
              <a:defRPr/>
            </a:pPr>
            <a:r>
              <a:rPr lang="fr-FR" sz="1900" dirty="0">
                <a:highlight>
                  <a:srgbClr val="C0C0C0"/>
                </a:highlight>
                <a:latin typeface="Calibri"/>
              </a:rPr>
              <a:t>    </a:t>
            </a:r>
            <a:r>
              <a:rPr lang="fr-FR" sz="1900" dirty="0" err="1">
                <a:highlight>
                  <a:srgbClr val="C0C0C0"/>
                </a:highlight>
                <a:latin typeface="Calibri"/>
              </a:rPr>
              <a:t>parameters</a:t>
            </a:r>
            <a:r>
              <a:rPr lang="fr-FR" sz="1900" dirty="0">
                <a:highlight>
                  <a:srgbClr val="C0C0C0"/>
                </a:highlight>
                <a:latin typeface="Calibri"/>
              </a:rPr>
              <a:t> {</a:t>
            </a:r>
          </a:p>
          <a:p>
            <a:pPr>
              <a:defRPr/>
            </a:pPr>
            <a:r>
              <a:rPr lang="fr-FR" sz="1900" dirty="0">
                <a:highlight>
                  <a:srgbClr val="C0C0C0"/>
                </a:highlight>
                <a:latin typeface="Calibri"/>
              </a:rPr>
              <a:t>        string(</a:t>
            </a:r>
            <a:r>
              <a:rPr lang="fr-FR" sz="1900" dirty="0" err="1">
                <a:highlight>
                  <a:srgbClr val="C0C0C0"/>
                </a:highlight>
                <a:latin typeface="Calibri"/>
              </a:rPr>
              <a:t>name</a:t>
            </a:r>
            <a:r>
              <a:rPr lang="fr-FR" sz="1900" dirty="0">
                <a:highlight>
                  <a:srgbClr val="C0C0C0"/>
                </a:highlight>
                <a:latin typeface="Calibri"/>
              </a:rPr>
              <a:t>: 'BRANCH_NAME’, </a:t>
            </a:r>
            <a:r>
              <a:rPr lang="fr-FR" sz="1900" dirty="0" err="1">
                <a:highlight>
                  <a:srgbClr val="C0C0C0"/>
                </a:highlight>
                <a:latin typeface="Calibri"/>
              </a:rPr>
              <a:t>defaultValue</a:t>
            </a:r>
            <a:r>
              <a:rPr lang="fr-FR" sz="1900" dirty="0">
                <a:highlight>
                  <a:srgbClr val="C0C0C0"/>
                </a:highlight>
                <a:latin typeface="Calibri"/>
              </a:rPr>
              <a:t>: 'main', description: 'Nom de la branche’)</a:t>
            </a:r>
          </a:p>
          <a:p>
            <a:pPr>
              <a:defRPr/>
            </a:pPr>
            <a:r>
              <a:rPr lang="fr-FR" sz="1900" dirty="0">
                <a:highlight>
                  <a:srgbClr val="C0C0C0"/>
                </a:highlight>
                <a:latin typeface="Calibri"/>
              </a:rPr>
              <a:t>    }</a:t>
            </a:r>
          </a:p>
          <a:p>
            <a:pPr>
              <a:defRPr/>
            </a:pPr>
            <a:r>
              <a:rPr lang="fr-FR" sz="1900" dirty="0">
                <a:highlight>
                  <a:srgbClr val="C0C0C0"/>
                </a:highlight>
                <a:latin typeface="Calibri"/>
              </a:rPr>
              <a:t>    </a:t>
            </a:r>
            <a:r>
              <a:rPr lang="fr-FR" sz="1900" dirty="0" err="1">
                <a:highlight>
                  <a:srgbClr val="C0C0C0"/>
                </a:highlight>
                <a:latin typeface="Calibri"/>
              </a:rPr>
              <a:t>environment</a:t>
            </a:r>
            <a:r>
              <a:rPr lang="fr-FR" sz="1900" dirty="0">
                <a:highlight>
                  <a:srgbClr val="C0C0C0"/>
                </a:highlight>
                <a:latin typeface="Calibri"/>
              </a:rPr>
              <a:t> {</a:t>
            </a:r>
          </a:p>
          <a:p>
            <a:pPr>
              <a:defRPr/>
            </a:pPr>
            <a:r>
              <a:rPr lang="fr-FR" sz="1900" dirty="0">
                <a:highlight>
                  <a:srgbClr val="C0C0C0"/>
                </a:highlight>
                <a:latin typeface="Calibri"/>
              </a:rPr>
              <a:t>        JAVA_HOME = '/</a:t>
            </a:r>
            <a:r>
              <a:rPr lang="fr-FR" sz="1900" dirty="0" err="1">
                <a:highlight>
                  <a:srgbClr val="C0C0C0"/>
                </a:highlight>
                <a:latin typeface="Calibri"/>
              </a:rPr>
              <a:t>usr</a:t>
            </a:r>
            <a:r>
              <a:rPr lang="fr-FR" sz="1900" dirty="0">
                <a:highlight>
                  <a:srgbClr val="C0C0C0"/>
                </a:highlight>
                <a:latin typeface="Calibri"/>
              </a:rPr>
              <a:t>/lib/</a:t>
            </a:r>
            <a:r>
              <a:rPr lang="fr-FR" sz="1900" dirty="0" err="1">
                <a:highlight>
                  <a:srgbClr val="C0C0C0"/>
                </a:highlight>
                <a:latin typeface="Calibri"/>
              </a:rPr>
              <a:t>jvm</a:t>
            </a:r>
            <a:r>
              <a:rPr lang="fr-FR" sz="1900" dirty="0">
                <a:highlight>
                  <a:srgbClr val="C0C0C0"/>
                </a:highlight>
                <a:latin typeface="Calibri"/>
              </a:rPr>
              <a:t>/java-11-openjdk’</a:t>
            </a:r>
          </a:p>
          <a:p>
            <a:pPr>
              <a:defRPr/>
            </a:pPr>
            <a:r>
              <a:rPr lang="fr-FR" sz="1900" dirty="0">
                <a:highlight>
                  <a:srgbClr val="C0C0C0"/>
                </a:highlight>
                <a:latin typeface="Calibri"/>
              </a:rPr>
              <a:t>    }</a:t>
            </a:r>
          </a:p>
          <a:p>
            <a:pPr>
              <a:defRPr/>
            </a:pPr>
            <a:r>
              <a:rPr lang="fr-FR" sz="1900" dirty="0">
                <a:highlight>
                  <a:srgbClr val="C0C0C0"/>
                </a:highlight>
                <a:latin typeface="Calibri"/>
              </a:rPr>
              <a:t>    stages {</a:t>
            </a:r>
          </a:p>
          <a:p>
            <a:pPr>
              <a:defRPr/>
            </a:pPr>
            <a:r>
              <a:rPr lang="fr-FR" sz="1900" dirty="0">
                <a:highlight>
                  <a:srgbClr val="C0C0C0"/>
                </a:highlight>
                <a:latin typeface="Calibri"/>
              </a:rPr>
              <a:t>        stage('</a:t>
            </a:r>
            <a:r>
              <a:rPr lang="fr-FR" sz="1900" dirty="0" err="1">
                <a:highlight>
                  <a:srgbClr val="C0C0C0"/>
                </a:highlight>
                <a:latin typeface="Calibri"/>
              </a:rPr>
              <a:t>Checkout</a:t>
            </a:r>
            <a:r>
              <a:rPr lang="fr-FR" sz="1900" dirty="0">
                <a:highlight>
                  <a:srgbClr val="C0C0C0"/>
                </a:highlight>
                <a:latin typeface="Calibri"/>
              </a:rPr>
              <a:t>’) {</a:t>
            </a:r>
          </a:p>
          <a:p>
            <a:pPr>
              <a:defRPr/>
            </a:pPr>
            <a:r>
              <a:rPr lang="fr-FR" sz="1900" dirty="0">
                <a:highlight>
                  <a:srgbClr val="C0C0C0"/>
                </a:highlight>
                <a:latin typeface="Calibri"/>
              </a:rPr>
              <a:t>            </a:t>
            </a:r>
            <a:r>
              <a:rPr lang="fr-FR" sz="1900" dirty="0" err="1">
                <a:highlight>
                  <a:srgbClr val="C0C0C0"/>
                </a:highlight>
                <a:latin typeface="Calibri"/>
              </a:rPr>
              <a:t>steps</a:t>
            </a:r>
            <a:r>
              <a:rPr lang="fr-FR" sz="1900" dirty="0">
                <a:highlight>
                  <a:srgbClr val="C0C0C0"/>
                </a:highlight>
                <a:latin typeface="Calibri"/>
              </a:rPr>
              <a:t> {</a:t>
            </a:r>
          </a:p>
          <a:p>
            <a:pPr>
              <a:defRPr/>
            </a:pPr>
            <a:r>
              <a:rPr lang="fr-FR" sz="1900" dirty="0">
                <a:highlight>
                  <a:srgbClr val="C0C0C0"/>
                </a:highlight>
                <a:latin typeface="Calibri"/>
              </a:rPr>
              <a:t>                git </a:t>
            </a:r>
            <a:r>
              <a:rPr lang="fr-FR" sz="1900" dirty="0" err="1">
                <a:highlight>
                  <a:srgbClr val="C0C0C0"/>
                </a:highlight>
                <a:latin typeface="Calibri"/>
              </a:rPr>
              <a:t>branch</a:t>
            </a:r>
            <a:r>
              <a:rPr lang="fr-FR" sz="1900" dirty="0">
                <a:highlight>
                  <a:srgbClr val="C0C0C0"/>
                </a:highlight>
                <a:latin typeface="Calibri"/>
              </a:rPr>
              <a:t>: </a:t>
            </a:r>
            <a:r>
              <a:rPr lang="fr-FR" sz="1900" dirty="0" err="1">
                <a:highlight>
                  <a:srgbClr val="C0C0C0"/>
                </a:highlight>
                <a:latin typeface="Calibri"/>
              </a:rPr>
              <a:t>params.BRANCH_NAME</a:t>
            </a:r>
            <a:r>
              <a:rPr lang="fr-FR" sz="1900" dirty="0">
                <a:highlight>
                  <a:srgbClr val="C0C0C0"/>
                </a:highlight>
                <a:latin typeface="Calibri"/>
              </a:rPr>
              <a:t>, url: 'https://github.com/</a:t>
            </a:r>
            <a:r>
              <a:rPr lang="fr-FR" sz="1900" dirty="0" err="1">
                <a:highlight>
                  <a:srgbClr val="C0C0C0"/>
                </a:highlight>
                <a:latin typeface="Calibri"/>
              </a:rPr>
              <a:t>monrepo.git</a:t>
            </a:r>
            <a:r>
              <a:rPr lang="fr-FR" sz="1900" dirty="0">
                <a:highlight>
                  <a:srgbClr val="C0C0C0"/>
                </a:highlight>
                <a:latin typeface="Calibri"/>
              </a:rPr>
              <a:t>’</a:t>
            </a:r>
          </a:p>
          <a:p>
            <a:pPr>
              <a:defRPr/>
            </a:pPr>
            <a:r>
              <a:rPr lang="fr-FR" sz="1900" dirty="0">
                <a:highlight>
                  <a:srgbClr val="C0C0C0"/>
                </a:highlight>
                <a:latin typeface="Calibri"/>
              </a:rPr>
              <a:t>            }</a:t>
            </a:r>
          </a:p>
          <a:p>
            <a:pPr>
              <a:defRPr/>
            </a:pPr>
            <a:r>
              <a:rPr lang="fr-FR" sz="1900" dirty="0">
                <a:highlight>
                  <a:srgbClr val="C0C0C0"/>
                </a:highlight>
                <a:latin typeface="Calibri"/>
              </a:rPr>
              <a:t>        }</a:t>
            </a:r>
          </a:p>
          <a:p>
            <a:pPr>
              <a:defRPr/>
            </a:pPr>
            <a:r>
              <a:rPr lang="fr-FR" sz="1900" dirty="0">
                <a:highlight>
                  <a:srgbClr val="C0C0C0"/>
                </a:highlight>
                <a:latin typeface="Calibri"/>
              </a:rPr>
              <a:t>    }</a:t>
            </a:r>
          </a:p>
          <a:p>
            <a:pPr>
              <a:defRPr/>
            </a:pPr>
            <a:r>
              <a:rPr lang="fr-FR" sz="1900" dirty="0">
                <a:highlight>
                  <a:srgbClr val="C0C0C0"/>
                </a:highlight>
                <a:latin typeface="Calibri"/>
              </a:rPr>
              <a:t>}</a:t>
            </a:r>
          </a:p>
        </p:txBody>
      </p:sp>
    </p:spTree>
    <p:extLst>
      <p:ext uri="{BB962C8B-B14F-4D97-AF65-F5344CB8AC3E}">
        <p14:creationId xmlns:p14="http://schemas.microsoft.com/office/powerpoint/2010/main" val="18875530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0B04A-F082-E450-2673-BA5FC23E567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BA36F8B-FF02-F9AF-564A-60A39DCD5C72}"/>
              </a:ext>
            </a:extLst>
          </p:cNvPr>
          <p:cNvSpPr>
            <a:spLocks noGrp="1"/>
          </p:cNvSpPr>
          <p:nvPr>
            <p:ph type="title"/>
          </p:nvPr>
        </p:nvSpPr>
        <p:spPr>
          <a:xfrm>
            <a:off x="1054048" y="98310"/>
            <a:ext cx="9350642" cy="1107996"/>
          </a:xfrm>
        </p:spPr>
        <p:txBody>
          <a:bodyPr/>
          <a:lstStyle/>
          <a:p>
            <a:r>
              <a:rPr lang="fr-FR" b="1" spc="125" dirty="0"/>
              <a:t>Personnalisation et optimisation du </a:t>
            </a:r>
            <a:r>
              <a:rPr lang="fr-FR" b="1" spc="125" dirty="0" err="1"/>
              <a:t>Jenkinsfile</a:t>
            </a:r>
            <a:endParaRPr lang="fr-FR" b="1" spc="125" dirty="0"/>
          </a:p>
        </p:txBody>
      </p:sp>
      <p:sp>
        <p:nvSpPr>
          <p:cNvPr id="5" name="object 2">
            <a:extLst>
              <a:ext uri="{FF2B5EF4-FFF2-40B4-BE49-F238E27FC236}">
                <a16:creationId xmlns:a16="http://schemas.microsoft.com/office/drawing/2014/main" id="{BEC09CC3-F462-8BD5-A202-E4A5BE317C42}"/>
              </a:ext>
            </a:extLst>
          </p:cNvPr>
          <p:cNvSpPr txBox="1"/>
          <p:nvPr/>
        </p:nvSpPr>
        <p:spPr>
          <a:xfrm>
            <a:off x="463550"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2</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8" name="Espace réservé du contenu 2">
            <a:extLst>
              <a:ext uri="{FF2B5EF4-FFF2-40B4-BE49-F238E27FC236}">
                <a16:creationId xmlns:a16="http://schemas.microsoft.com/office/drawing/2014/main" id="{8D6A76C2-A6E1-18C0-CA65-77AD0E4FF229}"/>
              </a:ext>
            </a:extLst>
          </p:cNvPr>
          <p:cNvSpPr txBox="1">
            <a:spLocks/>
          </p:cNvSpPr>
          <p:nvPr/>
        </p:nvSpPr>
        <p:spPr>
          <a:xfrm>
            <a:off x="463550" y="1568450"/>
            <a:ext cx="10515600" cy="4848225"/>
          </a:xfrm>
          <a:prstGeom prst="rect">
            <a:avLst/>
          </a:prstGeom>
        </p:spPr>
        <p:txBody>
          <a:bodyPr wrap="square" lIns="0" tIns="0" rIns="0" bIns="0">
            <a:normAutofit/>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BA473B3B-26A7-E9BB-2128-28633400414C}"/>
              </a:ext>
            </a:extLst>
          </p:cNvPr>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kumimoji="0" lang="fr-FR" sz="1200" b="0" i="0" u="none" strike="noStrike" kern="0" cap="none" spc="-25" normalizeH="0" baseline="0" noProof="0" dirty="0">
                <a:ln>
                  <a:noFill/>
                </a:ln>
                <a:solidFill>
                  <a:prstClr val="white"/>
                </a:solidFill>
                <a:effectLst/>
                <a:uLnTx/>
                <a:uFillTx/>
                <a:latin typeface="Calibri"/>
                <a:cs typeface="Calibri"/>
              </a:rPr>
              <a:t>91</a:t>
            </a:r>
          </a:p>
        </p:txBody>
      </p:sp>
      <p:sp>
        <p:nvSpPr>
          <p:cNvPr id="11" name="TextBox 10">
            <a:extLst>
              <a:ext uri="{FF2B5EF4-FFF2-40B4-BE49-F238E27FC236}">
                <a16:creationId xmlns:a16="http://schemas.microsoft.com/office/drawing/2014/main" id="{1EDAD6EF-75D0-5CE5-504C-35DD4A3833A1}"/>
              </a:ext>
            </a:extLst>
          </p:cNvPr>
          <p:cNvSpPr txBox="1"/>
          <p:nvPr/>
        </p:nvSpPr>
        <p:spPr>
          <a:xfrm>
            <a:off x="463550" y="1111250"/>
            <a:ext cx="6629400" cy="1055545"/>
          </a:xfrm>
          <a:prstGeom prst="rect">
            <a:avLst/>
          </a:prstGeom>
          <a:noFill/>
        </p:spPr>
        <p:txBody>
          <a:bodyPr wrap="square">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kumimoji="0" lang="fr-FR" sz="2200" b="1" i="0" u="none" strike="noStrike" kern="0" cap="none" spc="0" normalizeH="0" baseline="0" noProof="0" dirty="0">
                <a:ln>
                  <a:noFill/>
                </a:ln>
                <a:solidFill>
                  <a:sysClr val="windowText" lastClr="000000"/>
                </a:solidFill>
                <a:effectLst/>
                <a:uLnTx/>
                <a:uFillTx/>
                <a:latin typeface="Calibri"/>
              </a:rPr>
              <a:t>Gestion des erreurs et post-actions</a:t>
            </a:r>
          </a:p>
          <a:p>
            <a:pPr marL="0" marR="0" lvl="0" indent="0" defTabSz="914400" eaLnBrk="1" fontAlgn="auto" latinLnBrk="0" hangingPunct="1">
              <a:lnSpc>
                <a:spcPct val="150000"/>
              </a:lnSpc>
              <a:spcBef>
                <a:spcPts val="0"/>
              </a:spcBef>
              <a:spcAft>
                <a:spcPts val="0"/>
              </a:spcAft>
              <a:buClrTx/>
              <a:buSzTx/>
              <a:buFontTx/>
              <a:buNone/>
              <a:tabLst/>
              <a:defRPr/>
            </a:pPr>
            <a:endParaRPr kumimoji="0" lang="fr-FR" sz="2200" b="1" i="0" u="none" strike="noStrike" kern="0" cap="none" spc="0" normalizeH="0" baseline="0" noProof="0" dirty="0">
              <a:ln>
                <a:noFill/>
              </a:ln>
              <a:solidFill>
                <a:sysClr val="windowText" lastClr="000000"/>
              </a:solidFill>
              <a:effectLst/>
              <a:uLnTx/>
              <a:uFillTx/>
              <a:latin typeface="Calibri"/>
            </a:endParaRPr>
          </a:p>
        </p:txBody>
      </p:sp>
      <p:sp>
        <p:nvSpPr>
          <p:cNvPr id="3" name="TextBox 2">
            <a:extLst>
              <a:ext uri="{FF2B5EF4-FFF2-40B4-BE49-F238E27FC236}">
                <a16:creationId xmlns:a16="http://schemas.microsoft.com/office/drawing/2014/main" id="{315BC7EE-D260-CC40-4BBB-B7A44D4FF709}"/>
              </a:ext>
            </a:extLst>
          </p:cNvPr>
          <p:cNvSpPr txBox="1"/>
          <p:nvPr/>
        </p:nvSpPr>
        <p:spPr>
          <a:xfrm>
            <a:off x="311150" y="1949450"/>
            <a:ext cx="10515600" cy="2554545"/>
          </a:xfrm>
          <a:prstGeom prst="rect">
            <a:avLst/>
          </a:prstGeom>
          <a:noFill/>
        </p:spPr>
        <p:txBody>
          <a:bodyPr wrap="square">
            <a:spAutoFit/>
          </a:bodyPr>
          <a:lstStyle/>
          <a:p>
            <a:pPr>
              <a:defRPr/>
            </a:pPr>
            <a:r>
              <a:rPr lang="fr-FR" sz="2000" dirty="0">
                <a:highlight>
                  <a:srgbClr val="C0C0C0"/>
                </a:highlight>
                <a:latin typeface="Calibri"/>
              </a:rPr>
              <a:t>post {</a:t>
            </a:r>
          </a:p>
          <a:p>
            <a:pPr>
              <a:defRPr/>
            </a:pPr>
            <a:r>
              <a:rPr lang="fr-FR" sz="2000" dirty="0">
                <a:highlight>
                  <a:srgbClr val="C0C0C0"/>
                </a:highlight>
                <a:latin typeface="Calibri"/>
              </a:rPr>
              <a:t>    </a:t>
            </a:r>
            <a:r>
              <a:rPr lang="fr-FR" sz="2000" dirty="0" err="1">
                <a:highlight>
                  <a:srgbClr val="C0C0C0"/>
                </a:highlight>
                <a:latin typeface="Calibri"/>
              </a:rPr>
              <a:t>always</a:t>
            </a:r>
            <a:r>
              <a:rPr lang="fr-FR" sz="2000" dirty="0">
                <a:highlight>
                  <a:srgbClr val="C0C0C0"/>
                </a:highlight>
                <a:latin typeface="Calibri"/>
              </a:rPr>
              <a:t> {</a:t>
            </a:r>
          </a:p>
          <a:p>
            <a:pPr>
              <a:defRPr/>
            </a:pPr>
            <a:r>
              <a:rPr lang="fr-FR" sz="2000" dirty="0">
                <a:highlight>
                  <a:srgbClr val="C0C0C0"/>
                </a:highlight>
                <a:latin typeface="Calibri"/>
              </a:rPr>
              <a:t>        </a:t>
            </a:r>
            <a:r>
              <a:rPr lang="fr-FR" sz="2000" dirty="0" err="1">
                <a:highlight>
                  <a:srgbClr val="C0C0C0"/>
                </a:highlight>
                <a:latin typeface="Calibri"/>
              </a:rPr>
              <a:t>echo</a:t>
            </a:r>
            <a:r>
              <a:rPr lang="fr-FR" sz="2000" dirty="0">
                <a:highlight>
                  <a:srgbClr val="C0C0C0"/>
                </a:highlight>
                <a:latin typeface="Calibri"/>
              </a:rPr>
              <a:t> 'Pipeline terminé’</a:t>
            </a:r>
          </a:p>
          <a:p>
            <a:pPr>
              <a:defRPr/>
            </a:pPr>
            <a:r>
              <a:rPr lang="fr-FR" sz="2000" dirty="0">
                <a:highlight>
                  <a:srgbClr val="C0C0C0"/>
                </a:highlight>
                <a:latin typeface="Calibri"/>
              </a:rPr>
              <a:t>    }</a:t>
            </a:r>
          </a:p>
          <a:p>
            <a:pPr>
              <a:defRPr/>
            </a:pPr>
            <a:r>
              <a:rPr lang="fr-FR" sz="2000" dirty="0">
                <a:highlight>
                  <a:srgbClr val="C0C0C0"/>
                </a:highlight>
                <a:latin typeface="Calibri"/>
              </a:rPr>
              <a:t>    </a:t>
            </a:r>
            <a:r>
              <a:rPr lang="fr-FR" sz="2000" dirty="0" err="1">
                <a:highlight>
                  <a:srgbClr val="C0C0C0"/>
                </a:highlight>
                <a:latin typeface="Calibri"/>
              </a:rPr>
              <a:t>failure</a:t>
            </a:r>
            <a:r>
              <a:rPr lang="fr-FR" sz="2000" dirty="0">
                <a:highlight>
                  <a:srgbClr val="C0C0C0"/>
                </a:highlight>
                <a:latin typeface="Calibri"/>
              </a:rPr>
              <a:t> {</a:t>
            </a:r>
          </a:p>
          <a:p>
            <a:pPr>
              <a:defRPr/>
            </a:pPr>
            <a:r>
              <a:rPr lang="fr-FR" sz="2000" dirty="0">
                <a:highlight>
                  <a:srgbClr val="C0C0C0"/>
                </a:highlight>
                <a:latin typeface="Calibri"/>
              </a:rPr>
              <a:t>        mail to: 'dev-team@example.com', </a:t>
            </a:r>
            <a:r>
              <a:rPr lang="fr-FR" sz="2000" dirty="0" err="1">
                <a:highlight>
                  <a:srgbClr val="C0C0C0"/>
                </a:highlight>
                <a:latin typeface="Calibri"/>
              </a:rPr>
              <a:t>subject</a:t>
            </a:r>
            <a:r>
              <a:rPr lang="fr-FR" sz="2000" dirty="0">
                <a:highlight>
                  <a:srgbClr val="C0C0C0"/>
                </a:highlight>
                <a:latin typeface="Calibri"/>
              </a:rPr>
              <a:t>: 'Échec du </a:t>
            </a:r>
            <a:r>
              <a:rPr lang="fr-FR" sz="2000" dirty="0" err="1">
                <a:highlight>
                  <a:srgbClr val="C0C0C0"/>
                </a:highlight>
                <a:latin typeface="Calibri"/>
              </a:rPr>
              <a:t>build</a:t>
            </a:r>
            <a:r>
              <a:rPr lang="fr-FR" sz="2000" dirty="0">
                <a:highlight>
                  <a:srgbClr val="C0C0C0"/>
                </a:highlight>
                <a:latin typeface="Calibri"/>
              </a:rPr>
              <a:t>', body: 'Consultez les logs Jenkins.’</a:t>
            </a:r>
          </a:p>
          <a:p>
            <a:pPr>
              <a:defRPr/>
            </a:pPr>
            <a:r>
              <a:rPr lang="fr-FR" sz="2000" dirty="0">
                <a:highlight>
                  <a:srgbClr val="C0C0C0"/>
                </a:highlight>
                <a:latin typeface="Calibri"/>
              </a:rPr>
              <a:t>    }</a:t>
            </a:r>
          </a:p>
          <a:p>
            <a:pPr>
              <a:defRPr/>
            </a:pPr>
            <a:r>
              <a:rPr lang="fr-FR" sz="2000" dirty="0">
                <a:highlight>
                  <a:srgbClr val="C0C0C0"/>
                </a:highlight>
                <a:latin typeface="Calibri"/>
              </a:rPr>
              <a:t>}</a:t>
            </a:r>
          </a:p>
        </p:txBody>
      </p:sp>
    </p:spTree>
    <p:extLst>
      <p:ext uri="{BB962C8B-B14F-4D97-AF65-F5344CB8AC3E}">
        <p14:creationId xmlns:p14="http://schemas.microsoft.com/office/powerpoint/2010/main" val="91988743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2A074-2BE7-B464-49AE-E8AA43E935E2}"/>
            </a:ext>
          </a:extLst>
        </p:cNvPr>
        <p:cNvGrpSpPr/>
        <p:nvPr/>
      </p:nvGrpSpPr>
      <p:grpSpPr>
        <a:xfrm>
          <a:off x="0" y="0"/>
          <a:ext cx="0" cy="0"/>
          <a:chOff x="0" y="0"/>
          <a:chExt cx="0" cy="0"/>
        </a:xfrm>
      </p:grpSpPr>
      <p:pic>
        <p:nvPicPr>
          <p:cNvPr id="5" name="Picture 2" descr="http://www.gestion-360.fr/wpimages/wp53ad32cb_06.png">
            <a:extLst>
              <a:ext uri="{FF2B5EF4-FFF2-40B4-BE49-F238E27FC236}">
                <a16:creationId xmlns:a16="http://schemas.microsoft.com/office/drawing/2014/main" id="{DEF72B97-A647-9A86-C281-D03B898248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0145" y="2649609"/>
            <a:ext cx="2279005" cy="2195441"/>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53208003-BE8B-4DCA-F6DB-C9A22046D908}"/>
              </a:ext>
            </a:extLst>
          </p:cNvPr>
          <p:cNvSpPr txBox="1"/>
          <p:nvPr/>
        </p:nvSpPr>
        <p:spPr>
          <a:xfrm>
            <a:off x="1377950" y="1644650"/>
            <a:ext cx="3359795" cy="204517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2800" b="1" i="0" u="none" strike="noStrike" kern="0" cap="none" spc="0" normalizeH="0" baseline="0" noProof="0" dirty="0">
                <a:ln>
                  <a:noFill/>
                </a:ln>
                <a:solidFill>
                  <a:sysClr val="windowText" lastClr="000000"/>
                </a:solidFill>
                <a:effectLst/>
                <a:uLnTx/>
                <a:uFillTx/>
                <a:latin typeface="Calibri"/>
              </a:rPr>
              <a:t>Travaux pratiques</a:t>
            </a:r>
          </a:p>
          <a:p>
            <a:pPr marL="0" marR="0" lvl="0" indent="0" defTabSz="91440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dirty="0">
              <a:ln>
                <a:noFill/>
              </a:ln>
              <a:solidFill>
                <a:sysClr val="windowText" lastClr="000000"/>
              </a:solidFill>
              <a:effectLst/>
              <a:uLnTx/>
              <a:uFillTx/>
              <a:latin typeface="Calibri"/>
            </a:endParaRP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000" b="0" i="0" u="none" strike="noStrike" kern="0" cap="none" spc="0" normalizeH="0" baseline="0" noProof="0" dirty="0">
                <a:ln>
                  <a:noFill/>
                </a:ln>
                <a:solidFill>
                  <a:sysClr val="windowText" lastClr="000000"/>
                </a:solidFill>
                <a:effectLst/>
                <a:uLnTx/>
                <a:uFillTx/>
                <a:latin typeface="Calibri"/>
              </a:rPr>
              <a:t>Conversion d’un job freestyle existant en pipeline</a:t>
            </a:r>
          </a:p>
        </p:txBody>
      </p:sp>
      <p:sp>
        <p:nvSpPr>
          <p:cNvPr id="7" name="Rectangle 6">
            <a:extLst>
              <a:ext uri="{FF2B5EF4-FFF2-40B4-BE49-F238E27FC236}">
                <a16:creationId xmlns:a16="http://schemas.microsoft.com/office/drawing/2014/main" id="{03D2CEF8-A870-3A45-1748-8AB9A96D7612}"/>
              </a:ext>
            </a:extLst>
          </p:cNvPr>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lang="fr-FR" sz="1200" spc="-25" dirty="0">
                <a:solidFill>
                  <a:prstClr val="white"/>
                </a:solidFill>
                <a:latin typeface="Calibri"/>
                <a:cs typeface="Calibri"/>
              </a:rPr>
              <a:t>92</a:t>
            </a:r>
            <a:endParaRPr kumimoji="0" lang="fr-FR" sz="1200" b="0" i="0" u="none" strike="noStrike" kern="0" cap="none" spc="-25" normalizeH="0" baseline="0" noProof="0" dirty="0">
              <a:ln>
                <a:noFill/>
              </a:ln>
              <a:solidFill>
                <a:prstClr val="white"/>
              </a:solidFill>
              <a:effectLst/>
              <a:uLnTx/>
              <a:uFillTx/>
              <a:latin typeface="Calibri"/>
              <a:cs typeface="Calibri"/>
            </a:endParaRPr>
          </a:p>
        </p:txBody>
      </p:sp>
      <p:sp>
        <p:nvSpPr>
          <p:cNvPr id="2" name="object 15">
            <a:extLst>
              <a:ext uri="{FF2B5EF4-FFF2-40B4-BE49-F238E27FC236}">
                <a16:creationId xmlns:a16="http://schemas.microsoft.com/office/drawing/2014/main" id="{04C2101A-F5C0-AD0E-E77B-493052796B4C}"/>
              </a:ext>
            </a:extLst>
          </p:cNvPr>
          <p:cNvSpPr txBox="1"/>
          <p:nvPr/>
        </p:nvSpPr>
        <p:spPr>
          <a:xfrm>
            <a:off x="387350" y="196850"/>
            <a:ext cx="203200" cy="328295"/>
          </a:xfrm>
          <a:prstGeom prst="rect">
            <a:avLst/>
          </a:prstGeom>
        </p:spPr>
        <p:txBody>
          <a:bodyPr vert="horz" wrap="square" lIns="0" tIns="17145" rIns="0" bIns="0" rtlCol="0">
            <a:spAutoFit/>
          </a:bodyPr>
          <a:lstStyle/>
          <a:p>
            <a:pPr marL="12700">
              <a:lnSpc>
                <a:spcPct val="100000"/>
              </a:lnSpc>
              <a:spcBef>
                <a:spcPts val="135"/>
              </a:spcBef>
            </a:pPr>
            <a:r>
              <a:rPr lang="fr-FR" sz="2000" dirty="0"/>
              <a:t>🚀</a:t>
            </a:r>
            <a:endParaRPr sz="1950" dirty="0">
              <a:latin typeface="Calibri"/>
              <a:cs typeface="Calibri"/>
            </a:endParaRPr>
          </a:p>
        </p:txBody>
      </p:sp>
    </p:spTree>
    <p:extLst>
      <p:ext uri="{BB962C8B-B14F-4D97-AF65-F5344CB8AC3E}">
        <p14:creationId xmlns:p14="http://schemas.microsoft.com/office/powerpoint/2010/main" val="118788039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D55F2-2C8C-3412-6648-8B0B34D77AD7}"/>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1B66B4FB-1F01-DE13-BB0D-A5D56A3DA939}"/>
              </a:ext>
            </a:extLst>
          </p:cNvPr>
          <p:cNvGrpSpPr/>
          <p:nvPr/>
        </p:nvGrpSpPr>
        <p:grpSpPr>
          <a:xfrm>
            <a:off x="-4762" y="-4762"/>
            <a:ext cx="3516312" cy="7566025"/>
            <a:chOff x="-4762" y="-4762"/>
            <a:chExt cx="4894580" cy="7566025"/>
          </a:xfrm>
          <a:solidFill>
            <a:schemeClr val="tx2">
              <a:lumMod val="75000"/>
            </a:schemeClr>
          </a:solidFill>
        </p:grpSpPr>
        <p:sp>
          <p:nvSpPr>
            <p:cNvPr id="3" name="object 3">
              <a:extLst>
                <a:ext uri="{FF2B5EF4-FFF2-40B4-BE49-F238E27FC236}">
                  <a16:creationId xmlns:a16="http://schemas.microsoft.com/office/drawing/2014/main" id="{732EE212-6AF6-74E8-A389-AE0062F191D5}"/>
                </a:ext>
              </a:extLst>
            </p:cNvPr>
            <p:cNvSpPr/>
            <p:nvPr/>
          </p:nvSpPr>
          <p:spPr>
            <a:xfrm>
              <a:off x="0" y="0"/>
              <a:ext cx="4885055" cy="7556500"/>
            </a:xfrm>
            <a:custGeom>
              <a:avLst/>
              <a:gdLst/>
              <a:ahLst/>
              <a:cxnLst/>
              <a:rect l="l" t="t" r="r" b="b"/>
              <a:pathLst>
                <a:path w="4885055" h="7556500">
                  <a:moveTo>
                    <a:pt x="0" y="0"/>
                  </a:moveTo>
                  <a:lnTo>
                    <a:pt x="4885024" y="0"/>
                  </a:lnTo>
                  <a:lnTo>
                    <a:pt x="4885024" y="7556499"/>
                  </a:lnTo>
                  <a:lnTo>
                    <a:pt x="0" y="7556499"/>
                  </a:lnTo>
                  <a:lnTo>
                    <a:pt x="0" y="0"/>
                  </a:lnTo>
                  <a:close/>
                </a:path>
              </a:pathLst>
            </a:custGeom>
            <a:grpFill/>
            <a:ln>
              <a:solidFill>
                <a:schemeClr val="accent5">
                  <a:lumMod val="50000"/>
                </a:schemeClr>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 name="object 4">
              <a:extLst>
                <a:ext uri="{FF2B5EF4-FFF2-40B4-BE49-F238E27FC236}">
                  <a16:creationId xmlns:a16="http://schemas.microsoft.com/office/drawing/2014/main" id="{439913DC-CA33-F7B9-A786-C707A15FEEEA}"/>
                </a:ext>
              </a:extLst>
            </p:cNvPr>
            <p:cNvSpPr/>
            <p:nvPr/>
          </p:nvSpPr>
          <p:spPr>
            <a:xfrm>
              <a:off x="0" y="0"/>
              <a:ext cx="4885055" cy="7556500"/>
            </a:xfrm>
            <a:custGeom>
              <a:avLst/>
              <a:gdLst/>
              <a:ahLst/>
              <a:cxnLst/>
              <a:rect l="l" t="t" r="r" b="b"/>
              <a:pathLst>
                <a:path w="4885055" h="7556500">
                  <a:moveTo>
                    <a:pt x="0" y="0"/>
                  </a:moveTo>
                  <a:lnTo>
                    <a:pt x="4885024" y="0"/>
                  </a:lnTo>
                  <a:lnTo>
                    <a:pt x="4885024" y="7556499"/>
                  </a:lnTo>
                </a:path>
                <a:path w="4885055" h="7556500">
                  <a:moveTo>
                    <a:pt x="0" y="7556499"/>
                  </a:moveTo>
                  <a:lnTo>
                    <a:pt x="0" y="0"/>
                  </a:lnTo>
                </a:path>
              </a:pathLst>
            </a:custGeom>
            <a:grpFill/>
            <a:ln w="9524">
              <a:solidFill>
                <a:schemeClr val="accent5">
                  <a:lumMod val="50000"/>
                </a:schemeClr>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5" name="object 5">
            <a:extLst>
              <a:ext uri="{FF2B5EF4-FFF2-40B4-BE49-F238E27FC236}">
                <a16:creationId xmlns:a16="http://schemas.microsoft.com/office/drawing/2014/main" id="{5ABEAD4A-45C5-011C-91B2-427664EDC47C}"/>
              </a:ext>
            </a:extLst>
          </p:cNvPr>
          <p:cNvSpPr txBox="1"/>
          <p:nvPr/>
        </p:nvSpPr>
        <p:spPr>
          <a:xfrm>
            <a:off x="234949" y="882595"/>
            <a:ext cx="3488331" cy="2399439"/>
          </a:xfrm>
          <a:prstGeom prst="rect">
            <a:avLst/>
          </a:prstGeom>
        </p:spPr>
        <p:txBody>
          <a:bodyPr vert="horz" wrap="square" lIns="0" tIns="250190" rIns="0" bIns="0" rtlCol="0">
            <a:spAutoFit/>
          </a:bodyPr>
          <a:lstStyle/>
          <a:p>
            <a:pPr marL="196215" marR="0" lvl="0" indent="0" defTabSz="914400" eaLnBrk="1" fontAlgn="auto" latinLnBrk="0" hangingPunct="1">
              <a:lnSpc>
                <a:spcPct val="100000"/>
              </a:lnSpc>
              <a:spcBef>
                <a:spcPts val="1970"/>
              </a:spcBef>
              <a:spcAft>
                <a:spcPts val="0"/>
              </a:spcAft>
              <a:buClrTx/>
              <a:buSzTx/>
              <a:buFontTx/>
              <a:buNone/>
              <a:tabLst>
                <a:tab pos="708660" algn="l"/>
                <a:tab pos="1186815" algn="l"/>
              </a:tabLst>
              <a:defRPr/>
            </a:pPr>
            <a:r>
              <a:rPr kumimoji="0" sz="3600" b="0" i="0" u="none" strike="noStrike" kern="0" cap="none" spc="-25" normalizeH="0" baseline="0" noProof="0" dirty="0">
                <a:ln>
                  <a:noFill/>
                </a:ln>
                <a:solidFill>
                  <a:srgbClr val="FFFFFF"/>
                </a:solidFill>
                <a:effectLst/>
                <a:uLnTx/>
                <a:uFillTx/>
                <a:latin typeface="Calibri"/>
                <a:cs typeface="Calibri"/>
              </a:rPr>
              <a:t>//</a:t>
            </a:r>
            <a:r>
              <a:rPr kumimoji="0" sz="3600" b="0" i="0" u="none" strike="noStrike" kern="0" cap="none" spc="0" normalizeH="0" baseline="0" noProof="0" dirty="0">
                <a:ln>
                  <a:noFill/>
                </a:ln>
                <a:solidFill>
                  <a:srgbClr val="FFFFFF"/>
                </a:solidFill>
                <a:effectLst/>
                <a:uLnTx/>
                <a:uFillTx/>
                <a:latin typeface="Calibri"/>
                <a:cs typeface="Calibri"/>
              </a:rPr>
              <a:t>	</a:t>
            </a:r>
            <a:r>
              <a:rPr lang="fr-FR" sz="5400" b="1" spc="315" baseline="2314" dirty="0">
                <a:solidFill>
                  <a:srgbClr val="FFFFFF"/>
                </a:solidFill>
                <a:latin typeface="Calibri"/>
                <a:cs typeface="Calibri"/>
              </a:rPr>
              <a:t>I</a:t>
            </a:r>
            <a:r>
              <a:rPr kumimoji="0" sz="5400" b="1" i="0" u="none" strike="noStrike" kern="0" cap="none" spc="0" normalizeH="0" baseline="2314" noProof="0" dirty="0">
                <a:ln>
                  <a:noFill/>
                </a:ln>
                <a:solidFill>
                  <a:srgbClr val="FFFFFF"/>
                </a:solidFill>
                <a:effectLst/>
                <a:uLnTx/>
                <a:uFillTx/>
                <a:latin typeface="Calibri"/>
                <a:cs typeface="Calibri"/>
              </a:rPr>
              <a:t>	</a:t>
            </a:r>
            <a:r>
              <a:rPr kumimoji="0" sz="3600" b="0" i="0" u="none" strike="noStrike" kern="0" cap="none" spc="-25" normalizeH="0" baseline="0" noProof="0" dirty="0">
                <a:ln>
                  <a:noFill/>
                </a:ln>
                <a:solidFill>
                  <a:srgbClr val="FFFFFF"/>
                </a:solidFill>
                <a:effectLst/>
                <a:uLnTx/>
                <a:uFillTx/>
                <a:latin typeface="Calibri"/>
                <a:cs typeface="Calibri"/>
              </a:rPr>
              <a:t>//</a:t>
            </a:r>
            <a:endParaRPr kumimoji="0" sz="3600" b="0" i="0" u="none" strike="noStrike" kern="0" cap="none" spc="0" normalizeH="0" baseline="0" noProof="0" dirty="0">
              <a:ln>
                <a:noFill/>
              </a:ln>
              <a:solidFill>
                <a:sysClr val="windowText" lastClr="000000"/>
              </a:solidFill>
              <a:effectLst/>
              <a:uLnTx/>
              <a:uFillTx/>
              <a:latin typeface="Calibri"/>
              <a:cs typeface="Calibri"/>
            </a:endParaRPr>
          </a:p>
          <a:p>
            <a:pPr marL="12700" marR="0" lvl="0" indent="0" defTabSz="914400" eaLnBrk="1" fontAlgn="auto" latinLnBrk="0" hangingPunct="1">
              <a:lnSpc>
                <a:spcPct val="100000"/>
              </a:lnSpc>
              <a:spcBef>
                <a:spcPts val="1875"/>
              </a:spcBef>
              <a:spcAft>
                <a:spcPts val="0"/>
              </a:spcAft>
              <a:buClrTx/>
              <a:buSzTx/>
              <a:buFontTx/>
              <a:buNone/>
              <a:tabLst/>
              <a:defRPr/>
            </a:pPr>
            <a:r>
              <a:rPr kumimoji="0" sz="3600" b="1" i="0" u="none" strike="noStrike" kern="0" cap="none" spc="375" normalizeH="0" baseline="0" noProof="0" dirty="0">
                <a:ln>
                  <a:noFill/>
                </a:ln>
                <a:solidFill>
                  <a:srgbClr val="FFFFFF"/>
                </a:solidFill>
                <a:effectLst/>
                <a:uLnTx/>
                <a:uFillTx/>
                <a:latin typeface="Calibri"/>
                <a:cs typeface="Calibri"/>
              </a:rPr>
              <a:t>MODULE</a:t>
            </a:r>
            <a:r>
              <a:rPr kumimoji="0" sz="3600" b="1" i="0" u="none" strike="noStrike" kern="0" cap="none" spc="185" normalizeH="0" baseline="0" noProof="0" dirty="0">
                <a:ln>
                  <a:noFill/>
                </a:ln>
                <a:solidFill>
                  <a:srgbClr val="FFFFFF"/>
                </a:solidFill>
                <a:effectLst/>
                <a:uLnTx/>
                <a:uFillTx/>
                <a:latin typeface="Calibri"/>
                <a:cs typeface="Calibri"/>
              </a:rPr>
              <a:t> </a:t>
            </a:r>
            <a:r>
              <a:rPr lang="fr-FR" sz="3600" b="1" spc="160" dirty="0">
                <a:solidFill>
                  <a:srgbClr val="FFFFFF"/>
                </a:solidFill>
                <a:latin typeface="Calibri"/>
                <a:cs typeface="Calibri"/>
              </a:rPr>
              <a:t>9</a:t>
            </a:r>
            <a:r>
              <a:rPr kumimoji="0" sz="3600" b="1" i="0" u="none" strike="noStrike" kern="0" cap="none" spc="190" normalizeH="0" baseline="0" noProof="0" dirty="0">
                <a:ln>
                  <a:noFill/>
                </a:ln>
                <a:solidFill>
                  <a:srgbClr val="FFFFFF"/>
                </a:solidFill>
                <a:effectLst/>
                <a:uLnTx/>
                <a:uFillTx/>
                <a:latin typeface="Calibri"/>
                <a:cs typeface="Calibri"/>
              </a:rPr>
              <a:t> </a:t>
            </a:r>
            <a:r>
              <a:rPr kumimoji="0" sz="3600" b="1" i="0" u="none" strike="noStrike" kern="0" cap="none" spc="310" normalizeH="0" baseline="0" noProof="0" dirty="0">
                <a:ln>
                  <a:noFill/>
                </a:ln>
                <a:solidFill>
                  <a:srgbClr val="FFFFFF"/>
                </a:solidFill>
                <a:effectLst/>
                <a:uLnTx/>
                <a:uFillTx/>
                <a:latin typeface="Calibri"/>
                <a:cs typeface="Calibri"/>
              </a:rPr>
              <a:t>-</a:t>
            </a:r>
            <a:endParaRPr kumimoji="0" sz="3600" b="0" i="0" u="none" strike="noStrike" kern="0" cap="none" spc="0" normalizeH="0" baseline="0" noProof="0" dirty="0">
              <a:ln>
                <a:noFill/>
              </a:ln>
              <a:solidFill>
                <a:sysClr val="windowText" lastClr="000000"/>
              </a:solidFill>
              <a:effectLst/>
              <a:uLnTx/>
              <a:uFillTx/>
              <a:latin typeface="Calibri"/>
              <a:cs typeface="Calibri"/>
            </a:endParaRPr>
          </a:p>
          <a:p>
            <a:pPr marL="12700" marR="878205" lvl="0" indent="0" defTabSz="914400" eaLnBrk="1" fontAlgn="auto" latinLnBrk="0" hangingPunct="1">
              <a:lnSpc>
                <a:spcPct val="100699"/>
              </a:lnSpc>
              <a:spcBef>
                <a:spcPts val="0"/>
              </a:spcBef>
              <a:spcAft>
                <a:spcPts val="0"/>
              </a:spcAft>
              <a:buClrTx/>
              <a:buSzTx/>
              <a:buFontTx/>
              <a:buNone/>
              <a:tabLst/>
              <a:defRPr/>
            </a:pPr>
            <a:r>
              <a:rPr kumimoji="0" lang="fr-FR" sz="2600" b="1" i="0" u="none" strike="noStrike" kern="0" cap="none" spc="215" normalizeH="0" baseline="0" noProof="0" dirty="0">
                <a:ln>
                  <a:noFill/>
                </a:ln>
                <a:solidFill>
                  <a:srgbClr val="FFFFFF"/>
                </a:solidFill>
                <a:effectLst/>
                <a:uLnTx/>
                <a:uFillTx/>
                <a:latin typeface="Calibri"/>
                <a:cs typeface="Calibri"/>
              </a:rPr>
              <a:t>Plugins avancés et notifications</a:t>
            </a:r>
            <a:endParaRPr kumimoji="0" sz="2600" b="0" i="0" u="none" strike="noStrike" kern="0" cap="none" spc="0" normalizeH="0" baseline="0" noProof="0" dirty="0">
              <a:ln>
                <a:noFill/>
              </a:ln>
              <a:solidFill>
                <a:sysClr val="windowText" lastClr="000000"/>
              </a:solidFill>
              <a:effectLst/>
              <a:uLnTx/>
              <a:uFillTx/>
              <a:latin typeface="Calibri"/>
              <a:cs typeface="Calibri"/>
            </a:endParaRPr>
          </a:p>
        </p:txBody>
      </p:sp>
      <p:sp>
        <p:nvSpPr>
          <p:cNvPr id="6" name="object 6">
            <a:extLst>
              <a:ext uri="{FF2B5EF4-FFF2-40B4-BE49-F238E27FC236}">
                <a16:creationId xmlns:a16="http://schemas.microsoft.com/office/drawing/2014/main" id="{3349F6D8-15E8-73F1-4143-D6AA3FA4D709}"/>
              </a:ext>
            </a:extLst>
          </p:cNvPr>
          <p:cNvSpPr txBox="1"/>
          <p:nvPr/>
        </p:nvSpPr>
        <p:spPr>
          <a:xfrm>
            <a:off x="4224094" y="1628105"/>
            <a:ext cx="5993056" cy="397545"/>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lang="fr-FR" sz="2500" b="1" i="0" u="none" strike="noStrike" kern="0" cap="none" spc="135" normalizeH="0" baseline="0" noProof="0" dirty="0">
                <a:ln>
                  <a:noFill/>
                </a:ln>
                <a:solidFill>
                  <a:srgbClr val="164052"/>
                </a:solidFill>
                <a:effectLst/>
                <a:uLnTx/>
                <a:uFillTx/>
                <a:latin typeface="Calibri"/>
                <a:cs typeface="Calibri"/>
              </a:rPr>
              <a:t>Plugins utiles pour les tests et la qualité</a:t>
            </a:r>
          </a:p>
        </p:txBody>
      </p:sp>
      <p:grpSp>
        <p:nvGrpSpPr>
          <p:cNvPr id="7" name="object 7">
            <a:extLst>
              <a:ext uri="{FF2B5EF4-FFF2-40B4-BE49-F238E27FC236}">
                <a16:creationId xmlns:a16="http://schemas.microsoft.com/office/drawing/2014/main" id="{5A7CABE3-5089-8653-E0B1-0B6EE7DDF82C}"/>
              </a:ext>
            </a:extLst>
          </p:cNvPr>
          <p:cNvGrpSpPr/>
          <p:nvPr/>
        </p:nvGrpSpPr>
        <p:grpSpPr>
          <a:xfrm>
            <a:off x="3274653" y="1556695"/>
            <a:ext cx="462915" cy="462915"/>
            <a:chOff x="4635613" y="2004242"/>
            <a:chExt cx="462915" cy="462915"/>
          </a:xfrm>
        </p:grpSpPr>
        <p:sp>
          <p:nvSpPr>
            <p:cNvPr id="8" name="object 8">
              <a:extLst>
                <a:ext uri="{FF2B5EF4-FFF2-40B4-BE49-F238E27FC236}">
                  <a16:creationId xmlns:a16="http://schemas.microsoft.com/office/drawing/2014/main" id="{D1881E83-ED0E-7C12-439C-7A9BD56B9A2A}"/>
                </a:ext>
              </a:extLst>
            </p:cNvPr>
            <p:cNvSpPr/>
            <p:nvPr/>
          </p:nvSpPr>
          <p:spPr>
            <a:xfrm>
              <a:off x="4649901" y="2018530"/>
              <a:ext cx="434340" cy="434340"/>
            </a:xfrm>
            <a:custGeom>
              <a:avLst/>
              <a:gdLst/>
              <a:ahLst/>
              <a:cxnLst/>
              <a:rect l="l" t="t" r="r" b="b"/>
              <a:pathLst>
                <a:path w="434339" h="434339">
                  <a:moveTo>
                    <a:pt x="217067" y="434134"/>
                  </a:moveTo>
                  <a:lnTo>
                    <a:pt x="167295" y="428402"/>
                  </a:lnTo>
                  <a:lnTo>
                    <a:pt x="121606" y="412072"/>
                  </a:lnTo>
                  <a:lnTo>
                    <a:pt x="81302" y="386447"/>
                  </a:lnTo>
                  <a:lnTo>
                    <a:pt x="47687" y="352832"/>
                  </a:lnTo>
                  <a:lnTo>
                    <a:pt x="22062" y="312528"/>
                  </a:lnTo>
                  <a:lnTo>
                    <a:pt x="5732" y="266839"/>
                  </a:lnTo>
                  <a:lnTo>
                    <a:pt x="0" y="217067"/>
                  </a:lnTo>
                  <a:lnTo>
                    <a:pt x="5732" y="167296"/>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4"/>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9">
              <a:extLst>
                <a:ext uri="{FF2B5EF4-FFF2-40B4-BE49-F238E27FC236}">
                  <a16:creationId xmlns:a16="http://schemas.microsoft.com/office/drawing/2014/main" id="{BD1121DA-1922-C326-11F0-0874953B6641}"/>
                </a:ext>
              </a:extLst>
            </p:cNvPr>
            <p:cNvSpPr/>
            <p:nvPr/>
          </p:nvSpPr>
          <p:spPr>
            <a:xfrm>
              <a:off x="4649901" y="2018530"/>
              <a:ext cx="434340" cy="434340"/>
            </a:xfrm>
            <a:custGeom>
              <a:avLst/>
              <a:gdLst/>
              <a:ahLst/>
              <a:cxnLst/>
              <a:rect l="l" t="t" r="r" b="b"/>
              <a:pathLst>
                <a:path w="434339" h="434339">
                  <a:moveTo>
                    <a:pt x="0" y="217067"/>
                  </a:moveTo>
                  <a:lnTo>
                    <a:pt x="5732" y="167296"/>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4"/>
                  </a:lnTo>
                  <a:lnTo>
                    <a:pt x="167295" y="428402"/>
                  </a:lnTo>
                  <a:lnTo>
                    <a:pt x="121606" y="412072"/>
                  </a:lnTo>
                  <a:lnTo>
                    <a:pt x="81302" y="386447"/>
                  </a:lnTo>
                  <a:lnTo>
                    <a:pt x="47687" y="352832"/>
                  </a:lnTo>
                  <a:lnTo>
                    <a:pt x="22062" y="312528"/>
                  </a:lnTo>
                  <a:lnTo>
                    <a:pt x="5732" y="266839"/>
                  </a:lnTo>
                  <a:lnTo>
                    <a:pt x="0" y="217067"/>
                  </a:lnTo>
                  <a:close/>
                </a:path>
              </a:pathLst>
            </a:custGeom>
            <a:ln w="28574">
              <a:solidFill>
                <a:srgbClr val="8CB93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0" name="object 10">
            <a:extLst>
              <a:ext uri="{FF2B5EF4-FFF2-40B4-BE49-F238E27FC236}">
                <a16:creationId xmlns:a16="http://schemas.microsoft.com/office/drawing/2014/main" id="{B813F252-2CEA-401D-F0C2-B596896743C6}"/>
              </a:ext>
            </a:extLst>
          </p:cNvPr>
          <p:cNvSpPr txBox="1"/>
          <p:nvPr/>
        </p:nvSpPr>
        <p:spPr>
          <a:xfrm>
            <a:off x="3423160" y="1612856"/>
            <a:ext cx="166370" cy="328295"/>
          </a:xfrm>
          <a:prstGeom prst="rect">
            <a:avLst/>
          </a:prstGeom>
        </p:spPr>
        <p:txBody>
          <a:bodyPr vert="horz" wrap="square" lIns="0" tIns="17145" rIns="0" bIns="0" rtlCol="0">
            <a:spAutoFit/>
          </a:bodyPr>
          <a:lstStyle/>
          <a:p>
            <a:pPr marL="12700" marR="0" lvl="0" indent="0" defTabSz="914400" eaLnBrk="1" fontAlgn="auto" latinLnBrk="0" hangingPunct="1">
              <a:lnSpc>
                <a:spcPct val="100000"/>
              </a:lnSpc>
              <a:spcBef>
                <a:spcPts val="135"/>
              </a:spcBef>
              <a:spcAft>
                <a:spcPts val="0"/>
              </a:spcAft>
              <a:buClrTx/>
              <a:buSzTx/>
              <a:buFontTx/>
              <a:buNone/>
              <a:tabLst/>
              <a:defRPr/>
            </a:pPr>
            <a:r>
              <a:rPr kumimoji="0" lang="fr-FR" sz="1950" b="1" i="0" u="none" strike="noStrike" kern="0" cap="none" spc="55" normalizeH="0" baseline="0" noProof="0" dirty="0">
                <a:ln>
                  <a:noFill/>
                </a:ln>
                <a:solidFill>
                  <a:srgbClr val="8CB939"/>
                </a:solidFill>
                <a:effectLst/>
                <a:uLnTx/>
                <a:uFillTx/>
                <a:latin typeface="Calibri"/>
                <a:cs typeface="Calibri"/>
              </a:rPr>
              <a:t>1</a:t>
            </a:r>
            <a:endParaRPr kumimoji="0" sz="1950" b="0" i="0" u="none" strike="noStrike" kern="0" cap="none" spc="0" normalizeH="0" baseline="0" noProof="0" dirty="0">
              <a:ln>
                <a:noFill/>
              </a:ln>
              <a:solidFill>
                <a:sysClr val="windowText" lastClr="000000"/>
              </a:solidFill>
              <a:effectLst/>
              <a:uLnTx/>
              <a:uFillTx/>
              <a:latin typeface="Calibri"/>
              <a:cs typeface="Calibri"/>
            </a:endParaRPr>
          </a:p>
        </p:txBody>
      </p:sp>
      <p:grpSp>
        <p:nvGrpSpPr>
          <p:cNvPr id="21" name="object 21">
            <a:extLst>
              <a:ext uri="{FF2B5EF4-FFF2-40B4-BE49-F238E27FC236}">
                <a16:creationId xmlns:a16="http://schemas.microsoft.com/office/drawing/2014/main" id="{4FABE478-62C3-C3C1-9EEA-560B5AD2E6C2}"/>
              </a:ext>
            </a:extLst>
          </p:cNvPr>
          <p:cNvGrpSpPr/>
          <p:nvPr/>
        </p:nvGrpSpPr>
        <p:grpSpPr>
          <a:xfrm>
            <a:off x="3274653" y="3092450"/>
            <a:ext cx="462915" cy="462915"/>
            <a:chOff x="4635613" y="4245542"/>
            <a:chExt cx="462915" cy="462915"/>
          </a:xfrm>
        </p:grpSpPr>
        <p:sp>
          <p:nvSpPr>
            <p:cNvPr id="22" name="object 22">
              <a:extLst>
                <a:ext uri="{FF2B5EF4-FFF2-40B4-BE49-F238E27FC236}">
                  <a16:creationId xmlns:a16="http://schemas.microsoft.com/office/drawing/2014/main" id="{B4AD690E-CCF9-FCF4-1F01-17D14C69EC82}"/>
                </a:ext>
              </a:extLst>
            </p:cNvPr>
            <p:cNvSpPr/>
            <p:nvPr/>
          </p:nvSpPr>
          <p:spPr>
            <a:xfrm>
              <a:off x="4649901" y="4259829"/>
              <a:ext cx="434340" cy="434340"/>
            </a:xfrm>
            <a:custGeom>
              <a:avLst/>
              <a:gdLst/>
              <a:ahLst/>
              <a:cxnLst/>
              <a:rect l="l" t="t" r="r" b="b"/>
              <a:pathLst>
                <a:path w="434339" h="434339">
                  <a:moveTo>
                    <a:pt x="217067" y="434135"/>
                  </a:moveTo>
                  <a:lnTo>
                    <a:pt x="167295" y="428402"/>
                  </a:lnTo>
                  <a:lnTo>
                    <a:pt x="121606" y="412072"/>
                  </a:lnTo>
                  <a:lnTo>
                    <a:pt x="81302" y="386447"/>
                  </a:lnTo>
                  <a:lnTo>
                    <a:pt x="47687" y="352832"/>
                  </a:lnTo>
                  <a:lnTo>
                    <a:pt x="22062" y="312528"/>
                  </a:lnTo>
                  <a:lnTo>
                    <a:pt x="5732" y="266839"/>
                  </a:lnTo>
                  <a:lnTo>
                    <a:pt x="0" y="217067"/>
                  </a:ln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3" name="object 23">
              <a:extLst>
                <a:ext uri="{FF2B5EF4-FFF2-40B4-BE49-F238E27FC236}">
                  <a16:creationId xmlns:a16="http://schemas.microsoft.com/office/drawing/2014/main" id="{1852B5A1-2816-1DA7-8137-ED7343AB8347}"/>
                </a:ext>
              </a:extLst>
            </p:cNvPr>
            <p:cNvSpPr/>
            <p:nvPr/>
          </p:nvSpPr>
          <p:spPr>
            <a:xfrm>
              <a:off x="4649901" y="4259829"/>
              <a:ext cx="434340" cy="434340"/>
            </a:xfrm>
            <a:custGeom>
              <a:avLst/>
              <a:gdLst/>
              <a:ahLst/>
              <a:cxnLst/>
              <a:rect l="l" t="t" r="r" b="b"/>
              <a:pathLst>
                <a:path w="434339" h="434339">
                  <a:moveTo>
                    <a:pt x="0" y="217067"/>
                  </a:move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lnTo>
                    <a:pt x="167295" y="428402"/>
                  </a:lnTo>
                  <a:lnTo>
                    <a:pt x="121606" y="412072"/>
                  </a:lnTo>
                  <a:lnTo>
                    <a:pt x="81302" y="386447"/>
                  </a:lnTo>
                  <a:lnTo>
                    <a:pt x="47687" y="352832"/>
                  </a:lnTo>
                  <a:lnTo>
                    <a:pt x="22062" y="312528"/>
                  </a:lnTo>
                  <a:lnTo>
                    <a:pt x="5732" y="266839"/>
                  </a:lnTo>
                  <a:lnTo>
                    <a:pt x="0" y="217067"/>
                  </a:lnTo>
                  <a:close/>
                </a:path>
              </a:pathLst>
            </a:custGeom>
            <a:ln w="28574">
              <a:solidFill>
                <a:srgbClr val="8CB93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4" name="object 24">
            <a:extLst>
              <a:ext uri="{FF2B5EF4-FFF2-40B4-BE49-F238E27FC236}">
                <a16:creationId xmlns:a16="http://schemas.microsoft.com/office/drawing/2014/main" id="{36899E13-A252-2AFA-644A-954892D6B641}"/>
              </a:ext>
            </a:extLst>
          </p:cNvPr>
          <p:cNvSpPr txBox="1"/>
          <p:nvPr/>
        </p:nvSpPr>
        <p:spPr>
          <a:xfrm>
            <a:off x="3423160" y="3148611"/>
            <a:ext cx="166370" cy="328295"/>
          </a:xfrm>
          <a:prstGeom prst="rect">
            <a:avLst/>
          </a:prstGeom>
        </p:spPr>
        <p:txBody>
          <a:bodyPr vert="horz" wrap="square" lIns="0" tIns="17145" rIns="0" bIns="0" rtlCol="0">
            <a:spAutoFit/>
          </a:bodyPr>
          <a:lstStyle/>
          <a:p>
            <a:pPr marL="12700" marR="0" lvl="0" indent="0" defTabSz="914400" eaLnBrk="1" fontAlgn="auto" latinLnBrk="0" hangingPunct="1">
              <a:lnSpc>
                <a:spcPct val="100000"/>
              </a:lnSpc>
              <a:spcBef>
                <a:spcPts val="135"/>
              </a:spcBef>
              <a:spcAft>
                <a:spcPts val="0"/>
              </a:spcAft>
              <a:buClrTx/>
              <a:buSzTx/>
              <a:buFontTx/>
              <a:buNone/>
              <a:tabLst/>
              <a:defRPr/>
            </a:pPr>
            <a:r>
              <a:rPr kumimoji="0" lang="fr-FR" sz="1950" b="1" i="0" u="none" strike="noStrike" kern="0" cap="none" spc="55" normalizeH="0" baseline="0" noProof="0" dirty="0">
                <a:ln>
                  <a:noFill/>
                </a:ln>
                <a:solidFill>
                  <a:srgbClr val="8CB939"/>
                </a:solidFill>
                <a:effectLst/>
                <a:uLnTx/>
                <a:uFillTx/>
                <a:latin typeface="Calibri"/>
                <a:cs typeface="Calibri"/>
              </a:rPr>
              <a:t>2</a:t>
            </a:r>
            <a:endParaRPr kumimoji="0" sz="1950" b="0" i="0" u="none" strike="noStrike" kern="0" cap="none" spc="0" normalizeH="0" baseline="0" noProof="0" dirty="0">
              <a:ln>
                <a:noFill/>
              </a:ln>
              <a:solidFill>
                <a:sysClr val="windowText" lastClr="000000"/>
              </a:solidFill>
              <a:effectLst/>
              <a:uLnTx/>
              <a:uFillTx/>
              <a:latin typeface="Calibri"/>
              <a:cs typeface="Calibri"/>
            </a:endParaRPr>
          </a:p>
        </p:txBody>
      </p:sp>
      <p:sp>
        <p:nvSpPr>
          <p:cNvPr id="25" name="object 25">
            <a:extLst>
              <a:ext uri="{FF2B5EF4-FFF2-40B4-BE49-F238E27FC236}">
                <a16:creationId xmlns:a16="http://schemas.microsoft.com/office/drawing/2014/main" id="{4423D403-A655-8C34-4944-10ABE0F9A450}"/>
              </a:ext>
            </a:extLst>
          </p:cNvPr>
          <p:cNvSpPr txBox="1"/>
          <p:nvPr/>
        </p:nvSpPr>
        <p:spPr>
          <a:xfrm>
            <a:off x="4208331" y="3142013"/>
            <a:ext cx="6313619" cy="78226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fr-FR" sz="2500" b="1" i="0" u="none" strike="noStrike" kern="0" cap="none" spc="200" normalizeH="0" baseline="0" noProof="0" dirty="0">
                <a:ln>
                  <a:noFill/>
                </a:ln>
                <a:solidFill>
                  <a:srgbClr val="164052"/>
                </a:solidFill>
                <a:effectLst/>
                <a:uLnTx/>
                <a:uFillTx/>
                <a:latin typeface="Calibri"/>
                <a:cs typeface="Calibri"/>
              </a:rPr>
              <a:t>Intégration avec un chat d’équipe (</a:t>
            </a:r>
            <a:r>
              <a:rPr kumimoji="0" lang="fr-FR" sz="2500" b="1" i="0" u="none" strike="noStrike" kern="0" cap="none" spc="200" normalizeH="0" baseline="0" noProof="0" dirty="0" err="1">
                <a:ln>
                  <a:noFill/>
                </a:ln>
                <a:solidFill>
                  <a:srgbClr val="164052"/>
                </a:solidFill>
                <a:effectLst/>
                <a:uLnTx/>
                <a:uFillTx/>
                <a:latin typeface="Calibri"/>
                <a:cs typeface="Calibri"/>
              </a:rPr>
              <a:t>Zulip</a:t>
            </a:r>
            <a:r>
              <a:rPr kumimoji="0" lang="fr-FR" sz="2500" b="1" i="0" u="none" strike="noStrike" kern="0" cap="none" spc="200" normalizeH="0" baseline="0" noProof="0" dirty="0">
                <a:ln>
                  <a:noFill/>
                </a:ln>
                <a:solidFill>
                  <a:srgbClr val="164052"/>
                </a:solidFill>
                <a:effectLst/>
                <a:uLnTx/>
                <a:uFillTx/>
                <a:latin typeface="Calibri"/>
                <a:cs typeface="Calibri"/>
              </a:rPr>
              <a:t>)</a:t>
            </a:r>
          </a:p>
        </p:txBody>
      </p:sp>
      <p:sp>
        <p:nvSpPr>
          <p:cNvPr id="36" name="TextBox 35">
            <a:extLst>
              <a:ext uri="{FF2B5EF4-FFF2-40B4-BE49-F238E27FC236}">
                <a16:creationId xmlns:a16="http://schemas.microsoft.com/office/drawing/2014/main" id="{C113686E-D352-E491-F184-DA9A89E37B1E}"/>
              </a:ext>
            </a:extLst>
          </p:cNvPr>
          <p:cNvSpPr txBox="1"/>
          <p:nvPr/>
        </p:nvSpPr>
        <p:spPr>
          <a:xfrm>
            <a:off x="9988550" y="7158851"/>
            <a:ext cx="5339166" cy="276999"/>
          </a:xfrm>
          <a:prstGeom prst="rect">
            <a:avLst/>
          </a:prstGeom>
          <a:noFill/>
        </p:spPr>
        <p:txBody>
          <a:bodyPr wrap="square">
            <a:spAutoFit/>
          </a:bodyPr>
          <a:lstStyle/>
          <a:p>
            <a:pPr marL="80010" marR="0" lvl="0" indent="0" defTabSz="914400" eaLnBrk="1" fontAlgn="auto" latinLnBrk="0" hangingPunct="1">
              <a:lnSpc>
                <a:spcPct val="100000"/>
              </a:lnSpc>
              <a:spcBef>
                <a:spcPts val="65"/>
              </a:spcBef>
              <a:spcAft>
                <a:spcPts val="0"/>
              </a:spcAft>
              <a:buClrTx/>
              <a:buSzTx/>
              <a:buFontTx/>
              <a:buNone/>
              <a:tabLst/>
              <a:defRPr/>
            </a:pPr>
            <a:fld id="{81D60167-4931-47E6-BA6A-407CBD079E47}" type="slidenum">
              <a:rPr kumimoji="0" lang="fr-FR" sz="1200" b="0" i="0" u="none" strike="noStrike" kern="0" cap="none" spc="-25" normalizeH="0" baseline="0" noProof="0" smtClean="0">
                <a:ln>
                  <a:noFill/>
                </a:ln>
                <a:solidFill>
                  <a:prstClr val="white"/>
                </a:solidFill>
                <a:effectLst/>
                <a:uLnTx/>
                <a:uFillTx/>
                <a:latin typeface="Calibri"/>
                <a:cs typeface="Calibri"/>
              </a:rPr>
              <a:pPr marL="80010" marR="0" lvl="0" indent="0" defTabSz="914400" eaLnBrk="1" fontAlgn="auto" latinLnBrk="0" hangingPunct="1">
                <a:lnSpc>
                  <a:spcPct val="100000"/>
                </a:lnSpc>
                <a:spcBef>
                  <a:spcPts val="65"/>
                </a:spcBef>
                <a:spcAft>
                  <a:spcPts val="0"/>
                </a:spcAft>
                <a:buClrTx/>
                <a:buSzTx/>
                <a:buFontTx/>
                <a:buNone/>
                <a:tabLst/>
                <a:defRPr/>
              </a:pPr>
              <a:t>93</a:t>
            </a:fld>
            <a:endParaRPr kumimoji="0" lang="fr-FR" sz="1200" b="0" i="0" u="none" strike="noStrike" kern="0" cap="none" spc="-25" normalizeH="0" baseline="0" noProof="0" dirty="0">
              <a:ln>
                <a:noFill/>
              </a:ln>
              <a:solidFill>
                <a:prstClr val="white"/>
              </a:solidFill>
              <a:effectLst/>
              <a:uLnTx/>
              <a:uFillTx/>
              <a:latin typeface="Calibri"/>
              <a:cs typeface="Calibri"/>
            </a:endParaRPr>
          </a:p>
        </p:txBody>
      </p:sp>
      <p:grpSp>
        <p:nvGrpSpPr>
          <p:cNvPr id="11" name="object 21">
            <a:extLst>
              <a:ext uri="{FF2B5EF4-FFF2-40B4-BE49-F238E27FC236}">
                <a16:creationId xmlns:a16="http://schemas.microsoft.com/office/drawing/2014/main" id="{59978231-3696-F6EB-1FF0-0A1891EDF26A}"/>
              </a:ext>
            </a:extLst>
          </p:cNvPr>
          <p:cNvGrpSpPr/>
          <p:nvPr/>
        </p:nvGrpSpPr>
        <p:grpSpPr>
          <a:xfrm>
            <a:off x="3282950" y="4610735"/>
            <a:ext cx="462915" cy="462915"/>
            <a:chOff x="4635613" y="4245542"/>
            <a:chExt cx="462915" cy="462915"/>
          </a:xfrm>
        </p:grpSpPr>
        <p:sp>
          <p:nvSpPr>
            <p:cNvPr id="12" name="object 22">
              <a:extLst>
                <a:ext uri="{FF2B5EF4-FFF2-40B4-BE49-F238E27FC236}">
                  <a16:creationId xmlns:a16="http://schemas.microsoft.com/office/drawing/2014/main" id="{4C333892-698D-F0BB-23ED-CC4F50ECEFAD}"/>
                </a:ext>
              </a:extLst>
            </p:cNvPr>
            <p:cNvSpPr/>
            <p:nvPr/>
          </p:nvSpPr>
          <p:spPr>
            <a:xfrm>
              <a:off x="4649901" y="4259829"/>
              <a:ext cx="434340" cy="434340"/>
            </a:xfrm>
            <a:custGeom>
              <a:avLst/>
              <a:gdLst/>
              <a:ahLst/>
              <a:cxnLst/>
              <a:rect l="l" t="t" r="r" b="b"/>
              <a:pathLst>
                <a:path w="434339" h="434339">
                  <a:moveTo>
                    <a:pt x="217067" y="434135"/>
                  </a:moveTo>
                  <a:lnTo>
                    <a:pt x="167295" y="428402"/>
                  </a:lnTo>
                  <a:lnTo>
                    <a:pt x="121606" y="412072"/>
                  </a:lnTo>
                  <a:lnTo>
                    <a:pt x="81302" y="386447"/>
                  </a:lnTo>
                  <a:lnTo>
                    <a:pt x="47687" y="352832"/>
                  </a:lnTo>
                  <a:lnTo>
                    <a:pt x="22062" y="312528"/>
                  </a:lnTo>
                  <a:lnTo>
                    <a:pt x="5732" y="266839"/>
                  </a:lnTo>
                  <a:lnTo>
                    <a:pt x="0" y="217067"/>
                  </a:ln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3" name="object 23">
              <a:extLst>
                <a:ext uri="{FF2B5EF4-FFF2-40B4-BE49-F238E27FC236}">
                  <a16:creationId xmlns:a16="http://schemas.microsoft.com/office/drawing/2014/main" id="{BA7D4F62-8EAE-E273-DAFD-867D873E0C00}"/>
                </a:ext>
              </a:extLst>
            </p:cNvPr>
            <p:cNvSpPr/>
            <p:nvPr/>
          </p:nvSpPr>
          <p:spPr>
            <a:xfrm>
              <a:off x="4649901" y="4259829"/>
              <a:ext cx="434340" cy="434340"/>
            </a:xfrm>
            <a:custGeom>
              <a:avLst/>
              <a:gdLst/>
              <a:ahLst/>
              <a:cxnLst/>
              <a:rect l="l" t="t" r="r" b="b"/>
              <a:pathLst>
                <a:path w="434339" h="434339">
                  <a:moveTo>
                    <a:pt x="0" y="217067"/>
                  </a:move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lnTo>
                    <a:pt x="167295" y="428402"/>
                  </a:lnTo>
                  <a:lnTo>
                    <a:pt x="121606" y="412072"/>
                  </a:lnTo>
                  <a:lnTo>
                    <a:pt x="81302" y="386447"/>
                  </a:lnTo>
                  <a:lnTo>
                    <a:pt x="47687" y="352832"/>
                  </a:lnTo>
                  <a:lnTo>
                    <a:pt x="22062" y="312528"/>
                  </a:lnTo>
                  <a:lnTo>
                    <a:pt x="5732" y="266839"/>
                  </a:lnTo>
                  <a:lnTo>
                    <a:pt x="0" y="217067"/>
                  </a:lnTo>
                  <a:close/>
                </a:path>
              </a:pathLst>
            </a:custGeom>
            <a:ln w="28574">
              <a:solidFill>
                <a:srgbClr val="8CB93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4" name="object 24">
            <a:extLst>
              <a:ext uri="{FF2B5EF4-FFF2-40B4-BE49-F238E27FC236}">
                <a16:creationId xmlns:a16="http://schemas.microsoft.com/office/drawing/2014/main" id="{D6947985-8CBE-85FB-99BF-C6C45A61438A}"/>
              </a:ext>
            </a:extLst>
          </p:cNvPr>
          <p:cNvSpPr txBox="1"/>
          <p:nvPr/>
        </p:nvSpPr>
        <p:spPr>
          <a:xfrm>
            <a:off x="3431457" y="4666896"/>
            <a:ext cx="166370" cy="328295"/>
          </a:xfrm>
          <a:prstGeom prst="rect">
            <a:avLst/>
          </a:prstGeom>
        </p:spPr>
        <p:txBody>
          <a:bodyPr vert="horz" wrap="square" lIns="0" tIns="17145" rIns="0" bIns="0" rtlCol="0">
            <a:spAutoFit/>
          </a:bodyPr>
          <a:lstStyle/>
          <a:p>
            <a:pPr marL="12700" marR="0" lvl="0" indent="0" defTabSz="914400" eaLnBrk="1" fontAlgn="auto" latinLnBrk="0" hangingPunct="1">
              <a:lnSpc>
                <a:spcPct val="100000"/>
              </a:lnSpc>
              <a:spcBef>
                <a:spcPts val="135"/>
              </a:spcBef>
              <a:spcAft>
                <a:spcPts val="0"/>
              </a:spcAft>
              <a:buClrTx/>
              <a:buSzTx/>
              <a:buFontTx/>
              <a:buNone/>
              <a:tabLst/>
              <a:defRPr/>
            </a:pPr>
            <a:r>
              <a:rPr lang="fr-FR" sz="1950" b="1" spc="55" dirty="0">
                <a:solidFill>
                  <a:srgbClr val="8CB939"/>
                </a:solidFill>
                <a:latin typeface="Calibri"/>
                <a:cs typeface="Calibri"/>
              </a:rPr>
              <a:t>3</a:t>
            </a:r>
            <a:endParaRPr kumimoji="0" sz="1950" b="0" i="0" u="none" strike="noStrike" kern="0" cap="none" spc="0" normalizeH="0" baseline="0" noProof="0" dirty="0">
              <a:ln>
                <a:noFill/>
              </a:ln>
              <a:solidFill>
                <a:sysClr val="windowText" lastClr="000000"/>
              </a:solidFill>
              <a:effectLst/>
              <a:uLnTx/>
              <a:uFillTx/>
              <a:latin typeface="Calibri"/>
              <a:cs typeface="Calibri"/>
            </a:endParaRPr>
          </a:p>
        </p:txBody>
      </p:sp>
      <p:sp>
        <p:nvSpPr>
          <p:cNvPr id="15" name="object 25">
            <a:extLst>
              <a:ext uri="{FF2B5EF4-FFF2-40B4-BE49-F238E27FC236}">
                <a16:creationId xmlns:a16="http://schemas.microsoft.com/office/drawing/2014/main" id="{9C758F2B-8C4B-CA0B-0E4C-A132D2A53BD6}"/>
              </a:ext>
            </a:extLst>
          </p:cNvPr>
          <p:cNvSpPr txBox="1"/>
          <p:nvPr/>
        </p:nvSpPr>
        <p:spPr>
          <a:xfrm>
            <a:off x="4216628" y="4660298"/>
            <a:ext cx="6472369" cy="78226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fr-FR" sz="2500" b="1" i="0" u="none" strike="noStrike" kern="0" cap="none" spc="200" normalizeH="0" baseline="0" noProof="0" dirty="0">
                <a:ln>
                  <a:noFill/>
                </a:ln>
                <a:solidFill>
                  <a:srgbClr val="164052"/>
                </a:solidFill>
                <a:effectLst/>
                <a:uLnTx/>
                <a:uFillTx/>
                <a:latin typeface="Calibri"/>
                <a:cs typeface="Calibri"/>
              </a:rPr>
              <a:t>Introduction à Jenkins Templating Engine (JTE)</a:t>
            </a:r>
          </a:p>
        </p:txBody>
      </p:sp>
    </p:spTree>
    <p:extLst>
      <p:ext uri="{BB962C8B-B14F-4D97-AF65-F5344CB8AC3E}">
        <p14:creationId xmlns:p14="http://schemas.microsoft.com/office/powerpoint/2010/main" val="334432748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F4BA6-9771-7276-3F29-8D7D6B54B8F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27B0577-C41F-AADD-8D6F-683A2830A0FA}"/>
              </a:ext>
            </a:extLst>
          </p:cNvPr>
          <p:cNvSpPr>
            <a:spLocks noGrp="1"/>
          </p:cNvSpPr>
          <p:nvPr>
            <p:ph type="title"/>
          </p:nvPr>
        </p:nvSpPr>
        <p:spPr>
          <a:xfrm>
            <a:off x="1054048" y="98310"/>
            <a:ext cx="9350642" cy="553998"/>
          </a:xfrm>
        </p:spPr>
        <p:txBody>
          <a:bodyPr/>
          <a:lstStyle/>
          <a:p>
            <a:r>
              <a:rPr lang="fr-FR" b="1" spc="125" dirty="0"/>
              <a:t>Plugins utiles pour les tests et la qualité</a:t>
            </a:r>
          </a:p>
        </p:txBody>
      </p:sp>
      <p:sp>
        <p:nvSpPr>
          <p:cNvPr id="5" name="object 2">
            <a:extLst>
              <a:ext uri="{FF2B5EF4-FFF2-40B4-BE49-F238E27FC236}">
                <a16:creationId xmlns:a16="http://schemas.microsoft.com/office/drawing/2014/main" id="{1CE7819A-E122-68AD-E0F1-DF2A19219F09}"/>
              </a:ext>
            </a:extLst>
          </p:cNvPr>
          <p:cNvSpPr txBox="1"/>
          <p:nvPr/>
        </p:nvSpPr>
        <p:spPr>
          <a:xfrm>
            <a:off x="463550"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1</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8" name="Espace réservé du contenu 2">
            <a:extLst>
              <a:ext uri="{FF2B5EF4-FFF2-40B4-BE49-F238E27FC236}">
                <a16:creationId xmlns:a16="http://schemas.microsoft.com/office/drawing/2014/main" id="{C3DDC697-F450-C662-4677-49677D84AB87}"/>
              </a:ext>
            </a:extLst>
          </p:cNvPr>
          <p:cNvSpPr txBox="1">
            <a:spLocks/>
          </p:cNvSpPr>
          <p:nvPr/>
        </p:nvSpPr>
        <p:spPr>
          <a:xfrm>
            <a:off x="463550" y="1568450"/>
            <a:ext cx="10515600" cy="4848225"/>
          </a:xfrm>
          <a:prstGeom prst="rect">
            <a:avLst/>
          </a:prstGeom>
        </p:spPr>
        <p:txBody>
          <a:bodyPr wrap="square" lIns="0" tIns="0" rIns="0" bIns="0">
            <a:normAutofit/>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AF9BE5A2-C5A9-AB72-3B7F-97CFE52D8A69}"/>
              </a:ext>
            </a:extLst>
          </p:cNvPr>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lang="fr-FR" sz="1200" spc="-25" dirty="0">
                <a:solidFill>
                  <a:prstClr val="white"/>
                </a:solidFill>
                <a:latin typeface="Calibri"/>
                <a:cs typeface="Calibri"/>
              </a:rPr>
              <a:t>94</a:t>
            </a:r>
            <a:endParaRPr kumimoji="0" lang="fr-FR" sz="1200" b="0" i="0" u="none" strike="noStrike" kern="0" cap="none" spc="-25" normalizeH="0" baseline="0" noProof="0" dirty="0">
              <a:ln>
                <a:noFill/>
              </a:ln>
              <a:solidFill>
                <a:prstClr val="white"/>
              </a:solidFill>
              <a:effectLst/>
              <a:uLnTx/>
              <a:uFillTx/>
              <a:latin typeface="Calibri"/>
              <a:cs typeface="Calibri"/>
            </a:endParaRPr>
          </a:p>
        </p:txBody>
      </p:sp>
      <p:sp>
        <p:nvSpPr>
          <p:cNvPr id="11" name="TextBox 10">
            <a:extLst>
              <a:ext uri="{FF2B5EF4-FFF2-40B4-BE49-F238E27FC236}">
                <a16:creationId xmlns:a16="http://schemas.microsoft.com/office/drawing/2014/main" id="{D5256407-38D2-B6AB-1A16-D0D4B0E69754}"/>
              </a:ext>
            </a:extLst>
          </p:cNvPr>
          <p:cNvSpPr txBox="1"/>
          <p:nvPr/>
        </p:nvSpPr>
        <p:spPr>
          <a:xfrm>
            <a:off x="463550" y="1111250"/>
            <a:ext cx="9525000" cy="2579039"/>
          </a:xfrm>
          <a:prstGeom prst="rect">
            <a:avLst/>
          </a:prstGeom>
          <a:noFill/>
        </p:spPr>
        <p:txBody>
          <a:bodyPr wrap="square">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kumimoji="0" lang="fr-FR" sz="2200" b="1" i="0" u="none" strike="noStrike" kern="0" cap="none" spc="0" normalizeH="0" baseline="0" noProof="0" dirty="0">
                <a:ln>
                  <a:noFill/>
                </a:ln>
                <a:solidFill>
                  <a:sysClr val="windowText" lastClr="000000"/>
                </a:solidFill>
                <a:effectLst/>
                <a:uLnTx/>
                <a:uFillTx/>
                <a:latin typeface="Calibri"/>
              </a:rPr>
              <a:t>Pourquoi utiliser des plugins ?</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Calibri"/>
              </a:rPr>
              <a:t>Étendre les fonctionnalités de Jenkins</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Calibri"/>
              </a:rPr>
              <a:t>Automatiser les tests et l’analyse de la qualité du code</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Calibri"/>
              </a:rPr>
              <a:t>Améliorer l’intégration avec d’autres outils DevOps</a:t>
            </a:r>
          </a:p>
          <a:p>
            <a:pPr marR="0" lvl="0" defTabSz="914400" eaLnBrk="1" fontAlgn="auto" latinLnBrk="0" hangingPunct="1">
              <a:lnSpc>
                <a:spcPct val="150000"/>
              </a:lnSpc>
              <a:spcBef>
                <a:spcPts val="0"/>
              </a:spcBef>
              <a:spcAft>
                <a:spcPts val="0"/>
              </a:spcAft>
              <a:buClrTx/>
              <a:buSzTx/>
              <a:tabLst/>
              <a:defRPr/>
            </a:pPr>
            <a:r>
              <a:rPr kumimoji="0" lang="fr-FR" sz="2200" b="1" i="0" u="none" strike="noStrike" kern="0" cap="none" spc="0" normalizeH="0" baseline="0" noProof="0" dirty="0">
                <a:ln>
                  <a:noFill/>
                </a:ln>
                <a:solidFill>
                  <a:sysClr val="windowText" lastClr="000000"/>
                </a:solidFill>
                <a:effectLst/>
                <a:uLnTx/>
                <a:uFillTx/>
                <a:latin typeface="Calibri"/>
              </a:rPr>
              <a:t>Quelques plugins essentiels</a:t>
            </a:r>
          </a:p>
        </p:txBody>
      </p:sp>
      <p:graphicFrame>
        <p:nvGraphicFramePr>
          <p:cNvPr id="7" name="Table 6">
            <a:extLst>
              <a:ext uri="{FF2B5EF4-FFF2-40B4-BE49-F238E27FC236}">
                <a16:creationId xmlns:a16="http://schemas.microsoft.com/office/drawing/2014/main" id="{0E5C91C3-840D-D967-D40F-47CDC8258519}"/>
              </a:ext>
            </a:extLst>
          </p:cNvPr>
          <p:cNvGraphicFramePr>
            <a:graphicFrameLocks noGrp="1"/>
          </p:cNvGraphicFramePr>
          <p:nvPr>
            <p:extLst>
              <p:ext uri="{D42A27DB-BD31-4B8C-83A1-F6EECF244321}">
                <p14:modId xmlns:p14="http://schemas.microsoft.com/office/powerpoint/2010/main" val="3026432272"/>
              </p:ext>
            </p:extLst>
          </p:nvPr>
        </p:nvGraphicFramePr>
        <p:xfrm>
          <a:off x="920750" y="3874136"/>
          <a:ext cx="8839200" cy="3204315"/>
        </p:xfrm>
        <a:graphic>
          <a:graphicData uri="http://schemas.openxmlformats.org/drawingml/2006/table">
            <a:tbl>
              <a:tblPr/>
              <a:tblGrid>
                <a:gridCol w="4191000">
                  <a:extLst>
                    <a:ext uri="{9D8B030D-6E8A-4147-A177-3AD203B41FA5}">
                      <a16:colId xmlns:a16="http://schemas.microsoft.com/office/drawing/2014/main" val="3147393412"/>
                    </a:ext>
                  </a:extLst>
                </a:gridCol>
                <a:gridCol w="4648200">
                  <a:extLst>
                    <a:ext uri="{9D8B030D-6E8A-4147-A177-3AD203B41FA5}">
                      <a16:colId xmlns:a16="http://schemas.microsoft.com/office/drawing/2014/main" val="1306790480"/>
                    </a:ext>
                  </a:extLst>
                </a:gridCol>
              </a:tblGrid>
              <a:tr h="517419">
                <a:tc>
                  <a:txBody>
                    <a:bodyPr/>
                    <a:lstStyle/>
                    <a:p>
                      <a:pPr algn="l" fontAlgn="ctr"/>
                      <a:r>
                        <a:rPr lang="fr-FR" sz="2000" b="1" i="0" u="none" strike="noStrike" dirty="0">
                          <a:solidFill>
                            <a:srgbClr val="000000"/>
                          </a:solidFill>
                          <a:effectLst/>
                          <a:latin typeface="Aptos Narrow" panose="020B0004020202020204" pitchFamily="34" charset="0"/>
                        </a:rPr>
                        <a:t>   Plugin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ctr"/>
                      <a:r>
                        <a:rPr lang="fr-FR" sz="2000" b="1" i="0" u="none" strike="noStrike" dirty="0">
                          <a:solidFill>
                            <a:srgbClr val="000000"/>
                          </a:solidFill>
                          <a:effectLst/>
                          <a:latin typeface="Aptos Narrow" panose="020B0004020202020204" pitchFamily="34" charset="0"/>
                        </a:rPr>
                        <a:t>   Description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887925772"/>
                  </a:ext>
                </a:extLst>
              </a:tr>
              <a:tr h="517419">
                <a:tc>
                  <a:txBody>
                    <a:bodyPr/>
                    <a:lstStyle/>
                    <a:p>
                      <a:pPr algn="l" fontAlgn="ctr"/>
                      <a:r>
                        <a:rPr lang="fr-FR" sz="2000" b="0" i="0" u="none" strike="noStrike" dirty="0">
                          <a:solidFill>
                            <a:srgbClr val="000000"/>
                          </a:solidFill>
                          <a:effectLst/>
                          <a:latin typeface="Aptos Narrow" panose="020B0004020202020204" pitchFamily="34" charset="0"/>
                        </a:rPr>
                        <a:t>   </a:t>
                      </a:r>
                      <a:r>
                        <a:rPr lang="fr-FR" sz="2000" b="0" i="0" u="none" strike="noStrike" dirty="0" err="1">
                          <a:solidFill>
                            <a:srgbClr val="000000"/>
                          </a:solidFill>
                          <a:effectLst/>
                          <a:latin typeface="Aptos Narrow" panose="020B0004020202020204" pitchFamily="34" charset="0"/>
                        </a:rPr>
                        <a:t>Junit</a:t>
                      </a:r>
                      <a:endParaRPr lang="fr-FR" sz="2000" b="0" i="0" u="none" strike="noStrike" dirty="0">
                        <a:solidFill>
                          <a:srgbClr val="000000"/>
                        </a:solidFill>
                        <a:effectLst/>
                        <a:latin typeface="Aptos Narrow" panose="020B000402020202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fr-FR" sz="2000" b="0" i="0" u="none" strike="noStrike" dirty="0">
                          <a:solidFill>
                            <a:srgbClr val="000000"/>
                          </a:solidFill>
                          <a:effectLst/>
                          <a:latin typeface="Aptos Narrow" panose="020B0004020202020204" pitchFamily="34" charset="0"/>
                        </a:rPr>
                        <a:t>   Générer des rapports de tests unitaires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88152121"/>
                  </a:ext>
                </a:extLst>
              </a:tr>
              <a:tr h="517419">
                <a:tc>
                  <a:txBody>
                    <a:bodyPr/>
                    <a:lstStyle/>
                    <a:p>
                      <a:pPr algn="l" fontAlgn="ctr"/>
                      <a:r>
                        <a:rPr lang="fr-FR" sz="2000" b="0" i="0" u="none" strike="noStrike" dirty="0">
                          <a:solidFill>
                            <a:srgbClr val="000000"/>
                          </a:solidFill>
                          <a:effectLst/>
                          <a:latin typeface="Aptos Narrow" panose="020B0004020202020204" pitchFamily="34" charset="0"/>
                        </a:rPr>
                        <a:t>   </a:t>
                      </a:r>
                      <a:r>
                        <a:rPr lang="fr-FR" sz="2000" b="0" i="0" u="none" strike="noStrike" dirty="0" err="1">
                          <a:solidFill>
                            <a:srgbClr val="000000"/>
                          </a:solidFill>
                          <a:effectLst/>
                          <a:latin typeface="Aptos Narrow" panose="020B0004020202020204" pitchFamily="34" charset="0"/>
                        </a:rPr>
                        <a:t>JaCoCo</a:t>
                      </a:r>
                      <a:endParaRPr lang="fr-FR" sz="2000" b="0" i="0" u="none" strike="noStrike" dirty="0">
                        <a:solidFill>
                          <a:srgbClr val="000000"/>
                        </a:solidFill>
                        <a:effectLst/>
                        <a:latin typeface="Aptos Narrow" panose="020B000402020202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fr-FR" sz="2000" b="0" i="0" u="none" strike="noStrike" dirty="0">
                          <a:solidFill>
                            <a:srgbClr val="000000"/>
                          </a:solidFill>
                          <a:effectLst/>
                          <a:latin typeface="Aptos Narrow" panose="020B0004020202020204" pitchFamily="34" charset="0"/>
                        </a:rPr>
                        <a:t>   Analyse de couverture de code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46143146"/>
                  </a:ext>
                </a:extLst>
              </a:tr>
              <a:tr h="517419">
                <a:tc>
                  <a:txBody>
                    <a:bodyPr/>
                    <a:lstStyle/>
                    <a:p>
                      <a:pPr algn="l" fontAlgn="ctr"/>
                      <a:r>
                        <a:rPr lang="fr-FR" sz="2000" b="0" i="0" u="none" strike="noStrike" dirty="0">
                          <a:solidFill>
                            <a:srgbClr val="000000"/>
                          </a:solidFill>
                          <a:effectLst/>
                          <a:latin typeface="Aptos Narrow" panose="020B0004020202020204" pitchFamily="34" charset="0"/>
                        </a:rPr>
                        <a:t>   </a:t>
                      </a:r>
                      <a:r>
                        <a:rPr lang="fr-FR" sz="2000" b="0" i="0" u="none" strike="noStrike" dirty="0" err="1">
                          <a:solidFill>
                            <a:srgbClr val="000000"/>
                          </a:solidFill>
                          <a:effectLst/>
                          <a:latin typeface="Aptos Narrow" panose="020B0004020202020204" pitchFamily="34" charset="0"/>
                        </a:rPr>
                        <a:t>SonarQube</a:t>
                      </a:r>
                      <a:r>
                        <a:rPr lang="fr-FR" sz="2000" b="0" i="0" u="none" strike="noStrike" dirty="0">
                          <a:solidFill>
                            <a:srgbClr val="000000"/>
                          </a:solidFill>
                          <a:effectLst/>
                          <a:latin typeface="Aptos Narrow" panose="020B0004020202020204" pitchFamily="34" charset="0"/>
                        </a:rPr>
                        <a:t> Scanner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fr-FR" sz="2000" b="0" i="0" u="none" strike="noStrike" dirty="0">
                          <a:solidFill>
                            <a:srgbClr val="000000"/>
                          </a:solidFill>
                          <a:effectLst/>
                          <a:latin typeface="Aptos Narrow" panose="020B0004020202020204" pitchFamily="34" charset="0"/>
                        </a:rPr>
                        <a:t>   Analyse statique du code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22387969"/>
                  </a:ext>
                </a:extLst>
              </a:tr>
              <a:tr h="517419">
                <a:tc>
                  <a:txBody>
                    <a:bodyPr/>
                    <a:lstStyle/>
                    <a:p>
                      <a:pPr algn="l" fontAlgn="ctr"/>
                      <a:r>
                        <a:rPr lang="fr-FR" sz="2000" b="0" i="0" u="none" strike="noStrike" dirty="0">
                          <a:solidFill>
                            <a:srgbClr val="000000"/>
                          </a:solidFill>
                          <a:effectLst/>
                          <a:latin typeface="Aptos Narrow" panose="020B0004020202020204" pitchFamily="34" charset="0"/>
                        </a:rPr>
                        <a:t>   </a:t>
                      </a:r>
                      <a:r>
                        <a:rPr lang="fr-FR" sz="2000" b="0" i="0" u="none" strike="noStrike" dirty="0" err="1">
                          <a:solidFill>
                            <a:srgbClr val="000000"/>
                          </a:solidFill>
                          <a:effectLst/>
                          <a:latin typeface="Aptos Narrow" panose="020B0004020202020204" pitchFamily="34" charset="0"/>
                        </a:rPr>
                        <a:t>Checkstyle</a:t>
                      </a:r>
                      <a:endParaRPr lang="fr-FR" sz="2000" b="0" i="0" u="none" strike="noStrike" dirty="0">
                        <a:solidFill>
                          <a:srgbClr val="000000"/>
                        </a:solidFill>
                        <a:effectLst/>
                        <a:latin typeface="Aptos Narrow" panose="020B000402020202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fr-FR" sz="2000" b="0" i="0" u="none" strike="noStrike" dirty="0">
                          <a:solidFill>
                            <a:srgbClr val="000000"/>
                          </a:solidFill>
                          <a:effectLst/>
                          <a:latin typeface="Aptos Narrow" panose="020B0004020202020204" pitchFamily="34" charset="0"/>
                        </a:rPr>
                        <a:t>   Vérification des conventions de code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21347306"/>
                  </a:ext>
                </a:extLst>
              </a:tr>
              <a:tr h="517419">
                <a:tc>
                  <a:txBody>
                    <a:bodyPr/>
                    <a:lstStyle/>
                    <a:p>
                      <a:pPr algn="l" fontAlgn="ctr"/>
                      <a:r>
                        <a:rPr lang="fr-FR" sz="2000" b="0" i="0" u="none" strike="noStrike" dirty="0">
                          <a:solidFill>
                            <a:srgbClr val="000000"/>
                          </a:solidFill>
                          <a:effectLst/>
                          <a:latin typeface="Aptos Narrow" panose="020B0004020202020204" pitchFamily="34" charset="0"/>
                        </a:rPr>
                        <a:t>   OWASP </a:t>
                      </a:r>
                      <a:r>
                        <a:rPr lang="fr-FR" sz="2000" b="0" i="0" u="none" strike="noStrike" dirty="0" err="1">
                          <a:solidFill>
                            <a:srgbClr val="000000"/>
                          </a:solidFill>
                          <a:effectLst/>
                          <a:latin typeface="Aptos Narrow" panose="020B0004020202020204" pitchFamily="34" charset="0"/>
                        </a:rPr>
                        <a:t>Dependency</a:t>
                      </a:r>
                      <a:r>
                        <a:rPr lang="fr-FR" sz="2000" b="0" i="0" u="none" strike="noStrike" dirty="0">
                          <a:solidFill>
                            <a:srgbClr val="000000"/>
                          </a:solidFill>
                          <a:effectLst/>
                          <a:latin typeface="Aptos Narrow" panose="020B0004020202020204" pitchFamily="34" charset="0"/>
                        </a:rPr>
                        <a:t>-Check</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fr-FR" sz="2000" b="0" i="0" u="none" strike="noStrike" dirty="0">
                          <a:solidFill>
                            <a:srgbClr val="000000"/>
                          </a:solidFill>
                          <a:effectLst/>
                          <a:latin typeface="Aptos Narrow" panose="020B0004020202020204" pitchFamily="34" charset="0"/>
                        </a:rPr>
                        <a:t>   Détection des vulnérabilités des   dépendances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41973906"/>
                  </a:ext>
                </a:extLst>
              </a:tr>
            </a:tbl>
          </a:graphicData>
        </a:graphic>
      </p:graphicFrame>
    </p:spTree>
    <p:extLst>
      <p:ext uri="{BB962C8B-B14F-4D97-AF65-F5344CB8AC3E}">
        <p14:creationId xmlns:p14="http://schemas.microsoft.com/office/powerpoint/2010/main" val="238950084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7EB89-E52B-D4AE-3232-593D16EABBF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E59BB79-ED8C-0919-C4ED-EA6099F25656}"/>
              </a:ext>
            </a:extLst>
          </p:cNvPr>
          <p:cNvSpPr>
            <a:spLocks noGrp="1"/>
          </p:cNvSpPr>
          <p:nvPr>
            <p:ph type="title"/>
          </p:nvPr>
        </p:nvSpPr>
        <p:spPr>
          <a:xfrm>
            <a:off x="1054048" y="98310"/>
            <a:ext cx="9350642" cy="1107996"/>
          </a:xfrm>
        </p:spPr>
        <p:txBody>
          <a:bodyPr/>
          <a:lstStyle/>
          <a:p>
            <a:r>
              <a:rPr lang="fr-FR" b="1" spc="125" dirty="0"/>
              <a:t>Intégration avec un chat d’équipe (</a:t>
            </a:r>
            <a:r>
              <a:rPr lang="fr-FR" b="1" spc="125" dirty="0" err="1"/>
              <a:t>Zulip</a:t>
            </a:r>
            <a:r>
              <a:rPr lang="fr-FR" b="1" spc="125" dirty="0"/>
              <a:t>, Slack, Teams)</a:t>
            </a:r>
          </a:p>
        </p:txBody>
      </p:sp>
      <p:sp>
        <p:nvSpPr>
          <p:cNvPr id="5" name="object 2">
            <a:extLst>
              <a:ext uri="{FF2B5EF4-FFF2-40B4-BE49-F238E27FC236}">
                <a16:creationId xmlns:a16="http://schemas.microsoft.com/office/drawing/2014/main" id="{91FBC950-32D1-3DA1-2A7F-75EE1D4BCA7B}"/>
              </a:ext>
            </a:extLst>
          </p:cNvPr>
          <p:cNvSpPr txBox="1"/>
          <p:nvPr/>
        </p:nvSpPr>
        <p:spPr>
          <a:xfrm>
            <a:off x="463550"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2</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8" name="Espace réservé du contenu 2">
            <a:extLst>
              <a:ext uri="{FF2B5EF4-FFF2-40B4-BE49-F238E27FC236}">
                <a16:creationId xmlns:a16="http://schemas.microsoft.com/office/drawing/2014/main" id="{BBA8FBFC-3B52-D46C-5291-19FEEC35957F}"/>
              </a:ext>
            </a:extLst>
          </p:cNvPr>
          <p:cNvSpPr txBox="1">
            <a:spLocks/>
          </p:cNvSpPr>
          <p:nvPr/>
        </p:nvSpPr>
        <p:spPr>
          <a:xfrm>
            <a:off x="463550" y="1568450"/>
            <a:ext cx="10515600" cy="4848225"/>
          </a:xfrm>
          <a:prstGeom prst="rect">
            <a:avLst/>
          </a:prstGeom>
        </p:spPr>
        <p:txBody>
          <a:bodyPr wrap="square" lIns="0" tIns="0" rIns="0" bIns="0">
            <a:normAutofit/>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28CCF0AD-A64B-47A8-DFDE-DAE182B7FAD7}"/>
              </a:ext>
            </a:extLst>
          </p:cNvPr>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lang="fr-FR" sz="1200" spc="-25" dirty="0">
                <a:solidFill>
                  <a:prstClr val="white"/>
                </a:solidFill>
                <a:latin typeface="Calibri"/>
                <a:cs typeface="Calibri"/>
              </a:rPr>
              <a:t>95</a:t>
            </a:r>
            <a:endParaRPr kumimoji="0" lang="fr-FR" sz="1200" b="0" i="0" u="none" strike="noStrike" kern="0" cap="none" spc="-25" normalizeH="0" baseline="0" noProof="0" dirty="0">
              <a:ln>
                <a:noFill/>
              </a:ln>
              <a:solidFill>
                <a:prstClr val="white"/>
              </a:solidFill>
              <a:effectLst/>
              <a:uLnTx/>
              <a:uFillTx/>
              <a:latin typeface="Calibri"/>
              <a:cs typeface="Calibri"/>
            </a:endParaRPr>
          </a:p>
        </p:txBody>
      </p:sp>
      <p:sp>
        <p:nvSpPr>
          <p:cNvPr id="11" name="TextBox 10">
            <a:extLst>
              <a:ext uri="{FF2B5EF4-FFF2-40B4-BE49-F238E27FC236}">
                <a16:creationId xmlns:a16="http://schemas.microsoft.com/office/drawing/2014/main" id="{FD3416B8-D409-019F-B21E-CBD04EDE173C}"/>
              </a:ext>
            </a:extLst>
          </p:cNvPr>
          <p:cNvSpPr txBox="1"/>
          <p:nvPr/>
        </p:nvSpPr>
        <p:spPr>
          <a:xfrm>
            <a:off x="463550" y="1111250"/>
            <a:ext cx="9525000" cy="4102533"/>
          </a:xfrm>
          <a:prstGeom prst="rect">
            <a:avLst/>
          </a:prstGeom>
          <a:noFill/>
        </p:spPr>
        <p:txBody>
          <a:bodyPr wrap="square">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kumimoji="0" lang="fr-FR" sz="2200" b="1" i="0" u="none" strike="noStrike" kern="0" cap="none" spc="0" normalizeH="0" baseline="0" noProof="0" dirty="0">
                <a:ln>
                  <a:noFill/>
                </a:ln>
                <a:solidFill>
                  <a:sysClr val="windowText" lastClr="000000"/>
                </a:solidFill>
                <a:effectLst/>
                <a:uLnTx/>
                <a:uFillTx/>
                <a:latin typeface="Calibri"/>
              </a:rPr>
              <a:t>Pourquoi intégrer Jenkins avec un chat ?</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Calibri"/>
              </a:rPr>
              <a:t>Notifier l’équipe en temps réel sur l’état des </a:t>
            </a:r>
            <a:r>
              <a:rPr kumimoji="0" lang="fr-FR" sz="2200" i="0" u="none" strike="noStrike" kern="0" cap="none" spc="0" normalizeH="0" baseline="0" noProof="0" dirty="0" err="1">
                <a:ln>
                  <a:noFill/>
                </a:ln>
                <a:solidFill>
                  <a:sysClr val="windowText" lastClr="000000"/>
                </a:solidFill>
                <a:effectLst/>
                <a:uLnTx/>
                <a:uFillTx/>
                <a:latin typeface="Calibri"/>
              </a:rPr>
              <a:t>builds</a:t>
            </a:r>
            <a:endParaRPr kumimoji="0" lang="fr-FR" sz="2200" i="0" u="none" strike="noStrike" kern="0" cap="none" spc="0" normalizeH="0" baseline="0" noProof="0" dirty="0">
              <a:ln>
                <a:noFill/>
              </a:ln>
              <a:solidFill>
                <a:sysClr val="windowText" lastClr="000000"/>
              </a:solidFill>
              <a:effectLst/>
              <a:uLnTx/>
              <a:uFillTx/>
              <a:latin typeface="Calibri"/>
            </a:endParaRP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Calibri"/>
              </a:rPr>
              <a:t>Faciliter la collaboration et la réactivité</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Calibri"/>
              </a:rPr>
              <a:t>Automatiser les notifications en cas de succès ou d’échec</a:t>
            </a:r>
          </a:p>
          <a:p>
            <a:pPr marR="0" lvl="0" defTabSz="914400" eaLnBrk="1" fontAlgn="auto" latinLnBrk="0" hangingPunct="1">
              <a:lnSpc>
                <a:spcPct val="150000"/>
              </a:lnSpc>
              <a:spcBef>
                <a:spcPts val="0"/>
              </a:spcBef>
              <a:spcAft>
                <a:spcPts val="0"/>
              </a:spcAft>
              <a:buClrTx/>
              <a:buSzTx/>
              <a:tabLst/>
              <a:defRPr/>
            </a:pPr>
            <a:r>
              <a:rPr kumimoji="0" lang="fr-FR" sz="2200" b="1" i="0" u="none" strike="noStrike" kern="0" cap="none" spc="0" normalizeH="0" baseline="0" noProof="0" dirty="0">
                <a:ln>
                  <a:noFill/>
                </a:ln>
                <a:solidFill>
                  <a:sysClr val="windowText" lastClr="000000"/>
                </a:solidFill>
                <a:effectLst/>
                <a:uLnTx/>
                <a:uFillTx/>
                <a:latin typeface="Calibri"/>
              </a:rPr>
              <a:t>Exemple d’intégration avec </a:t>
            </a:r>
            <a:r>
              <a:rPr kumimoji="0" lang="fr-FR" sz="2200" b="1" i="0" u="none" strike="noStrike" kern="0" cap="none" spc="0" normalizeH="0" baseline="0" noProof="0" dirty="0" err="1">
                <a:ln>
                  <a:noFill/>
                </a:ln>
                <a:solidFill>
                  <a:sysClr val="windowText" lastClr="000000"/>
                </a:solidFill>
                <a:effectLst/>
                <a:uLnTx/>
                <a:uFillTx/>
                <a:latin typeface="Calibri"/>
              </a:rPr>
              <a:t>Zulip</a:t>
            </a:r>
            <a:endParaRPr kumimoji="0" lang="fr-FR" sz="2200" b="1" i="0" u="none" strike="noStrike" kern="0" cap="none" spc="0" normalizeH="0" baseline="0" noProof="0" dirty="0">
              <a:ln>
                <a:noFill/>
              </a:ln>
              <a:solidFill>
                <a:sysClr val="windowText" lastClr="000000"/>
              </a:solidFill>
              <a:effectLst/>
              <a:uLnTx/>
              <a:uFillTx/>
              <a:latin typeface="Calibri"/>
            </a:endParaRPr>
          </a:p>
          <a:p>
            <a:pPr marL="457200" marR="0" lvl="0" indent="-457200" defTabSz="914400" eaLnBrk="1" fontAlgn="auto" latinLnBrk="0" hangingPunct="1">
              <a:lnSpc>
                <a:spcPct val="150000"/>
              </a:lnSpc>
              <a:spcBef>
                <a:spcPts val="0"/>
              </a:spcBef>
              <a:spcAft>
                <a:spcPts val="0"/>
              </a:spcAft>
              <a:buClrTx/>
              <a:buSzTx/>
              <a:buFont typeface="+mj-lt"/>
              <a:buAutoNum type="arabicPeriod"/>
              <a:tabLst/>
              <a:defRPr/>
            </a:pPr>
            <a:r>
              <a:rPr kumimoji="0" lang="fr-FR" sz="2200" i="0" u="none" strike="noStrike" kern="0" cap="none" spc="0" normalizeH="0" baseline="0" noProof="0" dirty="0">
                <a:ln>
                  <a:noFill/>
                </a:ln>
                <a:solidFill>
                  <a:sysClr val="windowText" lastClr="000000"/>
                </a:solidFill>
                <a:effectLst/>
                <a:uLnTx/>
                <a:uFillTx/>
                <a:latin typeface="Calibri"/>
              </a:rPr>
              <a:t>Installer le plugin </a:t>
            </a:r>
            <a:r>
              <a:rPr kumimoji="0" lang="fr-FR" sz="2200" i="0" u="none" strike="noStrike" kern="0" cap="none" spc="0" normalizeH="0" baseline="0" noProof="0" dirty="0" err="1">
                <a:ln>
                  <a:noFill/>
                </a:ln>
                <a:solidFill>
                  <a:sysClr val="windowText" lastClr="000000"/>
                </a:solidFill>
                <a:effectLst/>
                <a:uLnTx/>
                <a:uFillTx/>
                <a:latin typeface="Calibri"/>
              </a:rPr>
              <a:t>Zulip</a:t>
            </a:r>
            <a:r>
              <a:rPr kumimoji="0" lang="fr-FR" sz="2200" i="0" u="none" strike="noStrike" kern="0" cap="none" spc="0" normalizeH="0" baseline="0" noProof="0" dirty="0">
                <a:ln>
                  <a:noFill/>
                </a:ln>
                <a:solidFill>
                  <a:sysClr val="windowText" lastClr="000000"/>
                </a:solidFill>
                <a:effectLst/>
                <a:uLnTx/>
                <a:uFillTx/>
                <a:latin typeface="Calibri"/>
              </a:rPr>
              <a:t> Notification</a:t>
            </a:r>
          </a:p>
          <a:p>
            <a:pPr marL="457200" marR="0" lvl="0" indent="-457200" defTabSz="914400" eaLnBrk="1" fontAlgn="auto" latinLnBrk="0" hangingPunct="1">
              <a:lnSpc>
                <a:spcPct val="150000"/>
              </a:lnSpc>
              <a:spcBef>
                <a:spcPts val="0"/>
              </a:spcBef>
              <a:spcAft>
                <a:spcPts val="0"/>
              </a:spcAft>
              <a:buClrTx/>
              <a:buSzTx/>
              <a:buFont typeface="+mj-lt"/>
              <a:buAutoNum type="arabicPeriod"/>
              <a:tabLst/>
              <a:defRPr/>
            </a:pPr>
            <a:r>
              <a:rPr kumimoji="0" lang="fr-FR" sz="2200" i="0" u="none" strike="noStrike" kern="0" cap="none" spc="0" normalizeH="0" baseline="0" noProof="0" dirty="0">
                <a:ln>
                  <a:noFill/>
                </a:ln>
                <a:solidFill>
                  <a:sysClr val="windowText" lastClr="000000"/>
                </a:solidFill>
                <a:effectLst/>
                <a:uLnTx/>
                <a:uFillTx/>
                <a:latin typeface="Calibri"/>
              </a:rPr>
              <a:t>Configurer le </a:t>
            </a:r>
            <a:r>
              <a:rPr kumimoji="0" lang="fr-FR" sz="2200" i="0" u="none" strike="noStrike" kern="0" cap="none" spc="0" normalizeH="0" baseline="0" noProof="0" dirty="0" err="1">
                <a:ln>
                  <a:noFill/>
                </a:ln>
                <a:solidFill>
                  <a:sysClr val="windowText" lastClr="000000"/>
                </a:solidFill>
                <a:effectLst/>
                <a:uLnTx/>
                <a:uFillTx/>
                <a:latin typeface="Calibri"/>
              </a:rPr>
              <a:t>Webhook</a:t>
            </a:r>
            <a:r>
              <a:rPr kumimoji="0" lang="fr-FR" sz="2200" i="0" u="none" strike="noStrike" kern="0" cap="none" spc="0" normalizeH="0" baseline="0" noProof="0" dirty="0">
                <a:ln>
                  <a:noFill/>
                </a:ln>
                <a:solidFill>
                  <a:sysClr val="windowText" lastClr="000000"/>
                </a:solidFill>
                <a:effectLst/>
                <a:uLnTx/>
                <a:uFillTx/>
                <a:latin typeface="Calibri"/>
              </a:rPr>
              <a:t> </a:t>
            </a:r>
            <a:r>
              <a:rPr kumimoji="0" lang="fr-FR" sz="2200" i="0" u="none" strike="noStrike" kern="0" cap="none" spc="0" normalizeH="0" baseline="0" noProof="0" dirty="0" err="1">
                <a:ln>
                  <a:noFill/>
                </a:ln>
                <a:solidFill>
                  <a:sysClr val="windowText" lastClr="000000"/>
                </a:solidFill>
                <a:effectLst/>
                <a:uLnTx/>
                <a:uFillTx/>
                <a:latin typeface="Calibri"/>
              </a:rPr>
              <a:t>Zulip</a:t>
            </a:r>
            <a:r>
              <a:rPr kumimoji="0" lang="fr-FR" sz="2200" i="0" u="none" strike="noStrike" kern="0" cap="none" spc="0" normalizeH="0" baseline="0" noProof="0" dirty="0">
                <a:ln>
                  <a:noFill/>
                </a:ln>
                <a:solidFill>
                  <a:sysClr val="windowText" lastClr="000000"/>
                </a:solidFill>
                <a:effectLst/>
                <a:uLnTx/>
                <a:uFillTx/>
                <a:latin typeface="Calibri"/>
              </a:rPr>
              <a:t> dans Jenkins</a:t>
            </a:r>
          </a:p>
          <a:p>
            <a:pPr marL="457200" marR="0" lvl="0" indent="-457200" defTabSz="914400" eaLnBrk="1" fontAlgn="auto" latinLnBrk="0" hangingPunct="1">
              <a:lnSpc>
                <a:spcPct val="150000"/>
              </a:lnSpc>
              <a:spcBef>
                <a:spcPts val="0"/>
              </a:spcBef>
              <a:spcAft>
                <a:spcPts val="0"/>
              </a:spcAft>
              <a:buClrTx/>
              <a:buSzTx/>
              <a:buFont typeface="+mj-lt"/>
              <a:buAutoNum type="arabicPeriod"/>
              <a:tabLst/>
              <a:defRPr/>
            </a:pPr>
            <a:r>
              <a:rPr kumimoji="0" lang="fr-FR" sz="2200" i="0" u="none" strike="noStrike" kern="0" cap="none" spc="0" normalizeH="0" baseline="0" noProof="0" dirty="0">
                <a:ln>
                  <a:noFill/>
                </a:ln>
                <a:solidFill>
                  <a:sysClr val="windowText" lastClr="000000"/>
                </a:solidFill>
                <a:effectLst/>
                <a:uLnTx/>
                <a:uFillTx/>
                <a:latin typeface="Calibri"/>
              </a:rPr>
              <a:t>Ajouter une étape de notification dans le pipeline</a:t>
            </a:r>
          </a:p>
        </p:txBody>
      </p:sp>
      <p:pic>
        <p:nvPicPr>
          <p:cNvPr id="9218" name="Picture 2" descr="Zulip | Logiciel de chat en direct open source gratuit">
            <a:extLst>
              <a:ext uri="{FF2B5EF4-FFF2-40B4-BE49-F238E27FC236}">
                <a16:creationId xmlns:a16="http://schemas.microsoft.com/office/drawing/2014/main" id="{06AC31CE-F931-8557-431A-BFCF8DDDB7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1750" y="5530850"/>
            <a:ext cx="1600200" cy="1600200"/>
          </a:xfrm>
          <a:prstGeom prst="rect">
            <a:avLst/>
          </a:prstGeom>
          <a:noFill/>
          <a:extLst>
            <a:ext uri="{909E8E84-426E-40DD-AFC4-6F175D3DCCD1}">
              <a14:hiddenFill xmlns:a14="http://schemas.microsoft.com/office/drawing/2010/main">
                <a:solidFill>
                  <a:srgbClr val="FFFFFF"/>
                </a:solidFill>
              </a14:hiddenFill>
            </a:ext>
          </a:extLst>
        </p:spPr>
      </p:pic>
      <p:sp>
        <p:nvSpPr>
          <p:cNvPr id="3" name="AutoShape 4" descr="Microsoft Teams, l'outil de travail collaboratif qu'il vous faut !">
            <a:extLst>
              <a:ext uri="{FF2B5EF4-FFF2-40B4-BE49-F238E27FC236}">
                <a16:creationId xmlns:a16="http://schemas.microsoft.com/office/drawing/2014/main" id="{44B8ECD5-0A69-1213-4EE2-147407BC51CE}"/>
              </a:ext>
            </a:extLst>
          </p:cNvPr>
          <p:cNvSpPr>
            <a:spLocks noChangeAspect="1" noChangeArrowheads="1"/>
          </p:cNvSpPr>
          <p:nvPr/>
        </p:nvSpPr>
        <p:spPr bwMode="auto">
          <a:xfrm>
            <a:off x="5187950" y="36258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ctr"/>
            <a:endParaRPr lang="fr-FR" dirty="0"/>
          </a:p>
        </p:txBody>
      </p:sp>
      <p:pic>
        <p:nvPicPr>
          <p:cNvPr id="9230" name="Picture 14" descr="Microsoft Teams : Integration plugin - Edunao">
            <a:extLst>
              <a:ext uri="{FF2B5EF4-FFF2-40B4-BE49-F238E27FC236}">
                <a16:creationId xmlns:a16="http://schemas.microsoft.com/office/drawing/2014/main" id="{30824082-9196-D6E5-78FC-ACE00DCA220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81642" y="5530850"/>
            <a:ext cx="1387308" cy="1387308"/>
          </a:xfrm>
          <a:prstGeom prst="rect">
            <a:avLst/>
          </a:prstGeom>
          <a:noFill/>
          <a:extLst>
            <a:ext uri="{909E8E84-426E-40DD-AFC4-6F175D3DCCD1}">
              <a14:hiddenFill xmlns:a14="http://schemas.microsoft.com/office/drawing/2010/main">
                <a:solidFill>
                  <a:srgbClr val="FFFFFF"/>
                </a:solidFill>
              </a14:hiddenFill>
            </a:ext>
          </a:extLst>
        </p:spPr>
      </p:pic>
      <p:pic>
        <p:nvPicPr>
          <p:cNvPr id="9232" name="Picture 16" descr="Slack (plateforme) — Wikipédia">
            <a:extLst>
              <a:ext uri="{FF2B5EF4-FFF2-40B4-BE49-F238E27FC236}">
                <a16:creationId xmlns:a16="http://schemas.microsoft.com/office/drawing/2014/main" id="{333ED78E-1391-E27B-5F3A-3D15318669D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88150" y="5683250"/>
            <a:ext cx="2738437" cy="11156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186505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A7320-A95F-321A-B294-38B2320BE34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C787828-D53B-3A60-03D7-A25290E6608B}"/>
              </a:ext>
            </a:extLst>
          </p:cNvPr>
          <p:cNvSpPr>
            <a:spLocks noGrp="1"/>
          </p:cNvSpPr>
          <p:nvPr>
            <p:ph type="title"/>
          </p:nvPr>
        </p:nvSpPr>
        <p:spPr>
          <a:xfrm>
            <a:off x="1054048" y="98310"/>
            <a:ext cx="9350642" cy="1107996"/>
          </a:xfrm>
        </p:spPr>
        <p:txBody>
          <a:bodyPr/>
          <a:lstStyle/>
          <a:p>
            <a:r>
              <a:rPr lang="fr-FR" b="1" spc="125" dirty="0"/>
              <a:t>Intégration avec un chat d’équipe (</a:t>
            </a:r>
            <a:r>
              <a:rPr lang="fr-FR" b="1" spc="125" dirty="0" err="1"/>
              <a:t>Zulip</a:t>
            </a:r>
            <a:r>
              <a:rPr lang="fr-FR" b="1" spc="125" dirty="0"/>
              <a:t>, Slack, Teams)</a:t>
            </a:r>
          </a:p>
        </p:txBody>
      </p:sp>
      <p:sp>
        <p:nvSpPr>
          <p:cNvPr id="5" name="object 2">
            <a:extLst>
              <a:ext uri="{FF2B5EF4-FFF2-40B4-BE49-F238E27FC236}">
                <a16:creationId xmlns:a16="http://schemas.microsoft.com/office/drawing/2014/main" id="{2701E1BB-D592-9D0F-0E66-664D2978064B}"/>
              </a:ext>
            </a:extLst>
          </p:cNvPr>
          <p:cNvSpPr txBox="1"/>
          <p:nvPr/>
        </p:nvSpPr>
        <p:spPr>
          <a:xfrm>
            <a:off x="463550"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fr-FR" sz="2400" dirty="0">
                <a:latin typeface="Calibri"/>
                <a:cs typeface="Calibri"/>
              </a:rPr>
              <a:t>2</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8" name="Espace réservé du contenu 2">
            <a:extLst>
              <a:ext uri="{FF2B5EF4-FFF2-40B4-BE49-F238E27FC236}">
                <a16:creationId xmlns:a16="http://schemas.microsoft.com/office/drawing/2014/main" id="{1916089F-3D7B-6D35-562E-3607F84DCC2F}"/>
              </a:ext>
            </a:extLst>
          </p:cNvPr>
          <p:cNvSpPr txBox="1">
            <a:spLocks/>
          </p:cNvSpPr>
          <p:nvPr/>
        </p:nvSpPr>
        <p:spPr>
          <a:xfrm>
            <a:off x="463550" y="1568450"/>
            <a:ext cx="10515600" cy="4848225"/>
          </a:xfrm>
          <a:prstGeom prst="rect">
            <a:avLst/>
          </a:prstGeom>
        </p:spPr>
        <p:txBody>
          <a:bodyPr wrap="square" lIns="0" tIns="0" rIns="0" bIns="0">
            <a:normAutofit/>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5139CA96-8092-9798-1B26-6E5095065B4A}"/>
              </a:ext>
            </a:extLst>
          </p:cNvPr>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kumimoji="0" lang="fr-FR" sz="1200" b="0" i="0" u="none" strike="noStrike" kern="0" cap="none" spc="-25" normalizeH="0" baseline="0" noProof="0" dirty="0">
                <a:ln>
                  <a:noFill/>
                </a:ln>
                <a:solidFill>
                  <a:prstClr val="white"/>
                </a:solidFill>
                <a:effectLst/>
                <a:uLnTx/>
                <a:uFillTx/>
                <a:latin typeface="Calibri"/>
                <a:cs typeface="Calibri"/>
              </a:rPr>
              <a:t>96</a:t>
            </a:r>
          </a:p>
        </p:txBody>
      </p:sp>
      <p:sp>
        <p:nvSpPr>
          <p:cNvPr id="11" name="TextBox 10">
            <a:extLst>
              <a:ext uri="{FF2B5EF4-FFF2-40B4-BE49-F238E27FC236}">
                <a16:creationId xmlns:a16="http://schemas.microsoft.com/office/drawing/2014/main" id="{4C49E5C4-0070-C426-CB71-FAF9FD04634E}"/>
              </a:ext>
            </a:extLst>
          </p:cNvPr>
          <p:cNvSpPr txBox="1"/>
          <p:nvPr/>
        </p:nvSpPr>
        <p:spPr>
          <a:xfrm>
            <a:off x="269660" y="1111250"/>
            <a:ext cx="10135030" cy="5863144"/>
          </a:xfrm>
          <a:prstGeom prst="rect">
            <a:avLst/>
          </a:prstGeom>
          <a:noFill/>
        </p:spPr>
        <p:txBody>
          <a:bodyPr wrap="square">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kumimoji="0" lang="fr-FR" sz="2200" b="1" i="0" u="none" strike="noStrike" kern="0" cap="none" spc="0" normalizeH="0" baseline="0" noProof="0" dirty="0">
                <a:ln>
                  <a:noFill/>
                </a:ln>
                <a:solidFill>
                  <a:sysClr val="windowText" lastClr="000000"/>
                </a:solidFill>
                <a:effectLst/>
                <a:uLnTx/>
                <a:uFillTx/>
                <a:latin typeface="Calibri"/>
              </a:rPr>
              <a:t>Exemple de </a:t>
            </a:r>
            <a:r>
              <a:rPr kumimoji="0" lang="fr-FR" sz="2200" b="1" i="0" u="none" strike="noStrike" kern="0" cap="none" spc="0" normalizeH="0" baseline="0" noProof="0" dirty="0" err="1">
                <a:ln>
                  <a:noFill/>
                </a:ln>
                <a:solidFill>
                  <a:sysClr val="windowText" lastClr="000000"/>
                </a:solidFill>
                <a:effectLst/>
                <a:uLnTx/>
                <a:uFillTx/>
                <a:latin typeface="Calibri"/>
              </a:rPr>
              <a:t>Jenkinsfile</a:t>
            </a:r>
            <a:r>
              <a:rPr kumimoji="0" lang="fr-FR" sz="2200" b="1" i="0" u="none" strike="noStrike" kern="0" cap="none" spc="0" normalizeH="0" baseline="0" noProof="0" dirty="0">
                <a:ln>
                  <a:noFill/>
                </a:ln>
                <a:solidFill>
                  <a:sysClr val="windowText" lastClr="000000"/>
                </a:solidFill>
                <a:effectLst/>
                <a:uLnTx/>
                <a:uFillTx/>
                <a:latin typeface="Calibri"/>
              </a:rPr>
              <a:t> avec notification </a:t>
            </a:r>
            <a:r>
              <a:rPr kumimoji="0" lang="fr-FR" sz="2200" b="1" i="0" u="none" strike="noStrike" kern="0" cap="none" spc="0" normalizeH="0" baseline="0" noProof="0" dirty="0" err="1">
                <a:ln>
                  <a:noFill/>
                </a:ln>
                <a:solidFill>
                  <a:sysClr val="windowText" lastClr="000000"/>
                </a:solidFill>
                <a:effectLst/>
                <a:uLnTx/>
                <a:uFillTx/>
                <a:latin typeface="Calibri"/>
              </a:rPr>
              <a:t>Zulip</a:t>
            </a:r>
            <a:r>
              <a:rPr kumimoji="0" lang="fr-FR" sz="2200" b="1" i="0" u="none" strike="noStrike" kern="0" cap="none" spc="0" normalizeH="0" baseline="0" noProof="0" dirty="0">
                <a:ln>
                  <a:noFill/>
                </a:ln>
                <a:solidFill>
                  <a:sysClr val="windowText" lastClr="000000"/>
                </a:solidFill>
                <a:effectLst/>
                <a:uLnTx/>
                <a:uFillTx/>
                <a:latin typeface="Calibri"/>
              </a:rPr>
              <a:t> :</a:t>
            </a:r>
          </a:p>
          <a:p>
            <a:pPr marL="0" marR="0" lvl="0" indent="0" defTabSz="914400" eaLnBrk="1" fontAlgn="auto" latinLnBrk="0" hangingPunct="1">
              <a:spcBef>
                <a:spcPts val="0"/>
              </a:spcBef>
              <a:spcAft>
                <a:spcPts val="0"/>
              </a:spcAft>
              <a:buClrTx/>
              <a:buSzTx/>
              <a:buFontTx/>
              <a:buNone/>
              <a:tabLst/>
              <a:defRPr/>
            </a:pPr>
            <a:r>
              <a:rPr lang="fr-FR" dirty="0">
                <a:highlight>
                  <a:srgbClr val="C0C0C0"/>
                </a:highlight>
                <a:latin typeface="Calibri"/>
              </a:rPr>
              <a:t>pipeline {</a:t>
            </a:r>
          </a:p>
          <a:p>
            <a:pPr marL="0" marR="0" lvl="0" indent="0" defTabSz="914400" eaLnBrk="1" fontAlgn="auto" latinLnBrk="0" hangingPunct="1">
              <a:spcBef>
                <a:spcPts val="0"/>
              </a:spcBef>
              <a:spcAft>
                <a:spcPts val="0"/>
              </a:spcAft>
              <a:buClrTx/>
              <a:buSzTx/>
              <a:buFontTx/>
              <a:buNone/>
              <a:tabLst/>
              <a:defRPr/>
            </a:pPr>
            <a:r>
              <a:rPr lang="fr-FR" dirty="0">
                <a:highlight>
                  <a:srgbClr val="C0C0C0"/>
                </a:highlight>
                <a:latin typeface="Calibri"/>
              </a:rPr>
              <a:t>    agent </a:t>
            </a:r>
            <a:r>
              <a:rPr lang="fr-FR" dirty="0" err="1">
                <a:highlight>
                  <a:srgbClr val="C0C0C0"/>
                </a:highlight>
                <a:latin typeface="Calibri"/>
              </a:rPr>
              <a:t>any</a:t>
            </a:r>
            <a:endParaRPr lang="fr-FR" dirty="0">
              <a:highlight>
                <a:srgbClr val="C0C0C0"/>
              </a:highlight>
              <a:latin typeface="Calibri"/>
            </a:endParaRPr>
          </a:p>
          <a:p>
            <a:pPr marL="0" marR="0" lvl="0" indent="0" defTabSz="914400" eaLnBrk="1" fontAlgn="auto" latinLnBrk="0" hangingPunct="1">
              <a:spcBef>
                <a:spcPts val="0"/>
              </a:spcBef>
              <a:spcAft>
                <a:spcPts val="0"/>
              </a:spcAft>
              <a:buClrTx/>
              <a:buSzTx/>
              <a:buFontTx/>
              <a:buNone/>
              <a:tabLst/>
              <a:defRPr/>
            </a:pPr>
            <a:r>
              <a:rPr lang="fr-FR" dirty="0">
                <a:highlight>
                  <a:srgbClr val="C0C0C0"/>
                </a:highlight>
                <a:latin typeface="Calibri"/>
              </a:rPr>
              <a:t>    stages {</a:t>
            </a:r>
          </a:p>
          <a:p>
            <a:pPr marL="0" marR="0" lvl="0" indent="0" defTabSz="914400" eaLnBrk="1" fontAlgn="auto" latinLnBrk="0" hangingPunct="1">
              <a:spcBef>
                <a:spcPts val="0"/>
              </a:spcBef>
              <a:spcAft>
                <a:spcPts val="0"/>
              </a:spcAft>
              <a:buClrTx/>
              <a:buSzTx/>
              <a:buFontTx/>
              <a:buNone/>
              <a:tabLst/>
              <a:defRPr/>
            </a:pPr>
            <a:r>
              <a:rPr lang="fr-FR" dirty="0">
                <a:highlight>
                  <a:srgbClr val="C0C0C0"/>
                </a:highlight>
                <a:latin typeface="Calibri"/>
              </a:rPr>
              <a:t>        stage('</a:t>
            </a:r>
            <a:r>
              <a:rPr lang="fr-FR" dirty="0" err="1">
                <a:highlight>
                  <a:srgbClr val="C0C0C0"/>
                </a:highlight>
                <a:latin typeface="Calibri"/>
              </a:rPr>
              <a:t>Build</a:t>
            </a:r>
            <a:r>
              <a:rPr lang="fr-FR" dirty="0">
                <a:highlight>
                  <a:srgbClr val="C0C0C0"/>
                </a:highlight>
                <a:latin typeface="Calibri"/>
              </a:rPr>
              <a:t>’) {</a:t>
            </a:r>
          </a:p>
          <a:p>
            <a:pPr marL="0" marR="0" lvl="0" indent="0" defTabSz="914400" eaLnBrk="1" fontAlgn="auto" latinLnBrk="0" hangingPunct="1">
              <a:spcBef>
                <a:spcPts val="0"/>
              </a:spcBef>
              <a:spcAft>
                <a:spcPts val="0"/>
              </a:spcAft>
              <a:buClrTx/>
              <a:buSzTx/>
              <a:buFontTx/>
              <a:buNone/>
              <a:tabLst/>
              <a:defRPr/>
            </a:pPr>
            <a:r>
              <a:rPr lang="fr-FR" dirty="0">
                <a:highlight>
                  <a:srgbClr val="C0C0C0"/>
                </a:highlight>
                <a:latin typeface="Calibri"/>
              </a:rPr>
              <a:t>            </a:t>
            </a:r>
            <a:r>
              <a:rPr lang="fr-FR" dirty="0" err="1">
                <a:highlight>
                  <a:srgbClr val="C0C0C0"/>
                </a:highlight>
                <a:latin typeface="Calibri"/>
              </a:rPr>
              <a:t>steps</a:t>
            </a:r>
            <a:r>
              <a:rPr lang="fr-FR" dirty="0">
                <a:highlight>
                  <a:srgbClr val="C0C0C0"/>
                </a:highlight>
                <a:latin typeface="Calibri"/>
              </a:rPr>
              <a:t> {</a:t>
            </a:r>
          </a:p>
          <a:p>
            <a:pPr marL="0" marR="0" lvl="0" indent="0" defTabSz="914400" eaLnBrk="1" fontAlgn="auto" latinLnBrk="0" hangingPunct="1">
              <a:spcBef>
                <a:spcPts val="0"/>
              </a:spcBef>
              <a:spcAft>
                <a:spcPts val="0"/>
              </a:spcAft>
              <a:buClrTx/>
              <a:buSzTx/>
              <a:buFontTx/>
              <a:buNone/>
              <a:tabLst/>
              <a:defRPr/>
            </a:pPr>
            <a:r>
              <a:rPr lang="fr-FR" dirty="0">
                <a:highlight>
                  <a:srgbClr val="C0C0C0"/>
                </a:highlight>
                <a:latin typeface="Calibri"/>
              </a:rPr>
              <a:t>                sh '</a:t>
            </a:r>
            <a:r>
              <a:rPr lang="fr-FR" dirty="0" err="1">
                <a:highlight>
                  <a:srgbClr val="C0C0C0"/>
                </a:highlight>
                <a:latin typeface="Calibri"/>
              </a:rPr>
              <a:t>mvn</a:t>
            </a:r>
            <a:r>
              <a:rPr lang="fr-FR" dirty="0">
                <a:highlight>
                  <a:srgbClr val="C0C0C0"/>
                </a:highlight>
                <a:latin typeface="Calibri"/>
              </a:rPr>
              <a:t> clean package’</a:t>
            </a:r>
          </a:p>
          <a:p>
            <a:pPr marL="0" marR="0" lvl="0" indent="0" defTabSz="914400" eaLnBrk="1" fontAlgn="auto" latinLnBrk="0" hangingPunct="1">
              <a:spcBef>
                <a:spcPts val="0"/>
              </a:spcBef>
              <a:spcAft>
                <a:spcPts val="0"/>
              </a:spcAft>
              <a:buClrTx/>
              <a:buSzTx/>
              <a:buFontTx/>
              <a:buNone/>
              <a:tabLst/>
              <a:defRPr/>
            </a:pPr>
            <a:r>
              <a:rPr lang="fr-FR" dirty="0">
                <a:highlight>
                  <a:srgbClr val="C0C0C0"/>
                </a:highlight>
                <a:latin typeface="Calibri"/>
              </a:rPr>
              <a:t>            }</a:t>
            </a:r>
          </a:p>
          <a:p>
            <a:pPr marL="0" marR="0" lvl="0" indent="0" defTabSz="914400" eaLnBrk="1" fontAlgn="auto" latinLnBrk="0" hangingPunct="1">
              <a:spcBef>
                <a:spcPts val="0"/>
              </a:spcBef>
              <a:spcAft>
                <a:spcPts val="0"/>
              </a:spcAft>
              <a:buClrTx/>
              <a:buSzTx/>
              <a:buFontTx/>
              <a:buNone/>
              <a:tabLst/>
              <a:defRPr/>
            </a:pPr>
            <a:r>
              <a:rPr lang="fr-FR" dirty="0">
                <a:highlight>
                  <a:srgbClr val="C0C0C0"/>
                </a:highlight>
                <a:latin typeface="Calibri"/>
              </a:rPr>
              <a:t>        }</a:t>
            </a:r>
          </a:p>
          <a:p>
            <a:pPr marL="0" marR="0" lvl="0" indent="0" defTabSz="914400" eaLnBrk="1" fontAlgn="auto" latinLnBrk="0" hangingPunct="1">
              <a:spcBef>
                <a:spcPts val="0"/>
              </a:spcBef>
              <a:spcAft>
                <a:spcPts val="0"/>
              </a:spcAft>
              <a:buClrTx/>
              <a:buSzTx/>
              <a:buFontTx/>
              <a:buNone/>
              <a:tabLst/>
              <a:defRPr/>
            </a:pPr>
            <a:r>
              <a:rPr lang="fr-FR" dirty="0">
                <a:highlight>
                  <a:srgbClr val="C0C0C0"/>
                </a:highlight>
                <a:latin typeface="Calibri"/>
              </a:rPr>
              <a:t>    }</a:t>
            </a:r>
          </a:p>
          <a:p>
            <a:pPr marL="0" marR="0" lvl="0" indent="0" defTabSz="914400" eaLnBrk="1" fontAlgn="auto" latinLnBrk="0" hangingPunct="1">
              <a:spcBef>
                <a:spcPts val="0"/>
              </a:spcBef>
              <a:spcAft>
                <a:spcPts val="0"/>
              </a:spcAft>
              <a:buClrTx/>
              <a:buSzTx/>
              <a:buFontTx/>
              <a:buNone/>
              <a:tabLst/>
              <a:defRPr/>
            </a:pPr>
            <a:r>
              <a:rPr lang="fr-FR" dirty="0">
                <a:highlight>
                  <a:srgbClr val="C0C0C0"/>
                </a:highlight>
                <a:latin typeface="Calibri"/>
              </a:rPr>
              <a:t>    post {</a:t>
            </a:r>
          </a:p>
          <a:p>
            <a:pPr marL="0" marR="0" lvl="0" indent="0" defTabSz="914400" eaLnBrk="1" fontAlgn="auto" latinLnBrk="0" hangingPunct="1">
              <a:spcBef>
                <a:spcPts val="0"/>
              </a:spcBef>
              <a:spcAft>
                <a:spcPts val="0"/>
              </a:spcAft>
              <a:buClrTx/>
              <a:buSzTx/>
              <a:buFontTx/>
              <a:buNone/>
              <a:tabLst/>
              <a:defRPr/>
            </a:pPr>
            <a:r>
              <a:rPr lang="fr-FR" dirty="0">
                <a:highlight>
                  <a:srgbClr val="C0C0C0"/>
                </a:highlight>
                <a:latin typeface="Calibri"/>
              </a:rPr>
              <a:t>        </a:t>
            </a:r>
            <a:r>
              <a:rPr lang="fr-FR" dirty="0" err="1">
                <a:highlight>
                  <a:srgbClr val="C0C0C0"/>
                </a:highlight>
                <a:latin typeface="Calibri"/>
              </a:rPr>
              <a:t>success</a:t>
            </a:r>
            <a:r>
              <a:rPr lang="fr-FR" dirty="0">
                <a:highlight>
                  <a:srgbClr val="C0C0C0"/>
                </a:highlight>
                <a:latin typeface="Calibri"/>
              </a:rPr>
              <a:t> {</a:t>
            </a:r>
          </a:p>
          <a:p>
            <a:pPr marL="0" marR="0" lvl="0" indent="0" defTabSz="914400" eaLnBrk="1" fontAlgn="auto" latinLnBrk="0" hangingPunct="1">
              <a:spcBef>
                <a:spcPts val="0"/>
              </a:spcBef>
              <a:spcAft>
                <a:spcPts val="0"/>
              </a:spcAft>
              <a:buClrTx/>
              <a:buSzTx/>
              <a:buFontTx/>
              <a:buNone/>
              <a:tabLst/>
              <a:defRPr/>
            </a:pPr>
            <a:r>
              <a:rPr lang="fr-FR" dirty="0">
                <a:highlight>
                  <a:srgbClr val="C0C0C0"/>
                </a:highlight>
                <a:latin typeface="Calibri"/>
              </a:rPr>
              <a:t>            </a:t>
            </a:r>
            <a:r>
              <a:rPr lang="fr-FR" dirty="0" err="1">
                <a:highlight>
                  <a:srgbClr val="C0C0C0"/>
                </a:highlight>
                <a:latin typeface="Calibri"/>
              </a:rPr>
              <a:t>zulipSend</a:t>
            </a:r>
            <a:r>
              <a:rPr lang="fr-FR" dirty="0">
                <a:highlight>
                  <a:srgbClr val="C0C0C0"/>
                </a:highlight>
                <a:latin typeface="Calibri"/>
              </a:rPr>
              <a:t>(</a:t>
            </a:r>
            <a:r>
              <a:rPr lang="fr-FR" dirty="0" err="1">
                <a:highlight>
                  <a:srgbClr val="C0C0C0"/>
                </a:highlight>
                <a:latin typeface="Calibri"/>
              </a:rPr>
              <a:t>account</a:t>
            </a:r>
            <a:r>
              <a:rPr lang="fr-FR" dirty="0">
                <a:highlight>
                  <a:srgbClr val="C0C0C0"/>
                </a:highlight>
                <a:latin typeface="Calibri"/>
              </a:rPr>
              <a:t>: '</a:t>
            </a:r>
            <a:r>
              <a:rPr lang="fr-FR" dirty="0" err="1">
                <a:highlight>
                  <a:srgbClr val="C0C0C0"/>
                </a:highlight>
                <a:latin typeface="Calibri"/>
              </a:rPr>
              <a:t>jenkins</a:t>
            </a:r>
            <a:r>
              <a:rPr lang="fr-FR" dirty="0">
                <a:highlight>
                  <a:srgbClr val="C0C0C0"/>
                </a:highlight>
                <a:latin typeface="Calibri"/>
              </a:rPr>
              <a:t>-bot', </a:t>
            </a:r>
            <a:r>
              <a:rPr lang="fr-FR" dirty="0" err="1">
                <a:highlight>
                  <a:srgbClr val="C0C0C0"/>
                </a:highlight>
                <a:latin typeface="Calibri"/>
              </a:rPr>
              <a:t>stream</a:t>
            </a:r>
            <a:r>
              <a:rPr lang="fr-FR" dirty="0">
                <a:highlight>
                  <a:srgbClr val="C0C0C0"/>
                </a:highlight>
                <a:latin typeface="Calibri"/>
              </a:rPr>
              <a:t>: '</a:t>
            </a:r>
            <a:r>
              <a:rPr lang="fr-FR" dirty="0" err="1">
                <a:highlight>
                  <a:srgbClr val="C0C0C0"/>
                </a:highlight>
                <a:latin typeface="Calibri"/>
              </a:rPr>
              <a:t>builds</a:t>
            </a:r>
            <a:r>
              <a:rPr lang="fr-FR" dirty="0">
                <a:highlight>
                  <a:srgbClr val="C0C0C0"/>
                </a:highlight>
                <a:latin typeface="Calibri"/>
              </a:rPr>
              <a:t>', topic: 'Pipeline', message: '✅ </a:t>
            </a:r>
            <a:r>
              <a:rPr lang="fr-FR" dirty="0" err="1">
                <a:highlight>
                  <a:srgbClr val="C0C0C0"/>
                </a:highlight>
                <a:latin typeface="Calibri"/>
              </a:rPr>
              <a:t>Build</a:t>
            </a:r>
            <a:r>
              <a:rPr lang="fr-FR" dirty="0">
                <a:highlight>
                  <a:srgbClr val="C0C0C0"/>
                </a:highlight>
                <a:latin typeface="Calibri"/>
              </a:rPr>
              <a:t> réussi !’)</a:t>
            </a:r>
          </a:p>
          <a:p>
            <a:pPr marL="0" marR="0" lvl="0" indent="0" defTabSz="914400" eaLnBrk="1" fontAlgn="auto" latinLnBrk="0" hangingPunct="1">
              <a:spcBef>
                <a:spcPts val="0"/>
              </a:spcBef>
              <a:spcAft>
                <a:spcPts val="0"/>
              </a:spcAft>
              <a:buClrTx/>
              <a:buSzTx/>
              <a:buFontTx/>
              <a:buNone/>
              <a:tabLst/>
              <a:defRPr/>
            </a:pPr>
            <a:r>
              <a:rPr lang="fr-FR" dirty="0">
                <a:highlight>
                  <a:srgbClr val="C0C0C0"/>
                </a:highlight>
                <a:latin typeface="Calibri"/>
              </a:rPr>
              <a:t>        }</a:t>
            </a:r>
          </a:p>
          <a:p>
            <a:pPr marL="0" marR="0" lvl="0" indent="0" defTabSz="914400" eaLnBrk="1" fontAlgn="auto" latinLnBrk="0" hangingPunct="1">
              <a:spcBef>
                <a:spcPts val="0"/>
              </a:spcBef>
              <a:spcAft>
                <a:spcPts val="0"/>
              </a:spcAft>
              <a:buClrTx/>
              <a:buSzTx/>
              <a:buFontTx/>
              <a:buNone/>
              <a:tabLst/>
              <a:defRPr/>
            </a:pPr>
            <a:r>
              <a:rPr lang="fr-FR" dirty="0">
                <a:highlight>
                  <a:srgbClr val="C0C0C0"/>
                </a:highlight>
                <a:latin typeface="Calibri"/>
              </a:rPr>
              <a:t>        </a:t>
            </a:r>
            <a:r>
              <a:rPr lang="fr-FR" dirty="0" err="1">
                <a:highlight>
                  <a:srgbClr val="C0C0C0"/>
                </a:highlight>
                <a:latin typeface="Calibri"/>
              </a:rPr>
              <a:t>failure</a:t>
            </a:r>
            <a:r>
              <a:rPr lang="fr-FR" dirty="0">
                <a:highlight>
                  <a:srgbClr val="C0C0C0"/>
                </a:highlight>
                <a:latin typeface="Calibri"/>
              </a:rPr>
              <a:t> {</a:t>
            </a:r>
          </a:p>
          <a:p>
            <a:pPr marL="0" marR="0" lvl="0" indent="0" defTabSz="914400" eaLnBrk="1" fontAlgn="auto" latinLnBrk="0" hangingPunct="1">
              <a:spcBef>
                <a:spcPts val="0"/>
              </a:spcBef>
              <a:spcAft>
                <a:spcPts val="0"/>
              </a:spcAft>
              <a:buClrTx/>
              <a:buSzTx/>
              <a:buFontTx/>
              <a:buNone/>
              <a:tabLst/>
              <a:defRPr/>
            </a:pPr>
            <a:r>
              <a:rPr lang="fr-FR" dirty="0">
                <a:highlight>
                  <a:srgbClr val="C0C0C0"/>
                </a:highlight>
                <a:latin typeface="Calibri"/>
              </a:rPr>
              <a:t>            </a:t>
            </a:r>
            <a:r>
              <a:rPr lang="fr-FR" dirty="0" err="1">
                <a:highlight>
                  <a:srgbClr val="C0C0C0"/>
                </a:highlight>
                <a:latin typeface="Calibri"/>
              </a:rPr>
              <a:t>zulipSend</a:t>
            </a:r>
            <a:r>
              <a:rPr lang="fr-FR" dirty="0">
                <a:highlight>
                  <a:srgbClr val="C0C0C0"/>
                </a:highlight>
                <a:latin typeface="Calibri"/>
              </a:rPr>
              <a:t>(</a:t>
            </a:r>
            <a:r>
              <a:rPr lang="fr-FR" dirty="0" err="1">
                <a:highlight>
                  <a:srgbClr val="C0C0C0"/>
                </a:highlight>
                <a:latin typeface="Calibri"/>
              </a:rPr>
              <a:t>account</a:t>
            </a:r>
            <a:r>
              <a:rPr lang="fr-FR" dirty="0">
                <a:highlight>
                  <a:srgbClr val="C0C0C0"/>
                </a:highlight>
                <a:latin typeface="Calibri"/>
              </a:rPr>
              <a:t>: '</a:t>
            </a:r>
            <a:r>
              <a:rPr lang="fr-FR" dirty="0" err="1">
                <a:highlight>
                  <a:srgbClr val="C0C0C0"/>
                </a:highlight>
                <a:latin typeface="Calibri"/>
              </a:rPr>
              <a:t>jenkins</a:t>
            </a:r>
            <a:r>
              <a:rPr lang="fr-FR" dirty="0">
                <a:highlight>
                  <a:srgbClr val="C0C0C0"/>
                </a:highlight>
                <a:latin typeface="Calibri"/>
              </a:rPr>
              <a:t>-bot', </a:t>
            </a:r>
            <a:r>
              <a:rPr lang="fr-FR" dirty="0" err="1">
                <a:highlight>
                  <a:srgbClr val="C0C0C0"/>
                </a:highlight>
                <a:latin typeface="Calibri"/>
              </a:rPr>
              <a:t>stream</a:t>
            </a:r>
            <a:r>
              <a:rPr lang="fr-FR" dirty="0">
                <a:highlight>
                  <a:srgbClr val="C0C0C0"/>
                </a:highlight>
                <a:latin typeface="Calibri"/>
              </a:rPr>
              <a:t>: '</a:t>
            </a:r>
            <a:r>
              <a:rPr lang="fr-FR" dirty="0" err="1">
                <a:highlight>
                  <a:srgbClr val="C0C0C0"/>
                </a:highlight>
                <a:latin typeface="Calibri"/>
              </a:rPr>
              <a:t>builds</a:t>
            </a:r>
            <a:r>
              <a:rPr lang="fr-FR" dirty="0">
                <a:highlight>
                  <a:srgbClr val="C0C0C0"/>
                </a:highlight>
                <a:latin typeface="Calibri"/>
              </a:rPr>
              <a:t>', topic: 'Pipeline', message: '❌ </a:t>
            </a:r>
            <a:r>
              <a:rPr lang="fr-FR" dirty="0" err="1">
                <a:highlight>
                  <a:srgbClr val="C0C0C0"/>
                </a:highlight>
                <a:latin typeface="Calibri"/>
              </a:rPr>
              <a:t>Build</a:t>
            </a:r>
            <a:r>
              <a:rPr lang="fr-FR" dirty="0">
                <a:highlight>
                  <a:srgbClr val="C0C0C0"/>
                </a:highlight>
                <a:latin typeface="Calibri"/>
              </a:rPr>
              <a:t> échoué</a:t>
            </a:r>
          </a:p>
          <a:p>
            <a:pPr marL="0" marR="0" lvl="0" indent="0" defTabSz="914400" eaLnBrk="1" fontAlgn="auto" latinLnBrk="0" hangingPunct="1">
              <a:spcBef>
                <a:spcPts val="0"/>
              </a:spcBef>
              <a:spcAft>
                <a:spcPts val="0"/>
              </a:spcAft>
              <a:buClrTx/>
              <a:buSzTx/>
              <a:buFontTx/>
              <a:buNone/>
              <a:tabLst/>
              <a:defRPr/>
            </a:pPr>
            <a:r>
              <a:rPr lang="fr-FR" dirty="0">
                <a:highlight>
                  <a:srgbClr val="C0C0C0"/>
                </a:highlight>
                <a:latin typeface="Calibri"/>
              </a:rPr>
              <a:t> !’)</a:t>
            </a:r>
          </a:p>
          <a:p>
            <a:pPr marL="0" marR="0" lvl="0" indent="0" defTabSz="914400" eaLnBrk="1" fontAlgn="auto" latinLnBrk="0" hangingPunct="1">
              <a:spcBef>
                <a:spcPts val="0"/>
              </a:spcBef>
              <a:spcAft>
                <a:spcPts val="0"/>
              </a:spcAft>
              <a:buClrTx/>
              <a:buSzTx/>
              <a:buFontTx/>
              <a:buNone/>
              <a:tabLst/>
              <a:defRPr/>
            </a:pPr>
            <a:r>
              <a:rPr lang="fr-FR" dirty="0">
                <a:highlight>
                  <a:srgbClr val="C0C0C0"/>
                </a:highlight>
                <a:latin typeface="Calibri"/>
              </a:rPr>
              <a:t>        }</a:t>
            </a:r>
          </a:p>
          <a:p>
            <a:pPr marL="0" marR="0" lvl="0" indent="0" defTabSz="914400" eaLnBrk="1" fontAlgn="auto" latinLnBrk="0" hangingPunct="1">
              <a:spcBef>
                <a:spcPts val="0"/>
              </a:spcBef>
              <a:spcAft>
                <a:spcPts val="0"/>
              </a:spcAft>
              <a:buClrTx/>
              <a:buSzTx/>
              <a:buFontTx/>
              <a:buNone/>
              <a:tabLst/>
              <a:defRPr/>
            </a:pPr>
            <a:r>
              <a:rPr lang="fr-FR" dirty="0">
                <a:highlight>
                  <a:srgbClr val="C0C0C0"/>
                </a:highlight>
                <a:latin typeface="Calibri"/>
              </a:rPr>
              <a:t>    }</a:t>
            </a:r>
          </a:p>
          <a:p>
            <a:pPr marL="0" marR="0" lvl="0" indent="0" defTabSz="914400" eaLnBrk="1" fontAlgn="auto" latinLnBrk="0" hangingPunct="1">
              <a:spcBef>
                <a:spcPts val="0"/>
              </a:spcBef>
              <a:spcAft>
                <a:spcPts val="0"/>
              </a:spcAft>
              <a:buClrTx/>
              <a:buSzTx/>
              <a:buFontTx/>
              <a:buNone/>
              <a:tabLst/>
              <a:defRPr/>
            </a:pPr>
            <a:r>
              <a:rPr lang="fr-FR" dirty="0">
                <a:highlight>
                  <a:srgbClr val="C0C0C0"/>
                </a:highlight>
                <a:latin typeface="Calibri"/>
              </a:rPr>
              <a:t>}</a:t>
            </a:r>
          </a:p>
        </p:txBody>
      </p:sp>
      <p:sp>
        <p:nvSpPr>
          <p:cNvPr id="3" name="AutoShape 4" descr="Microsoft Teams, l'outil de travail collaboratif qu'il vous faut !">
            <a:extLst>
              <a:ext uri="{FF2B5EF4-FFF2-40B4-BE49-F238E27FC236}">
                <a16:creationId xmlns:a16="http://schemas.microsoft.com/office/drawing/2014/main" id="{567237D0-F7EE-449A-CCE6-B39FC35058C0}"/>
              </a:ext>
            </a:extLst>
          </p:cNvPr>
          <p:cNvSpPr>
            <a:spLocks noChangeAspect="1" noChangeArrowheads="1"/>
          </p:cNvSpPr>
          <p:nvPr/>
        </p:nvSpPr>
        <p:spPr bwMode="auto">
          <a:xfrm>
            <a:off x="5187950" y="36258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ctr"/>
            <a:endParaRPr lang="fr-FR" dirty="0"/>
          </a:p>
        </p:txBody>
      </p:sp>
    </p:spTree>
    <p:extLst>
      <p:ext uri="{BB962C8B-B14F-4D97-AF65-F5344CB8AC3E}">
        <p14:creationId xmlns:p14="http://schemas.microsoft.com/office/powerpoint/2010/main" val="308379054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D7FA4-4456-C44F-85BF-4AE5D906F9C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DB0F8C6-43E1-D96B-E0AF-AFF5F35CDE2E}"/>
              </a:ext>
            </a:extLst>
          </p:cNvPr>
          <p:cNvSpPr>
            <a:spLocks noGrp="1"/>
          </p:cNvSpPr>
          <p:nvPr>
            <p:ph type="title"/>
          </p:nvPr>
        </p:nvSpPr>
        <p:spPr>
          <a:xfrm>
            <a:off x="1054048" y="98310"/>
            <a:ext cx="9350642" cy="1107996"/>
          </a:xfrm>
        </p:spPr>
        <p:txBody>
          <a:bodyPr/>
          <a:lstStyle/>
          <a:p>
            <a:r>
              <a:rPr lang="fr-FR" b="1" spc="125" dirty="0"/>
              <a:t>Introduction à Jenkins Templating Engine (JTE)</a:t>
            </a:r>
          </a:p>
        </p:txBody>
      </p:sp>
      <p:sp>
        <p:nvSpPr>
          <p:cNvPr id="5" name="object 2">
            <a:extLst>
              <a:ext uri="{FF2B5EF4-FFF2-40B4-BE49-F238E27FC236}">
                <a16:creationId xmlns:a16="http://schemas.microsoft.com/office/drawing/2014/main" id="{B62BA69B-1EE6-B420-BCF7-9563199284DF}"/>
              </a:ext>
            </a:extLst>
          </p:cNvPr>
          <p:cNvSpPr txBox="1"/>
          <p:nvPr/>
        </p:nvSpPr>
        <p:spPr>
          <a:xfrm>
            <a:off x="463550" y="190131"/>
            <a:ext cx="194945" cy="39116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fr-FR" sz="2400" b="0" i="0" u="none" strike="noStrike" kern="0" cap="none" spc="0" normalizeH="0" baseline="0" noProof="0" dirty="0">
                <a:ln>
                  <a:noFill/>
                </a:ln>
                <a:solidFill>
                  <a:sysClr val="windowText" lastClr="000000"/>
                </a:solidFill>
                <a:effectLst/>
                <a:uLnTx/>
                <a:uFillTx/>
                <a:latin typeface="Calibri"/>
                <a:cs typeface="Calibri"/>
              </a:rPr>
              <a:t>3</a:t>
            </a:r>
            <a:endParaRPr kumimoji="0" sz="2400" b="0" i="0" u="none" strike="noStrike" kern="0" cap="none" spc="0" normalizeH="0" baseline="0" noProof="0" dirty="0">
              <a:ln>
                <a:noFill/>
              </a:ln>
              <a:solidFill>
                <a:sysClr val="windowText" lastClr="000000"/>
              </a:solidFill>
              <a:effectLst/>
              <a:uLnTx/>
              <a:uFillTx/>
              <a:latin typeface="Calibri"/>
              <a:cs typeface="Calibri"/>
            </a:endParaRPr>
          </a:p>
        </p:txBody>
      </p:sp>
      <p:sp>
        <p:nvSpPr>
          <p:cNvPr id="8" name="Espace réservé du contenu 2">
            <a:extLst>
              <a:ext uri="{FF2B5EF4-FFF2-40B4-BE49-F238E27FC236}">
                <a16:creationId xmlns:a16="http://schemas.microsoft.com/office/drawing/2014/main" id="{69BC6206-A4A7-FD14-CFD2-1166FC1046E4}"/>
              </a:ext>
            </a:extLst>
          </p:cNvPr>
          <p:cNvSpPr txBox="1">
            <a:spLocks/>
          </p:cNvSpPr>
          <p:nvPr/>
        </p:nvSpPr>
        <p:spPr>
          <a:xfrm>
            <a:off x="463550" y="1568450"/>
            <a:ext cx="10515600" cy="4848225"/>
          </a:xfrm>
          <a:prstGeom prst="rect">
            <a:avLst/>
          </a:prstGeom>
        </p:spPr>
        <p:txBody>
          <a:bodyPr wrap="square" lIns="0" tIns="0" rIns="0" bIns="0">
            <a:normAutofit/>
          </a:bodyPr>
          <a:lstStyle>
            <a:lvl1pPr marL="0">
              <a:defRPr sz="2300" b="0" i="0">
                <a:solidFill>
                  <a:srgbClr val="262E37"/>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573088" marR="0" lvl="1" indent="-17145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F30843B4-B741-8FF2-BAD8-FDCF2E24E639}"/>
              </a:ext>
            </a:extLst>
          </p:cNvPr>
          <p:cNvSpPr/>
          <p:nvPr/>
        </p:nvSpPr>
        <p:spPr>
          <a:xfrm>
            <a:off x="9988550" y="7128073"/>
            <a:ext cx="416140" cy="276999"/>
          </a:xfrm>
          <a:prstGeom prst="rect">
            <a:avLst/>
          </a:prstGeom>
        </p:spPr>
        <p:txBody>
          <a:bodyPr wrap="none">
            <a:spAutoFit/>
          </a:bodyPr>
          <a:lstStyle/>
          <a:p>
            <a:pPr marL="80010" marR="0" lvl="0" indent="0" defTabSz="914400" eaLnBrk="1" fontAlgn="auto" latinLnBrk="0" hangingPunct="1">
              <a:lnSpc>
                <a:spcPct val="100000"/>
              </a:lnSpc>
              <a:spcBef>
                <a:spcPts val="65"/>
              </a:spcBef>
              <a:spcAft>
                <a:spcPts val="0"/>
              </a:spcAft>
              <a:buClrTx/>
              <a:buSzTx/>
              <a:buFontTx/>
              <a:buNone/>
              <a:tabLst/>
              <a:defRPr/>
            </a:pPr>
            <a:r>
              <a:rPr kumimoji="0" lang="fr-FR" sz="1200" b="0" i="0" u="none" strike="noStrike" kern="0" cap="none" spc="-25" normalizeH="0" baseline="0" noProof="0" dirty="0">
                <a:ln>
                  <a:noFill/>
                </a:ln>
                <a:solidFill>
                  <a:prstClr val="white"/>
                </a:solidFill>
                <a:effectLst/>
                <a:uLnTx/>
                <a:uFillTx/>
                <a:latin typeface="Calibri"/>
                <a:cs typeface="Calibri"/>
              </a:rPr>
              <a:t>97</a:t>
            </a:r>
          </a:p>
        </p:txBody>
      </p:sp>
      <p:sp>
        <p:nvSpPr>
          <p:cNvPr id="11" name="TextBox 10">
            <a:extLst>
              <a:ext uri="{FF2B5EF4-FFF2-40B4-BE49-F238E27FC236}">
                <a16:creationId xmlns:a16="http://schemas.microsoft.com/office/drawing/2014/main" id="{F7D7C1D3-EF4B-5BB2-D351-B53AC992EECD}"/>
              </a:ext>
            </a:extLst>
          </p:cNvPr>
          <p:cNvSpPr txBox="1"/>
          <p:nvPr/>
        </p:nvSpPr>
        <p:spPr>
          <a:xfrm>
            <a:off x="310720" y="1198705"/>
            <a:ext cx="10135030" cy="2071208"/>
          </a:xfrm>
          <a:prstGeom prst="rect">
            <a:avLst/>
          </a:prstGeom>
          <a:noFill/>
        </p:spPr>
        <p:txBody>
          <a:bodyPr wrap="square">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kumimoji="0" lang="fr-FR" sz="2200" b="1" i="0" u="none" strike="noStrike" kern="0" cap="none" spc="0" normalizeH="0" baseline="0" noProof="0" dirty="0">
                <a:ln>
                  <a:noFill/>
                </a:ln>
                <a:solidFill>
                  <a:sysClr val="windowText" lastClr="000000"/>
                </a:solidFill>
                <a:effectLst/>
                <a:uLnTx/>
                <a:uFillTx/>
                <a:latin typeface="Calibri"/>
              </a:rPr>
              <a:t>Pourquoi utiliser JTE ?</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Calibri"/>
              </a:rPr>
              <a:t>Factoriser et réutiliser le code des pipelines</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Calibri"/>
              </a:rPr>
              <a:t>Appliquer des standards DevOps sur plusieurs projets</a:t>
            </a:r>
          </a:p>
          <a:p>
            <a:pPr marL="342900" marR="0" lvl="0" indent="-342900"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2200" i="0" u="none" strike="noStrike" kern="0" cap="none" spc="0" normalizeH="0" baseline="0" noProof="0" dirty="0">
                <a:ln>
                  <a:noFill/>
                </a:ln>
                <a:solidFill>
                  <a:sysClr val="windowText" lastClr="000000"/>
                </a:solidFill>
                <a:effectLst/>
                <a:uLnTx/>
                <a:uFillTx/>
                <a:latin typeface="Calibri"/>
              </a:rPr>
              <a:t>Simplifier la maintenance des pipelines</a:t>
            </a:r>
          </a:p>
        </p:txBody>
      </p:sp>
      <p:sp>
        <p:nvSpPr>
          <p:cNvPr id="3" name="AutoShape 4" descr="Microsoft Teams, l'outil de travail collaboratif qu'il vous faut !">
            <a:extLst>
              <a:ext uri="{FF2B5EF4-FFF2-40B4-BE49-F238E27FC236}">
                <a16:creationId xmlns:a16="http://schemas.microsoft.com/office/drawing/2014/main" id="{6AFFDAFD-DE65-7952-533F-5116C8CEF9FA}"/>
              </a:ext>
            </a:extLst>
          </p:cNvPr>
          <p:cNvSpPr>
            <a:spLocks noChangeAspect="1" noChangeArrowheads="1"/>
          </p:cNvSpPr>
          <p:nvPr/>
        </p:nvSpPr>
        <p:spPr bwMode="auto">
          <a:xfrm>
            <a:off x="5187950" y="36258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ctr"/>
            <a:endParaRPr lang="fr-FR" dirty="0"/>
          </a:p>
        </p:txBody>
      </p:sp>
      <p:sp>
        <p:nvSpPr>
          <p:cNvPr id="7" name="TextBox 6">
            <a:extLst>
              <a:ext uri="{FF2B5EF4-FFF2-40B4-BE49-F238E27FC236}">
                <a16:creationId xmlns:a16="http://schemas.microsoft.com/office/drawing/2014/main" id="{F57A5370-929D-28D6-43A4-A2C67D62DD3C}"/>
              </a:ext>
            </a:extLst>
          </p:cNvPr>
          <p:cNvSpPr txBox="1"/>
          <p:nvPr/>
        </p:nvSpPr>
        <p:spPr>
          <a:xfrm>
            <a:off x="310720" y="3392397"/>
            <a:ext cx="4724400" cy="3594702"/>
          </a:xfrm>
          <a:prstGeom prst="rect">
            <a:avLst/>
          </a:prstGeom>
          <a:noFill/>
        </p:spPr>
        <p:txBody>
          <a:bodyPr wrap="square">
            <a:spAutoFit/>
          </a:bodyPr>
          <a:lstStyle/>
          <a:p>
            <a:pPr>
              <a:lnSpc>
                <a:spcPct val="150000"/>
              </a:lnSpc>
              <a:defRPr/>
            </a:pPr>
            <a:r>
              <a:rPr lang="fr-FR" sz="2200" b="1" dirty="0">
                <a:latin typeface="Calibri"/>
              </a:rPr>
              <a:t>Concepts clés</a:t>
            </a:r>
          </a:p>
          <a:p>
            <a:pPr marL="342900" indent="-342900">
              <a:lnSpc>
                <a:spcPct val="150000"/>
              </a:lnSpc>
              <a:buFont typeface="Arial" panose="020B0604020202020204" pitchFamily="34" charset="0"/>
              <a:buChar char="•"/>
              <a:defRPr/>
            </a:pPr>
            <a:r>
              <a:rPr lang="fr-FR" sz="2200" dirty="0" err="1">
                <a:latin typeface="Calibri"/>
              </a:rPr>
              <a:t>Templates</a:t>
            </a:r>
            <a:r>
              <a:rPr lang="fr-FR" sz="2200" dirty="0">
                <a:latin typeface="Calibri"/>
              </a:rPr>
              <a:t> : modèles réutilisables pour pipelines</a:t>
            </a:r>
          </a:p>
          <a:p>
            <a:pPr marL="342900" indent="-342900">
              <a:lnSpc>
                <a:spcPct val="150000"/>
              </a:lnSpc>
              <a:buFont typeface="Arial" panose="020B0604020202020204" pitchFamily="34" charset="0"/>
              <a:buChar char="•"/>
              <a:defRPr/>
            </a:pPr>
            <a:r>
              <a:rPr lang="fr-FR" sz="2200" dirty="0" err="1">
                <a:latin typeface="Calibri"/>
              </a:rPr>
              <a:t>Libraries</a:t>
            </a:r>
            <a:r>
              <a:rPr lang="fr-FR" sz="2200" dirty="0">
                <a:latin typeface="Calibri"/>
              </a:rPr>
              <a:t> : collections de fonctions et de scripts</a:t>
            </a:r>
          </a:p>
          <a:p>
            <a:pPr marL="342900" indent="-342900">
              <a:lnSpc>
                <a:spcPct val="150000"/>
              </a:lnSpc>
              <a:buFont typeface="Arial" panose="020B0604020202020204" pitchFamily="34" charset="0"/>
              <a:buChar char="•"/>
              <a:defRPr/>
            </a:pPr>
            <a:r>
              <a:rPr lang="fr-FR" sz="2200" dirty="0" err="1">
                <a:latin typeface="Calibri"/>
              </a:rPr>
              <a:t>Governance</a:t>
            </a:r>
            <a:r>
              <a:rPr lang="fr-FR" sz="2200" dirty="0">
                <a:latin typeface="Calibri"/>
              </a:rPr>
              <a:t> Tier : gestion centralisée des </a:t>
            </a:r>
            <a:r>
              <a:rPr lang="fr-FR" sz="2200" dirty="0" err="1">
                <a:latin typeface="Calibri"/>
              </a:rPr>
              <a:t>templates</a:t>
            </a:r>
            <a:endParaRPr lang="fr-FR" sz="2200" dirty="0">
              <a:latin typeface="Calibri"/>
            </a:endParaRPr>
          </a:p>
        </p:txBody>
      </p:sp>
      <p:sp>
        <p:nvSpPr>
          <p:cNvPr id="9" name="TextBox 8">
            <a:extLst>
              <a:ext uri="{FF2B5EF4-FFF2-40B4-BE49-F238E27FC236}">
                <a16:creationId xmlns:a16="http://schemas.microsoft.com/office/drawing/2014/main" id="{FC5FF637-7C17-5B0C-2899-C98688D7D799}"/>
              </a:ext>
            </a:extLst>
          </p:cNvPr>
          <p:cNvSpPr txBox="1"/>
          <p:nvPr/>
        </p:nvSpPr>
        <p:spPr>
          <a:xfrm>
            <a:off x="5492320" y="3397250"/>
            <a:ext cx="5029630" cy="3784113"/>
          </a:xfrm>
          <a:prstGeom prst="rect">
            <a:avLst/>
          </a:prstGeom>
          <a:noFill/>
        </p:spPr>
        <p:txBody>
          <a:bodyPr wrap="square">
            <a:spAutoFit/>
          </a:bodyPr>
          <a:lstStyle/>
          <a:p>
            <a:pPr>
              <a:lnSpc>
                <a:spcPct val="150000"/>
              </a:lnSpc>
              <a:defRPr/>
            </a:pPr>
            <a:r>
              <a:rPr lang="fr-FR" sz="2200" b="1" dirty="0">
                <a:latin typeface="Calibri"/>
              </a:rPr>
              <a:t>Exemple d’un pipeline utilisant JTE</a:t>
            </a:r>
          </a:p>
          <a:p>
            <a:pPr>
              <a:lnSpc>
                <a:spcPct val="150000"/>
              </a:lnSpc>
              <a:defRPr/>
            </a:pPr>
            <a:r>
              <a:rPr lang="en-US" sz="2000" dirty="0" err="1">
                <a:highlight>
                  <a:srgbClr val="C0C0C0"/>
                </a:highlight>
                <a:latin typeface="Calibri"/>
              </a:rPr>
              <a:t>jte</a:t>
            </a:r>
            <a:r>
              <a:rPr lang="en-US" sz="2000" dirty="0">
                <a:highlight>
                  <a:srgbClr val="C0C0C0"/>
                </a:highlight>
                <a:latin typeface="Calibri"/>
              </a:rPr>
              <a:t> {</a:t>
            </a:r>
          </a:p>
          <a:p>
            <a:pPr>
              <a:lnSpc>
                <a:spcPct val="150000"/>
              </a:lnSpc>
              <a:defRPr/>
            </a:pPr>
            <a:r>
              <a:rPr lang="en-US" sz="2000" dirty="0">
                <a:highlight>
                  <a:srgbClr val="C0C0C0"/>
                </a:highlight>
                <a:latin typeface="Calibri"/>
              </a:rPr>
              <a:t>    </a:t>
            </a:r>
            <a:r>
              <a:rPr lang="en-US" sz="2000" dirty="0" err="1">
                <a:highlight>
                  <a:srgbClr val="C0C0C0"/>
                </a:highlight>
                <a:latin typeface="Calibri"/>
              </a:rPr>
              <a:t>pipeline_template</a:t>
            </a:r>
            <a:r>
              <a:rPr lang="en-US" sz="2000" dirty="0">
                <a:highlight>
                  <a:srgbClr val="C0C0C0"/>
                </a:highlight>
                <a:latin typeface="Calibri"/>
              </a:rPr>
              <a:t> = 'maven-template’</a:t>
            </a:r>
          </a:p>
          <a:p>
            <a:pPr>
              <a:lnSpc>
                <a:spcPct val="150000"/>
              </a:lnSpc>
              <a:defRPr/>
            </a:pPr>
            <a:r>
              <a:rPr lang="en-US" sz="2000" dirty="0">
                <a:highlight>
                  <a:srgbClr val="C0C0C0"/>
                </a:highlight>
                <a:latin typeface="Calibri"/>
              </a:rPr>
              <a:t>    libraries {</a:t>
            </a:r>
          </a:p>
          <a:p>
            <a:pPr>
              <a:lnSpc>
                <a:spcPct val="150000"/>
              </a:lnSpc>
              <a:defRPr/>
            </a:pPr>
            <a:r>
              <a:rPr lang="en-US" sz="2000" dirty="0">
                <a:highlight>
                  <a:srgbClr val="C0C0C0"/>
                </a:highlight>
                <a:latin typeface="Calibri"/>
              </a:rPr>
              <a:t>        </a:t>
            </a:r>
            <a:r>
              <a:rPr lang="en-US" sz="2000" dirty="0" err="1">
                <a:highlight>
                  <a:srgbClr val="C0C0C0"/>
                </a:highlight>
                <a:latin typeface="Calibri"/>
              </a:rPr>
              <a:t>unit_tests</a:t>
            </a:r>
            <a:endParaRPr lang="en-US" sz="2000" dirty="0">
              <a:highlight>
                <a:srgbClr val="C0C0C0"/>
              </a:highlight>
              <a:latin typeface="Calibri"/>
            </a:endParaRPr>
          </a:p>
          <a:p>
            <a:pPr>
              <a:lnSpc>
                <a:spcPct val="150000"/>
              </a:lnSpc>
              <a:defRPr/>
            </a:pPr>
            <a:r>
              <a:rPr lang="en-US" sz="2000" dirty="0">
                <a:highlight>
                  <a:srgbClr val="C0C0C0"/>
                </a:highlight>
                <a:latin typeface="Calibri"/>
              </a:rPr>
              <a:t>        </a:t>
            </a:r>
            <a:r>
              <a:rPr lang="en-US" sz="2000" dirty="0" err="1">
                <a:highlight>
                  <a:srgbClr val="C0C0C0"/>
                </a:highlight>
                <a:latin typeface="Calibri"/>
              </a:rPr>
              <a:t>static_analysis</a:t>
            </a:r>
            <a:endParaRPr lang="en-US" sz="2000" dirty="0">
              <a:highlight>
                <a:srgbClr val="C0C0C0"/>
              </a:highlight>
              <a:latin typeface="Calibri"/>
            </a:endParaRPr>
          </a:p>
          <a:p>
            <a:pPr>
              <a:lnSpc>
                <a:spcPct val="150000"/>
              </a:lnSpc>
              <a:defRPr/>
            </a:pPr>
            <a:r>
              <a:rPr lang="en-US" sz="2000" dirty="0">
                <a:highlight>
                  <a:srgbClr val="C0C0C0"/>
                </a:highlight>
                <a:latin typeface="Calibri"/>
              </a:rPr>
              <a:t>    }</a:t>
            </a:r>
          </a:p>
          <a:p>
            <a:pPr>
              <a:lnSpc>
                <a:spcPct val="150000"/>
              </a:lnSpc>
              <a:defRPr/>
            </a:pPr>
            <a:r>
              <a:rPr lang="en-US" sz="2000" dirty="0">
                <a:highlight>
                  <a:srgbClr val="C0C0C0"/>
                </a:highlight>
                <a:latin typeface="Calibri"/>
              </a:rPr>
              <a:t>}</a:t>
            </a:r>
            <a:endParaRPr lang="fr-FR" sz="2000" dirty="0">
              <a:highlight>
                <a:srgbClr val="C0C0C0"/>
              </a:highlight>
              <a:latin typeface="Calibri"/>
            </a:endParaRPr>
          </a:p>
        </p:txBody>
      </p:sp>
    </p:spTree>
    <p:extLst>
      <p:ext uri="{BB962C8B-B14F-4D97-AF65-F5344CB8AC3E}">
        <p14:creationId xmlns:p14="http://schemas.microsoft.com/office/powerpoint/2010/main" val="417633202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601C2-2A48-0AFF-DAFE-620023A04A56}"/>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BAAE1CAB-2F5D-47A2-4F79-1CD2A579693C}"/>
              </a:ext>
            </a:extLst>
          </p:cNvPr>
          <p:cNvGrpSpPr/>
          <p:nvPr/>
        </p:nvGrpSpPr>
        <p:grpSpPr>
          <a:xfrm>
            <a:off x="-4762" y="-4762"/>
            <a:ext cx="3516312" cy="7566025"/>
            <a:chOff x="-4762" y="-4762"/>
            <a:chExt cx="4894580" cy="7566025"/>
          </a:xfrm>
          <a:solidFill>
            <a:schemeClr val="tx2">
              <a:lumMod val="75000"/>
            </a:schemeClr>
          </a:solidFill>
        </p:grpSpPr>
        <p:sp>
          <p:nvSpPr>
            <p:cNvPr id="3" name="object 3">
              <a:extLst>
                <a:ext uri="{FF2B5EF4-FFF2-40B4-BE49-F238E27FC236}">
                  <a16:creationId xmlns:a16="http://schemas.microsoft.com/office/drawing/2014/main" id="{C19E5D4F-F6F2-04FE-B260-87E49483E57A}"/>
                </a:ext>
              </a:extLst>
            </p:cNvPr>
            <p:cNvSpPr/>
            <p:nvPr/>
          </p:nvSpPr>
          <p:spPr>
            <a:xfrm>
              <a:off x="0" y="0"/>
              <a:ext cx="4885055" cy="7556500"/>
            </a:xfrm>
            <a:custGeom>
              <a:avLst/>
              <a:gdLst/>
              <a:ahLst/>
              <a:cxnLst/>
              <a:rect l="l" t="t" r="r" b="b"/>
              <a:pathLst>
                <a:path w="4885055" h="7556500">
                  <a:moveTo>
                    <a:pt x="0" y="0"/>
                  </a:moveTo>
                  <a:lnTo>
                    <a:pt x="4885024" y="0"/>
                  </a:lnTo>
                  <a:lnTo>
                    <a:pt x="4885024" y="7556499"/>
                  </a:lnTo>
                  <a:lnTo>
                    <a:pt x="0" y="7556499"/>
                  </a:lnTo>
                  <a:lnTo>
                    <a:pt x="0" y="0"/>
                  </a:lnTo>
                  <a:close/>
                </a:path>
              </a:pathLst>
            </a:custGeom>
            <a:grpFill/>
            <a:ln>
              <a:solidFill>
                <a:schemeClr val="accent5">
                  <a:lumMod val="50000"/>
                </a:schemeClr>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 name="object 4">
              <a:extLst>
                <a:ext uri="{FF2B5EF4-FFF2-40B4-BE49-F238E27FC236}">
                  <a16:creationId xmlns:a16="http://schemas.microsoft.com/office/drawing/2014/main" id="{B3C14959-2BCF-8C70-E512-AF9283AF3D3C}"/>
                </a:ext>
              </a:extLst>
            </p:cNvPr>
            <p:cNvSpPr/>
            <p:nvPr/>
          </p:nvSpPr>
          <p:spPr>
            <a:xfrm>
              <a:off x="0" y="0"/>
              <a:ext cx="4885055" cy="7556500"/>
            </a:xfrm>
            <a:custGeom>
              <a:avLst/>
              <a:gdLst/>
              <a:ahLst/>
              <a:cxnLst/>
              <a:rect l="l" t="t" r="r" b="b"/>
              <a:pathLst>
                <a:path w="4885055" h="7556500">
                  <a:moveTo>
                    <a:pt x="0" y="0"/>
                  </a:moveTo>
                  <a:lnTo>
                    <a:pt x="4885024" y="0"/>
                  </a:lnTo>
                  <a:lnTo>
                    <a:pt x="4885024" y="7556499"/>
                  </a:lnTo>
                </a:path>
                <a:path w="4885055" h="7556500">
                  <a:moveTo>
                    <a:pt x="0" y="7556499"/>
                  </a:moveTo>
                  <a:lnTo>
                    <a:pt x="0" y="0"/>
                  </a:lnTo>
                </a:path>
              </a:pathLst>
            </a:custGeom>
            <a:grpFill/>
            <a:ln w="9524">
              <a:solidFill>
                <a:schemeClr val="accent5">
                  <a:lumMod val="50000"/>
                </a:schemeClr>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5" name="object 5">
            <a:extLst>
              <a:ext uri="{FF2B5EF4-FFF2-40B4-BE49-F238E27FC236}">
                <a16:creationId xmlns:a16="http://schemas.microsoft.com/office/drawing/2014/main" id="{4ED56501-9702-1806-B20E-1E633A1ED53E}"/>
              </a:ext>
            </a:extLst>
          </p:cNvPr>
          <p:cNvSpPr txBox="1"/>
          <p:nvPr/>
        </p:nvSpPr>
        <p:spPr>
          <a:xfrm>
            <a:off x="234949" y="1543767"/>
            <a:ext cx="3488331" cy="2158283"/>
          </a:xfrm>
          <a:prstGeom prst="rect">
            <a:avLst/>
          </a:prstGeom>
        </p:spPr>
        <p:txBody>
          <a:bodyPr vert="horz" wrap="square" lIns="0" tIns="250190" rIns="0" bIns="0" rtlCol="0">
            <a:spAutoFit/>
          </a:bodyPr>
          <a:lstStyle/>
          <a:p>
            <a:pPr marL="196215" marR="0" lvl="0" indent="0" defTabSz="914400" eaLnBrk="1" fontAlgn="auto" latinLnBrk="0" hangingPunct="1">
              <a:lnSpc>
                <a:spcPct val="100000"/>
              </a:lnSpc>
              <a:spcBef>
                <a:spcPts val="1970"/>
              </a:spcBef>
              <a:spcAft>
                <a:spcPts val="0"/>
              </a:spcAft>
              <a:buClrTx/>
              <a:buSzTx/>
              <a:buFontTx/>
              <a:buNone/>
              <a:tabLst>
                <a:tab pos="708660" algn="l"/>
                <a:tab pos="1186815" algn="l"/>
              </a:tabLst>
              <a:defRPr/>
            </a:pPr>
            <a:endParaRPr kumimoji="0" sz="3600" b="0" i="0" u="none" strike="noStrike" kern="0" cap="none" spc="0" normalizeH="0" baseline="0" noProof="0" dirty="0">
              <a:ln>
                <a:noFill/>
              </a:ln>
              <a:solidFill>
                <a:sysClr val="windowText" lastClr="000000"/>
              </a:solidFill>
              <a:effectLst/>
              <a:uLnTx/>
              <a:uFillTx/>
              <a:latin typeface="Calibri"/>
              <a:cs typeface="Calibri"/>
            </a:endParaRPr>
          </a:p>
          <a:p>
            <a:pPr marL="12700" marR="0" lvl="0" indent="0" defTabSz="914400" eaLnBrk="1" fontAlgn="auto" latinLnBrk="0" hangingPunct="1">
              <a:lnSpc>
                <a:spcPct val="100000"/>
              </a:lnSpc>
              <a:spcBef>
                <a:spcPts val="1875"/>
              </a:spcBef>
              <a:spcAft>
                <a:spcPts val="0"/>
              </a:spcAft>
              <a:buClrTx/>
              <a:buSzTx/>
              <a:buFontTx/>
              <a:buNone/>
              <a:tabLst/>
              <a:defRPr/>
            </a:pPr>
            <a:r>
              <a:rPr kumimoji="0" lang="fr-FR" sz="3600" b="1" i="0" u="none" strike="noStrike" kern="0" cap="none" spc="375" normalizeH="0" baseline="0" noProof="0" dirty="0">
                <a:ln>
                  <a:noFill/>
                </a:ln>
                <a:solidFill>
                  <a:srgbClr val="FFFFFF"/>
                </a:solidFill>
                <a:effectLst/>
                <a:uLnTx/>
                <a:uFillTx/>
                <a:latin typeface="Calibri"/>
                <a:cs typeface="Calibri"/>
              </a:rPr>
              <a:t>Conclusion et Q&amp;A</a:t>
            </a:r>
          </a:p>
        </p:txBody>
      </p:sp>
      <p:sp>
        <p:nvSpPr>
          <p:cNvPr id="6" name="object 6">
            <a:extLst>
              <a:ext uri="{FF2B5EF4-FFF2-40B4-BE49-F238E27FC236}">
                <a16:creationId xmlns:a16="http://schemas.microsoft.com/office/drawing/2014/main" id="{4F13FB25-FCB0-3349-8EF8-2D3A9A3B9ED1}"/>
              </a:ext>
            </a:extLst>
          </p:cNvPr>
          <p:cNvSpPr txBox="1"/>
          <p:nvPr/>
        </p:nvSpPr>
        <p:spPr>
          <a:xfrm>
            <a:off x="4224094" y="1873250"/>
            <a:ext cx="5993056" cy="689932"/>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lang="fr-FR" sz="4400" b="1" i="0" u="none" strike="noStrike" kern="0" cap="none" spc="135" normalizeH="0" baseline="0" noProof="0" dirty="0">
                <a:ln>
                  <a:noFill/>
                </a:ln>
                <a:solidFill>
                  <a:srgbClr val="164052"/>
                </a:solidFill>
                <a:effectLst/>
                <a:uLnTx/>
                <a:uFillTx/>
                <a:latin typeface="Calibri"/>
                <a:cs typeface="Calibri"/>
              </a:rPr>
              <a:t>Récapitulatif</a:t>
            </a:r>
          </a:p>
        </p:txBody>
      </p:sp>
      <p:grpSp>
        <p:nvGrpSpPr>
          <p:cNvPr id="7" name="object 7">
            <a:extLst>
              <a:ext uri="{FF2B5EF4-FFF2-40B4-BE49-F238E27FC236}">
                <a16:creationId xmlns:a16="http://schemas.microsoft.com/office/drawing/2014/main" id="{0F956400-49BF-DCFD-44FD-48DF4CEE771B}"/>
              </a:ext>
            </a:extLst>
          </p:cNvPr>
          <p:cNvGrpSpPr/>
          <p:nvPr/>
        </p:nvGrpSpPr>
        <p:grpSpPr>
          <a:xfrm>
            <a:off x="3274653" y="1937695"/>
            <a:ext cx="462915" cy="462915"/>
            <a:chOff x="4635613" y="2004242"/>
            <a:chExt cx="462915" cy="462915"/>
          </a:xfrm>
        </p:grpSpPr>
        <p:sp>
          <p:nvSpPr>
            <p:cNvPr id="8" name="object 8">
              <a:extLst>
                <a:ext uri="{FF2B5EF4-FFF2-40B4-BE49-F238E27FC236}">
                  <a16:creationId xmlns:a16="http://schemas.microsoft.com/office/drawing/2014/main" id="{0D1FD70A-715C-F60B-29CB-46F4E828F3D2}"/>
                </a:ext>
              </a:extLst>
            </p:cNvPr>
            <p:cNvSpPr/>
            <p:nvPr/>
          </p:nvSpPr>
          <p:spPr>
            <a:xfrm>
              <a:off x="4649901" y="2018530"/>
              <a:ext cx="434340" cy="434340"/>
            </a:xfrm>
            <a:custGeom>
              <a:avLst/>
              <a:gdLst/>
              <a:ahLst/>
              <a:cxnLst/>
              <a:rect l="l" t="t" r="r" b="b"/>
              <a:pathLst>
                <a:path w="434339" h="434339">
                  <a:moveTo>
                    <a:pt x="217067" y="434134"/>
                  </a:moveTo>
                  <a:lnTo>
                    <a:pt x="167295" y="428402"/>
                  </a:lnTo>
                  <a:lnTo>
                    <a:pt x="121606" y="412072"/>
                  </a:lnTo>
                  <a:lnTo>
                    <a:pt x="81302" y="386447"/>
                  </a:lnTo>
                  <a:lnTo>
                    <a:pt x="47687" y="352832"/>
                  </a:lnTo>
                  <a:lnTo>
                    <a:pt x="22062" y="312528"/>
                  </a:lnTo>
                  <a:lnTo>
                    <a:pt x="5732" y="266839"/>
                  </a:lnTo>
                  <a:lnTo>
                    <a:pt x="0" y="217067"/>
                  </a:lnTo>
                  <a:lnTo>
                    <a:pt x="5732" y="167296"/>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4"/>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9">
              <a:extLst>
                <a:ext uri="{FF2B5EF4-FFF2-40B4-BE49-F238E27FC236}">
                  <a16:creationId xmlns:a16="http://schemas.microsoft.com/office/drawing/2014/main" id="{30595E2D-B155-613B-CD5B-98FD4D3E08A8}"/>
                </a:ext>
              </a:extLst>
            </p:cNvPr>
            <p:cNvSpPr/>
            <p:nvPr/>
          </p:nvSpPr>
          <p:spPr>
            <a:xfrm>
              <a:off x="4649901" y="2018530"/>
              <a:ext cx="434340" cy="434340"/>
            </a:xfrm>
            <a:custGeom>
              <a:avLst/>
              <a:gdLst/>
              <a:ahLst/>
              <a:cxnLst/>
              <a:rect l="l" t="t" r="r" b="b"/>
              <a:pathLst>
                <a:path w="434339" h="434339">
                  <a:moveTo>
                    <a:pt x="0" y="217067"/>
                  </a:moveTo>
                  <a:lnTo>
                    <a:pt x="5732" y="167296"/>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4"/>
                  </a:lnTo>
                  <a:lnTo>
                    <a:pt x="167295" y="428402"/>
                  </a:lnTo>
                  <a:lnTo>
                    <a:pt x="121606" y="412072"/>
                  </a:lnTo>
                  <a:lnTo>
                    <a:pt x="81302" y="386447"/>
                  </a:lnTo>
                  <a:lnTo>
                    <a:pt x="47687" y="352832"/>
                  </a:lnTo>
                  <a:lnTo>
                    <a:pt x="22062" y="312528"/>
                  </a:lnTo>
                  <a:lnTo>
                    <a:pt x="5732" y="266839"/>
                  </a:lnTo>
                  <a:lnTo>
                    <a:pt x="0" y="217067"/>
                  </a:lnTo>
                  <a:close/>
                </a:path>
              </a:pathLst>
            </a:custGeom>
            <a:ln w="28574">
              <a:solidFill>
                <a:srgbClr val="8CB93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0" name="object 10">
            <a:extLst>
              <a:ext uri="{FF2B5EF4-FFF2-40B4-BE49-F238E27FC236}">
                <a16:creationId xmlns:a16="http://schemas.microsoft.com/office/drawing/2014/main" id="{B44BD04D-B7ED-8C1A-6814-E9666E29D187}"/>
              </a:ext>
            </a:extLst>
          </p:cNvPr>
          <p:cNvSpPr txBox="1"/>
          <p:nvPr/>
        </p:nvSpPr>
        <p:spPr>
          <a:xfrm>
            <a:off x="3423160" y="1993856"/>
            <a:ext cx="166370" cy="328295"/>
          </a:xfrm>
          <a:prstGeom prst="rect">
            <a:avLst/>
          </a:prstGeom>
        </p:spPr>
        <p:txBody>
          <a:bodyPr vert="horz" wrap="square" lIns="0" tIns="17145" rIns="0" bIns="0" rtlCol="0">
            <a:spAutoFit/>
          </a:bodyPr>
          <a:lstStyle/>
          <a:p>
            <a:pPr marL="12700" marR="0" lvl="0" indent="0" defTabSz="914400" eaLnBrk="1" fontAlgn="auto" latinLnBrk="0" hangingPunct="1">
              <a:lnSpc>
                <a:spcPct val="100000"/>
              </a:lnSpc>
              <a:spcBef>
                <a:spcPts val="135"/>
              </a:spcBef>
              <a:spcAft>
                <a:spcPts val="0"/>
              </a:spcAft>
              <a:buClrTx/>
              <a:buSzTx/>
              <a:buFontTx/>
              <a:buNone/>
              <a:tabLst/>
              <a:defRPr/>
            </a:pPr>
            <a:r>
              <a:rPr kumimoji="0" lang="fr-FR" sz="1950" b="1" i="0" u="none" strike="noStrike" kern="0" cap="none" spc="55" normalizeH="0" baseline="0" noProof="0" dirty="0">
                <a:ln>
                  <a:noFill/>
                </a:ln>
                <a:solidFill>
                  <a:srgbClr val="8CB939"/>
                </a:solidFill>
                <a:effectLst/>
                <a:uLnTx/>
                <a:uFillTx/>
                <a:latin typeface="Calibri"/>
                <a:cs typeface="Calibri"/>
              </a:rPr>
              <a:t>1</a:t>
            </a:r>
            <a:endParaRPr kumimoji="0" sz="1950" b="0" i="0" u="none" strike="noStrike" kern="0" cap="none" spc="0" normalizeH="0" baseline="0" noProof="0" dirty="0">
              <a:ln>
                <a:noFill/>
              </a:ln>
              <a:solidFill>
                <a:sysClr val="windowText" lastClr="000000"/>
              </a:solidFill>
              <a:effectLst/>
              <a:uLnTx/>
              <a:uFillTx/>
              <a:latin typeface="Calibri"/>
              <a:cs typeface="Calibri"/>
            </a:endParaRPr>
          </a:p>
        </p:txBody>
      </p:sp>
      <p:grpSp>
        <p:nvGrpSpPr>
          <p:cNvPr id="21" name="object 21">
            <a:extLst>
              <a:ext uri="{FF2B5EF4-FFF2-40B4-BE49-F238E27FC236}">
                <a16:creationId xmlns:a16="http://schemas.microsoft.com/office/drawing/2014/main" id="{6FDFA031-487F-5C2D-C2E5-BB42B635C564}"/>
              </a:ext>
            </a:extLst>
          </p:cNvPr>
          <p:cNvGrpSpPr/>
          <p:nvPr/>
        </p:nvGrpSpPr>
        <p:grpSpPr>
          <a:xfrm>
            <a:off x="3274653" y="4235450"/>
            <a:ext cx="462915" cy="462915"/>
            <a:chOff x="4635613" y="4245542"/>
            <a:chExt cx="462915" cy="462915"/>
          </a:xfrm>
        </p:grpSpPr>
        <p:sp>
          <p:nvSpPr>
            <p:cNvPr id="22" name="object 22">
              <a:extLst>
                <a:ext uri="{FF2B5EF4-FFF2-40B4-BE49-F238E27FC236}">
                  <a16:creationId xmlns:a16="http://schemas.microsoft.com/office/drawing/2014/main" id="{1CEEE0D9-7E43-D627-2169-F6A053D7D2D8}"/>
                </a:ext>
              </a:extLst>
            </p:cNvPr>
            <p:cNvSpPr/>
            <p:nvPr/>
          </p:nvSpPr>
          <p:spPr>
            <a:xfrm>
              <a:off x="4649901" y="4259829"/>
              <a:ext cx="434340" cy="434340"/>
            </a:xfrm>
            <a:custGeom>
              <a:avLst/>
              <a:gdLst/>
              <a:ahLst/>
              <a:cxnLst/>
              <a:rect l="l" t="t" r="r" b="b"/>
              <a:pathLst>
                <a:path w="434339" h="434339">
                  <a:moveTo>
                    <a:pt x="217067" y="434135"/>
                  </a:moveTo>
                  <a:lnTo>
                    <a:pt x="167295" y="428402"/>
                  </a:lnTo>
                  <a:lnTo>
                    <a:pt x="121606" y="412072"/>
                  </a:lnTo>
                  <a:lnTo>
                    <a:pt x="81302" y="386447"/>
                  </a:lnTo>
                  <a:lnTo>
                    <a:pt x="47687" y="352832"/>
                  </a:lnTo>
                  <a:lnTo>
                    <a:pt x="22062" y="312528"/>
                  </a:lnTo>
                  <a:lnTo>
                    <a:pt x="5732" y="266839"/>
                  </a:lnTo>
                  <a:lnTo>
                    <a:pt x="0" y="217067"/>
                  </a:ln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3" name="object 23">
              <a:extLst>
                <a:ext uri="{FF2B5EF4-FFF2-40B4-BE49-F238E27FC236}">
                  <a16:creationId xmlns:a16="http://schemas.microsoft.com/office/drawing/2014/main" id="{816DE270-25A8-631A-A213-860E42A50898}"/>
                </a:ext>
              </a:extLst>
            </p:cNvPr>
            <p:cNvSpPr/>
            <p:nvPr/>
          </p:nvSpPr>
          <p:spPr>
            <a:xfrm>
              <a:off x="4649901" y="4259829"/>
              <a:ext cx="434340" cy="434340"/>
            </a:xfrm>
            <a:custGeom>
              <a:avLst/>
              <a:gdLst/>
              <a:ahLst/>
              <a:cxnLst/>
              <a:rect l="l" t="t" r="r" b="b"/>
              <a:pathLst>
                <a:path w="434339" h="434339">
                  <a:moveTo>
                    <a:pt x="0" y="217067"/>
                  </a:moveTo>
                  <a:lnTo>
                    <a:pt x="5732" y="167295"/>
                  </a:lnTo>
                  <a:lnTo>
                    <a:pt x="22062" y="121606"/>
                  </a:lnTo>
                  <a:lnTo>
                    <a:pt x="47687" y="81302"/>
                  </a:lnTo>
                  <a:lnTo>
                    <a:pt x="81302" y="47687"/>
                  </a:lnTo>
                  <a:lnTo>
                    <a:pt x="121606" y="22063"/>
                  </a:lnTo>
                  <a:lnTo>
                    <a:pt x="167295" y="5732"/>
                  </a:lnTo>
                  <a:lnTo>
                    <a:pt x="217067" y="0"/>
                  </a:lnTo>
                  <a:lnTo>
                    <a:pt x="259613" y="4209"/>
                  </a:lnTo>
                  <a:lnTo>
                    <a:pt x="300135" y="16523"/>
                  </a:lnTo>
                  <a:lnTo>
                    <a:pt x="337496" y="36469"/>
                  </a:lnTo>
                  <a:lnTo>
                    <a:pt x="370557" y="63577"/>
                  </a:lnTo>
                  <a:lnTo>
                    <a:pt x="397665" y="96638"/>
                  </a:lnTo>
                  <a:lnTo>
                    <a:pt x="417611" y="133999"/>
                  </a:lnTo>
                  <a:lnTo>
                    <a:pt x="429925" y="174522"/>
                  </a:lnTo>
                  <a:lnTo>
                    <a:pt x="434134" y="217067"/>
                  </a:lnTo>
                  <a:lnTo>
                    <a:pt x="428402" y="266839"/>
                  </a:lnTo>
                  <a:lnTo>
                    <a:pt x="412071" y="312528"/>
                  </a:lnTo>
                  <a:lnTo>
                    <a:pt x="386447" y="352832"/>
                  </a:lnTo>
                  <a:lnTo>
                    <a:pt x="352832" y="386447"/>
                  </a:lnTo>
                  <a:lnTo>
                    <a:pt x="312528" y="412072"/>
                  </a:lnTo>
                  <a:lnTo>
                    <a:pt x="266838" y="428402"/>
                  </a:lnTo>
                  <a:lnTo>
                    <a:pt x="217067" y="434135"/>
                  </a:lnTo>
                  <a:lnTo>
                    <a:pt x="167295" y="428402"/>
                  </a:lnTo>
                  <a:lnTo>
                    <a:pt x="121606" y="412072"/>
                  </a:lnTo>
                  <a:lnTo>
                    <a:pt x="81302" y="386447"/>
                  </a:lnTo>
                  <a:lnTo>
                    <a:pt x="47687" y="352832"/>
                  </a:lnTo>
                  <a:lnTo>
                    <a:pt x="22062" y="312528"/>
                  </a:lnTo>
                  <a:lnTo>
                    <a:pt x="5732" y="266839"/>
                  </a:lnTo>
                  <a:lnTo>
                    <a:pt x="0" y="217067"/>
                  </a:lnTo>
                  <a:close/>
                </a:path>
              </a:pathLst>
            </a:custGeom>
            <a:ln w="28574">
              <a:solidFill>
                <a:srgbClr val="8CB93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4" name="object 24">
            <a:extLst>
              <a:ext uri="{FF2B5EF4-FFF2-40B4-BE49-F238E27FC236}">
                <a16:creationId xmlns:a16="http://schemas.microsoft.com/office/drawing/2014/main" id="{3D138974-23CD-2EEC-DC81-5BEDB0EFDE85}"/>
              </a:ext>
            </a:extLst>
          </p:cNvPr>
          <p:cNvSpPr txBox="1"/>
          <p:nvPr/>
        </p:nvSpPr>
        <p:spPr>
          <a:xfrm>
            <a:off x="3423160" y="4291611"/>
            <a:ext cx="166370" cy="328295"/>
          </a:xfrm>
          <a:prstGeom prst="rect">
            <a:avLst/>
          </a:prstGeom>
        </p:spPr>
        <p:txBody>
          <a:bodyPr vert="horz" wrap="square" lIns="0" tIns="17145" rIns="0" bIns="0" rtlCol="0">
            <a:spAutoFit/>
          </a:bodyPr>
          <a:lstStyle/>
          <a:p>
            <a:pPr marL="12700" marR="0" lvl="0" indent="0" defTabSz="914400" eaLnBrk="1" fontAlgn="auto" latinLnBrk="0" hangingPunct="1">
              <a:lnSpc>
                <a:spcPct val="100000"/>
              </a:lnSpc>
              <a:spcBef>
                <a:spcPts val="135"/>
              </a:spcBef>
              <a:spcAft>
                <a:spcPts val="0"/>
              </a:spcAft>
              <a:buClrTx/>
              <a:buSzTx/>
              <a:buFontTx/>
              <a:buNone/>
              <a:tabLst/>
              <a:defRPr/>
            </a:pPr>
            <a:r>
              <a:rPr kumimoji="0" lang="fr-FR" sz="1950" b="1" i="0" u="none" strike="noStrike" kern="0" cap="none" spc="55" normalizeH="0" baseline="0" noProof="0" dirty="0">
                <a:ln>
                  <a:noFill/>
                </a:ln>
                <a:solidFill>
                  <a:srgbClr val="8CB939"/>
                </a:solidFill>
                <a:effectLst/>
                <a:uLnTx/>
                <a:uFillTx/>
                <a:latin typeface="Calibri"/>
                <a:cs typeface="Calibri"/>
              </a:rPr>
              <a:t>2</a:t>
            </a:r>
            <a:endParaRPr kumimoji="0" sz="1950" b="0" i="0" u="none" strike="noStrike" kern="0" cap="none" spc="0" normalizeH="0" baseline="0" noProof="0" dirty="0">
              <a:ln>
                <a:noFill/>
              </a:ln>
              <a:solidFill>
                <a:sysClr val="windowText" lastClr="000000"/>
              </a:solidFill>
              <a:effectLst/>
              <a:uLnTx/>
              <a:uFillTx/>
              <a:latin typeface="Calibri"/>
              <a:cs typeface="Calibri"/>
            </a:endParaRPr>
          </a:p>
        </p:txBody>
      </p:sp>
      <p:sp>
        <p:nvSpPr>
          <p:cNvPr id="25" name="object 25">
            <a:extLst>
              <a:ext uri="{FF2B5EF4-FFF2-40B4-BE49-F238E27FC236}">
                <a16:creationId xmlns:a16="http://schemas.microsoft.com/office/drawing/2014/main" id="{C167429E-007F-078A-652B-EFD1B00A4EB0}"/>
              </a:ext>
            </a:extLst>
          </p:cNvPr>
          <p:cNvSpPr txBox="1"/>
          <p:nvPr/>
        </p:nvSpPr>
        <p:spPr>
          <a:xfrm>
            <a:off x="4044950" y="4159250"/>
            <a:ext cx="6313619" cy="689932"/>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fr-FR" sz="4400" b="1" i="0" u="none" strike="noStrike" kern="0" cap="none" spc="200" normalizeH="0" baseline="0" noProof="0" dirty="0">
                <a:ln>
                  <a:noFill/>
                </a:ln>
                <a:solidFill>
                  <a:srgbClr val="164052"/>
                </a:solidFill>
                <a:effectLst/>
                <a:uLnTx/>
                <a:uFillTx/>
                <a:latin typeface="Calibri"/>
                <a:cs typeface="Calibri"/>
              </a:rPr>
              <a:t>Questions / réponses</a:t>
            </a:r>
          </a:p>
        </p:txBody>
      </p:sp>
      <p:sp>
        <p:nvSpPr>
          <p:cNvPr id="36" name="TextBox 35">
            <a:extLst>
              <a:ext uri="{FF2B5EF4-FFF2-40B4-BE49-F238E27FC236}">
                <a16:creationId xmlns:a16="http://schemas.microsoft.com/office/drawing/2014/main" id="{39F3D22E-8CAE-9664-877F-7D3E08E3BEF2}"/>
              </a:ext>
            </a:extLst>
          </p:cNvPr>
          <p:cNvSpPr txBox="1"/>
          <p:nvPr/>
        </p:nvSpPr>
        <p:spPr>
          <a:xfrm>
            <a:off x="9988550" y="7158851"/>
            <a:ext cx="5339166" cy="276999"/>
          </a:xfrm>
          <a:prstGeom prst="rect">
            <a:avLst/>
          </a:prstGeom>
          <a:noFill/>
        </p:spPr>
        <p:txBody>
          <a:bodyPr wrap="square">
            <a:spAutoFit/>
          </a:bodyPr>
          <a:lstStyle/>
          <a:p>
            <a:pPr marL="80010" marR="0" lvl="0" indent="0" defTabSz="914400" eaLnBrk="1" fontAlgn="auto" latinLnBrk="0" hangingPunct="1">
              <a:lnSpc>
                <a:spcPct val="100000"/>
              </a:lnSpc>
              <a:spcBef>
                <a:spcPts val="65"/>
              </a:spcBef>
              <a:spcAft>
                <a:spcPts val="0"/>
              </a:spcAft>
              <a:buClrTx/>
              <a:buSzTx/>
              <a:buFontTx/>
              <a:buNone/>
              <a:tabLst/>
              <a:defRPr/>
            </a:pPr>
            <a:fld id="{81D60167-4931-47E6-BA6A-407CBD079E47}" type="slidenum">
              <a:rPr kumimoji="0" lang="fr-FR" sz="1200" b="0" i="0" u="none" strike="noStrike" kern="0" cap="none" spc="-25" normalizeH="0" baseline="0" noProof="0" smtClean="0">
                <a:ln>
                  <a:noFill/>
                </a:ln>
                <a:solidFill>
                  <a:prstClr val="white"/>
                </a:solidFill>
                <a:effectLst/>
                <a:uLnTx/>
                <a:uFillTx/>
                <a:latin typeface="Calibri"/>
                <a:cs typeface="Calibri"/>
              </a:rPr>
              <a:pPr marL="80010" marR="0" lvl="0" indent="0" defTabSz="914400" eaLnBrk="1" fontAlgn="auto" latinLnBrk="0" hangingPunct="1">
                <a:lnSpc>
                  <a:spcPct val="100000"/>
                </a:lnSpc>
                <a:spcBef>
                  <a:spcPts val="65"/>
                </a:spcBef>
                <a:spcAft>
                  <a:spcPts val="0"/>
                </a:spcAft>
                <a:buClrTx/>
                <a:buSzTx/>
                <a:buFontTx/>
                <a:buNone/>
                <a:tabLst/>
                <a:defRPr/>
              </a:pPr>
              <a:t>98</a:t>
            </a:fld>
            <a:endParaRPr kumimoji="0" lang="fr-FR" sz="1200" b="0" i="0" u="none" strike="noStrike" kern="0" cap="none" spc="-25" normalizeH="0" baseline="0" noProof="0" dirty="0">
              <a:ln>
                <a:noFill/>
              </a:ln>
              <a:solidFill>
                <a:prstClr val="white"/>
              </a:solidFill>
              <a:effectLst/>
              <a:uLnTx/>
              <a:uFillTx/>
              <a:latin typeface="Calibri"/>
              <a:cs typeface="Calibri"/>
            </a:endParaRPr>
          </a:p>
        </p:txBody>
      </p:sp>
    </p:spTree>
    <p:extLst>
      <p:ext uri="{BB962C8B-B14F-4D97-AF65-F5344CB8AC3E}">
        <p14:creationId xmlns:p14="http://schemas.microsoft.com/office/powerpoint/2010/main" val="74145158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485156" y="2524783"/>
            <a:ext cx="2620010" cy="574040"/>
          </a:xfrm>
          <a:prstGeom prst="rect">
            <a:avLst/>
          </a:prstGeom>
        </p:spPr>
        <p:txBody>
          <a:bodyPr vert="horz" wrap="square" lIns="0" tIns="12700" rIns="0" bIns="0" rtlCol="0">
            <a:spAutoFit/>
          </a:bodyPr>
          <a:lstStyle/>
          <a:p>
            <a:pPr marL="12700">
              <a:lnSpc>
                <a:spcPct val="100000"/>
              </a:lnSpc>
              <a:spcBef>
                <a:spcPts val="100"/>
              </a:spcBef>
            </a:pPr>
            <a:r>
              <a:rPr spc="95" dirty="0">
                <a:solidFill>
                  <a:srgbClr val="FFFFFF"/>
                </a:solidFill>
              </a:rPr>
              <a:t>Et</a:t>
            </a:r>
            <a:r>
              <a:rPr spc="275" dirty="0">
                <a:solidFill>
                  <a:srgbClr val="FFFFFF"/>
                </a:solidFill>
              </a:rPr>
              <a:t> </a:t>
            </a:r>
            <a:r>
              <a:rPr dirty="0">
                <a:solidFill>
                  <a:srgbClr val="FFFFFF"/>
                </a:solidFill>
              </a:rPr>
              <a:t>pour</a:t>
            </a:r>
            <a:r>
              <a:rPr spc="275" dirty="0">
                <a:solidFill>
                  <a:srgbClr val="FFFFFF"/>
                </a:solidFill>
              </a:rPr>
              <a:t> </a:t>
            </a:r>
            <a:r>
              <a:rPr spc="-60" dirty="0">
                <a:solidFill>
                  <a:srgbClr val="FFFFFF"/>
                </a:solidFill>
              </a:rPr>
              <a:t>ﬁnir...</a:t>
            </a:r>
          </a:p>
        </p:txBody>
      </p:sp>
      <p:pic>
        <p:nvPicPr>
          <p:cNvPr id="9" name="object 9"/>
          <p:cNvPicPr/>
          <p:nvPr/>
        </p:nvPicPr>
        <p:blipFill>
          <a:blip r:embed="rId2" cstate="print"/>
          <a:stretch>
            <a:fillRect/>
          </a:stretch>
        </p:blipFill>
        <p:spPr>
          <a:xfrm>
            <a:off x="2673350" y="2025650"/>
            <a:ext cx="5201596" cy="294003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Custom 17">
      <a:dk1>
        <a:sysClr val="windowText" lastClr="000000"/>
      </a:dk1>
      <a:lt1>
        <a:sysClr val="window" lastClr="FFFFFF"/>
      </a:lt1>
      <a:dk2>
        <a:srgbClr val="44546A"/>
      </a:dk2>
      <a:lt2>
        <a:srgbClr val="E7E6E6"/>
      </a:lt2>
      <a:accent1>
        <a:srgbClr val="BED6DA"/>
      </a:accent1>
      <a:accent2>
        <a:srgbClr val="3E7090"/>
      </a:accent2>
      <a:accent3>
        <a:srgbClr val="93A5A8"/>
      </a:accent3>
      <a:accent4>
        <a:srgbClr val="627272"/>
      </a:accent4>
      <a:accent5>
        <a:srgbClr val="BDA07D"/>
      </a:accent5>
      <a:accent6>
        <a:srgbClr val="D8CAB7"/>
      </a:accent6>
      <a:hlink>
        <a:srgbClr val="0563C1"/>
      </a:hlink>
      <a:folHlink>
        <a:srgbClr val="954F72"/>
      </a:folHlink>
    </a:clrScheme>
    <a:fontScheme name="Custom 24">
      <a:majorFont>
        <a:latin typeface="Segoe UI Ligh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astal_Presentation_TM33468121_Win32_JC_SL_v3" id="{5CC0C496-FD8A-42BF-932F-4FD62E56F269}" vid="{DBEAE538-0105-45CF-A6D4-E0B303E1878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07222825-62ea-40f3-96b5-5375c07996e2}" enabled="1" method="Privileged" siteId="{90c7a20a-f34b-40bf-bc48-b9253b6f5d20}" contentBits="0" removed="0"/>
</clbl:labelList>
</file>

<file path=docProps/app.xml><?xml version="1.0" encoding="utf-8"?>
<Properties xmlns="http://schemas.openxmlformats.org/officeDocument/2006/extended-properties" xmlns:vt="http://schemas.openxmlformats.org/officeDocument/2006/docPropsVTypes">
  <Template/>
  <TotalTime>34550</TotalTime>
  <Words>6302</Words>
  <Application>Microsoft Office PowerPoint</Application>
  <PresentationFormat>Personnalisé</PresentationFormat>
  <Paragraphs>1420</Paragraphs>
  <Slides>99</Slides>
  <Notes>12</Notes>
  <HiddenSlides>0</HiddenSlides>
  <MMClips>0</MMClips>
  <ScaleCrop>false</ScaleCrop>
  <HeadingPairs>
    <vt:vector size="8" baseType="variant">
      <vt:variant>
        <vt:lpstr>Polices utilisées</vt:lpstr>
      </vt:variant>
      <vt:variant>
        <vt:i4>16</vt:i4>
      </vt:variant>
      <vt:variant>
        <vt:lpstr>Thème</vt:lpstr>
      </vt:variant>
      <vt:variant>
        <vt:i4>2</vt:i4>
      </vt:variant>
      <vt:variant>
        <vt:lpstr>Serveurs OLE incorporés</vt:lpstr>
      </vt:variant>
      <vt:variant>
        <vt:i4>1</vt:i4>
      </vt:variant>
      <vt:variant>
        <vt:lpstr>Titres des diapositives</vt:lpstr>
      </vt:variant>
      <vt:variant>
        <vt:i4>99</vt:i4>
      </vt:variant>
    </vt:vector>
  </HeadingPairs>
  <TitlesOfParts>
    <vt:vector size="118" baseType="lpstr">
      <vt:lpstr>Arial Unicode MS</vt:lpstr>
      <vt:lpstr>Aptos Narrow</vt:lpstr>
      <vt:lpstr>Arial</vt:lpstr>
      <vt:lpstr>Arial Black</vt:lpstr>
      <vt:lpstr>Arial Narrow</vt:lpstr>
      <vt:lpstr>Bahnschrift</vt:lpstr>
      <vt:lpstr>Calibri</vt:lpstr>
      <vt:lpstr>Cascadia Code SemiLight</vt:lpstr>
      <vt:lpstr>Helvetica 45 Light</vt:lpstr>
      <vt:lpstr>Helvetica 55 Roman</vt:lpstr>
      <vt:lpstr>Helvetica 75 Bold</vt:lpstr>
      <vt:lpstr>HelveticaNeueLT Std</vt:lpstr>
      <vt:lpstr>Segoe UI</vt:lpstr>
      <vt:lpstr>Segoe UI Light</vt:lpstr>
      <vt:lpstr>Tw Cen MT Bold</vt:lpstr>
      <vt:lpstr>Wingdings</vt:lpstr>
      <vt:lpstr>Office Theme</vt:lpstr>
      <vt:lpstr>1_Office Theme</vt:lpstr>
      <vt:lpstr>Visio</vt:lpstr>
      <vt:lpstr>Jenkins créer et gérer des pipelines CI/CD</vt:lpstr>
      <vt:lpstr>Présentation PowerPoint</vt:lpstr>
      <vt:lpstr>Présentation PowerPoint</vt:lpstr>
      <vt:lpstr>Présentation PowerPoint</vt:lpstr>
      <vt:lpstr>Présentation PowerPoint</vt:lpstr>
      <vt:lpstr>Présentation PowerPoint</vt:lpstr>
      <vt:lpstr>Objectifs pédagogiques</vt:lpstr>
      <vt:lpstr>Présentation PowerPoint</vt:lpstr>
      <vt:lpstr>Agilité, DevOps et la philosophie « continue » (CI/CD, feedbacks)</vt:lpstr>
      <vt:lpstr>Agilité, DevOps et la philosophie « continue » (CI/CD, feedbacks)</vt:lpstr>
      <vt:lpstr>Agilité, DevOps et la philosophie « continue » (CI/CD, feedbacks)</vt:lpstr>
      <vt:lpstr>Agilité, DevOps et la philosophie « continue » (CI/CD, feedbacks)</vt:lpstr>
      <vt:lpstr>De l’Agilité vers le DevOps …</vt:lpstr>
      <vt:lpstr>Agilité, DevOps et la philosophie « continue » (CI/CD, feedbacks)</vt:lpstr>
      <vt:lpstr>Présentation PowerPoint</vt:lpstr>
      <vt:lpstr>Agilité, DevOps et la philosophie « continue » (CI/CD, feedbacks)</vt:lpstr>
      <vt:lpstr>Agilité, DevOps et la philosophie « continue » (CI/CD, feedbacks)</vt:lpstr>
      <vt:lpstr>Agilité, DevOps et la philosophie « continue » (CI/CD, feedbacks)</vt:lpstr>
      <vt:lpstr>Agilité, DevOps et la philosophie « continue » (CI/CD, feedbacks)</vt:lpstr>
      <vt:lpstr>Agilité, DevOps et la philosophie « continue » (CI/CD, feedbacks)</vt:lpstr>
      <vt:lpstr>Agilité, DevOps et la philosophie « continue » (CI/CD, feedbacks)</vt:lpstr>
      <vt:lpstr>Introduction aux tests logiciels</vt:lpstr>
      <vt:lpstr>Test-Driven Development (TDD)</vt:lpstr>
      <vt:lpstr>Behavior-Driven Development (BDD)</vt:lpstr>
      <vt:lpstr>Présentation de Jenkins et son rôle dans l’intégration continue</vt:lpstr>
      <vt:lpstr>Présentation de Jenkins </vt:lpstr>
      <vt:lpstr>Présentation de Jenkins Jenkins, à quoi ça sert?</vt:lpstr>
      <vt:lpstr>Présentation de Jenkins Exemple d’implémentation</vt:lpstr>
      <vt:lpstr>Présentation de Jenkins Une organisation par vues</vt:lpstr>
      <vt:lpstr>Présentation de Jenkins Structure du tableau de bord Jenkins</vt:lpstr>
      <vt:lpstr>Terminologie Jenkins (master, node, job, agent…)</vt:lpstr>
      <vt:lpstr>Structure des répertoires de Jenkins</vt:lpstr>
      <vt:lpstr>Structure des répertoires de Jenkins</vt:lpstr>
      <vt:lpstr>Structure des répertoires de Jenkins</vt:lpstr>
      <vt:lpstr>Installation et configuration initiale</vt:lpstr>
      <vt:lpstr>Installation et configuration initiale</vt:lpstr>
      <vt:lpstr>Installation et configuration initiale</vt:lpstr>
      <vt:lpstr>Installation et configuration initiale</vt:lpstr>
      <vt:lpstr>Installation et configuration initiale</vt:lpstr>
      <vt:lpstr>Installation et configuration initiale</vt:lpstr>
      <vt:lpstr>Présentation PowerPoint</vt:lpstr>
      <vt:lpstr>Présentation PowerPoint</vt:lpstr>
      <vt:lpstr>Connexion à GitHub/GitLab</vt:lpstr>
      <vt:lpstr>Gestion des branches et Pull Requests</vt:lpstr>
      <vt:lpstr>Vue d’ensemble des outils</vt:lpstr>
      <vt:lpstr>Vue d’ensemble des outils</vt:lpstr>
      <vt:lpstr>Présentation PowerPoint</vt:lpstr>
      <vt:lpstr>Les différents types de Job</vt:lpstr>
      <vt:lpstr>Les différents types de Job</vt:lpstr>
      <vt:lpstr>Les différents types de Job Création d’un job free-style</vt:lpstr>
      <vt:lpstr>Les différents types de Job Création d’un job free-style</vt:lpstr>
      <vt:lpstr>Les différents types de Job Création d’un job free-style</vt:lpstr>
      <vt:lpstr>Les différents types de Job Création d’un job free-style</vt:lpstr>
      <vt:lpstr>Les différents types de Job Création d’un job free-style</vt:lpstr>
      <vt:lpstr>Les différents types de Job Création d’un job free-style</vt:lpstr>
      <vt:lpstr>Les différents types de Job Création d’un job free-style</vt:lpstr>
      <vt:lpstr>Les différents types de Job Création d’un job free-style</vt:lpstr>
      <vt:lpstr>Les différents types de Job Création d’un job free-style</vt:lpstr>
      <vt:lpstr>Avantages des Pipelines</vt:lpstr>
      <vt:lpstr>Présentation des Pipelines</vt:lpstr>
      <vt:lpstr>Syntaxe Groovy et DSL</vt:lpstr>
      <vt:lpstr>Déclaratif vs Scripted</vt:lpstr>
      <vt:lpstr>Structure et étapes d’un Jenkinsfile</vt:lpstr>
      <vt:lpstr>Structure et étapes d’un Jenkinsfile</vt:lpstr>
      <vt:lpstr>Présentation PowerPoint</vt:lpstr>
      <vt:lpstr>Présentation PowerPoint</vt:lpstr>
      <vt:lpstr>Plugins Jenkins</vt:lpstr>
      <vt:lpstr>Paramètres et variables d’environnement</vt:lpstr>
      <vt:lpstr>Paramètres et variables d’environnement</vt:lpstr>
      <vt:lpstr>Artefacts et empreintes</vt:lpstr>
      <vt:lpstr>Gestion des identifiants (secrets/credentials)</vt:lpstr>
      <vt:lpstr>Gestion des identifiants (secrets/credentials)</vt:lpstr>
      <vt:lpstr>Présentation PowerPoint</vt:lpstr>
      <vt:lpstr>Présentation PowerPoint</vt:lpstr>
      <vt:lpstr>Relation entre jobs</vt:lpstr>
      <vt:lpstr>Gestion des erreurs (post actions)</vt:lpstr>
      <vt:lpstr>Exécution en parallèle</vt:lpstr>
      <vt:lpstr>Pipelines multi configurés (matrix)</vt:lpstr>
      <vt:lpstr>Présentation PowerPoint</vt:lpstr>
      <vt:lpstr>Présentation PowerPoint</vt:lpstr>
      <vt:lpstr>Utilisation d’images Docker comme environnement d’exécution</vt:lpstr>
      <vt:lpstr>Utilisation d’images Docker comme environnement d’exécution</vt:lpstr>
      <vt:lpstr>Utilisation d’images Docker comme environnement d’exécution</vt:lpstr>
      <vt:lpstr>Intégration avec Docker Hub</vt:lpstr>
      <vt:lpstr>Intégration avec Docker Hub</vt:lpstr>
      <vt:lpstr>Présentation PowerPoint</vt:lpstr>
      <vt:lpstr>Présentation PowerPoint</vt:lpstr>
      <vt:lpstr>Générer un Jenkinsfile à partir d’un job Freestyle</vt:lpstr>
      <vt:lpstr>Générer un Jenkinsfile à partir d’un job Freestyle</vt:lpstr>
      <vt:lpstr>Personnalisation et optimisation du Jenkinsfile</vt:lpstr>
      <vt:lpstr>Personnalisation et optimisation du Jenkinsfile</vt:lpstr>
      <vt:lpstr>Présentation PowerPoint</vt:lpstr>
      <vt:lpstr>Présentation PowerPoint</vt:lpstr>
      <vt:lpstr>Plugins utiles pour les tests et la qualité</vt:lpstr>
      <vt:lpstr>Intégration avec un chat d’équipe (Zulip, Slack, Teams)</vt:lpstr>
      <vt:lpstr>Intégration avec un chat d’équipe (Zulip, Slack, Teams)</vt:lpstr>
      <vt:lpstr>Introduction à Jenkins Templating Engine (JTE)</vt:lpstr>
      <vt:lpstr>Présentation PowerPoint</vt:lpstr>
      <vt:lpstr>Et pour ﬁnir...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DEVOPS</dc:title>
  <dc:creator>Brahim ALIANI</dc:creator>
  <cp:lastModifiedBy>BETTAIEB Mohamed Ali SOFRECOM</cp:lastModifiedBy>
  <cp:revision>202</cp:revision>
  <dcterms:created xsi:type="dcterms:W3CDTF">2024-05-09T14:39:27Z</dcterms:created>
  <dcterms:modified xsi:type="dcterms:W3CDTF">2025-11-13T18:08:03Z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